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8" r:id="rId2"/>
  </p:sldMasterIdLst>
  <p:notesMasterIdLst>
    <p:notesMasterId r:id="rId19"/>
  </p:notesMasterIdLst>
  <p:sldIdLst>
    <p:sldId id="295" r:id="rId3"/>
    <p:sldId id="296" r:id="rId4"/>
    <p:sldId id="297" r:id="rId5"/>
    <p:sldId id="298" r:id="rId6"/>
    <p:sldId id="299" r:id="rId7"/>
    <p:sldId id="300" r:id="rId8"/>
    <p:sldId id="316" r:id="rId9"/>
    <p:sldId id="315" r:id="rId10"/>
    <p:sldId id="314" r:id="rId11"/>
    <p:sldId id="323" r:id="rId12"/>
    <p:sldId id="312" r:id="rId13"/>
    <p:sldId id="308" r:id="rId14"/>
    <p:sldId id="322" r:id="rId15"/>
    <p:sldId id="307" r:id="rId16"/>
    <p:sldId id="268" r:id="rId17"/>
    <p:sldId id="31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DC2493-494E-40A1-B895-37EB68CF1F57}" v="3" dt="2022-12-05T07:03:14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vathi Jayaprakash" userId="508e18e3ab4300d8" providerId="LiveId" clId="{64DC2493-494E-40A1-B895-37EB68CF1F57}"/>
    <pc:docChg chg="addSld delSld modSld">
      <pc:chgData name="Parvathi Jayaprakash" userId="508e18e3ab4300d8" providerId="LiveId" clId="{64DC2493-494E-40A1-B895-37EB68CF1F57}" dt="2022-12-05T07:03:14.368" v="2"/>
      <pc:docMkLst>
        <pc:docMk/>
      </pc:docMkLst>
      <pc:sldChg chg="add del">
        <pc:chgData name="Parvathi Jayaprakash" userId="508e18e3ab4300d8" providerId="LiveId" clId="{64DC2493-494E-40A1-B895-37EB68CF1F57}" dt="2022-12-05T07:03:14.368" v="2"/>
        <pc:sldMkLst>
          <pc:docMk/>
          <pc:sldMk cId="0" sldId="31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F8473E-F2F1-4273-BF74-0F1155B757C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EBAF23-11BB-4BE4-B1AE-2C79985A50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215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https://www.youtube.com/watch?v=to5_HxvrZMs</a:t>
            </a:r>
          </a:p>
        </p:txBody>
      </p:sp>
    </p:spTree>
    <p:extLst>
      <p:ext uri="{BB962C8B-B14F-4D97-AF65-F5344CB8AC3E}">
        <p14:creationId xmlns:p14="http://schemas.microsoft.com/office/powerpoint/2010/main" val="645884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1235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microsoft.com/office/2007/relationships/hdphoto" Target="../media/hdphoto1.wdp"/><Relationship Id="rId4" Type="http://schemas.openxmlformats.org/officeDocument/2006/relationships/image" Target="../media/image10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A2754-0053-CB25-4DA1-43A2E02FE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450811-4CBC-E3F7-D641-76FA37410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CF202-65CF-BAE7-27BD-C7756069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23315-308F-EA98-7F5B-9492F0B4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3A068-C1CD-369D-3F05-E989BF3B1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786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53AB1-F236-48B3-FB38-C93EE9B67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6F5D-6B7B-231A-5778-7021BEB04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DB9D1-739C-C3EA-1C10-BD89CE267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8A9B8-6668-3A48-AD1B-4676AB196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88FC5-D11B-24A1-06DD-20167E804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78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B13B-D694-884E-615E-F8D4426D5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0141A-D680-C7D0-D98E-88C6C379F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FC44A-F785-9A6A-8B86-490959221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A4B6E-300E-0290-3A63-B4FE0B5F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8BF6-09F7-08D7-109E-D07DCF37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41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CF055-6D36-9431-9105-A7CF09B9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01F28-379A-6579-F4E9-4F4D646F5F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7C2DD-CF49-37C7-DE11-8FD2E27299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A71621-73EF-EF69-33B5-74DF50DB5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F588B9-F7C5-3CB5-079B-EED2484FA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483B0B-3D4B-FD75-870B-37A34A36E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855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F8196-5DC4-AA14-7049-CA3D060F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26A13-E7CE-9F87-285F-27EB17D48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964B3-3255-F26F-199E-3E50AAAD1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D559B-0BD9-AC91-4E65-9D1F5F3FA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AED3E6-E3E6-DF0C-4DAF-FCA2320FE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83DC05-AD14-3D0F-FD41-2EB5672FE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33248-3ED1-244F-95DB-99E1203E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A15F5-12B7-DFFE-3AC5-BC282D03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36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64AF3-F6B0-6BC3-05A3-D8539E4B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ACD73D-30CD-D720-8DD2-99C0C0EDE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36EC89-281D-89E7-ADFE-1203D4EE8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084979-4BB2-DEB2-87E7-5D7D8DF5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77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73AD5-2A02-1BC0-0B72-73142878D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11DCA4-00DC-DE26-8687-AE68A369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05C81-4430-0EDA-BBBE-2E3361EB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628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DBBC6-BF5E-10EA-A314-168EFFED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83B02-868D-98C3-F9C7-D77AC4A58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D0BC8F-3B83-BE2B-7EA8-A1D2CF1B9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EE76B2-7748-4AC8-4669-495AB0B55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8F76E-4A2D-6AA9-5FC8-E9A6573AD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BF3F0-7887-208F-A3C3-9750B625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54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14707-E8CE-F2A5-D13F-EAE3F0A98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11136-7AD5-FB5A-1977-3B66E6A37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81C6E2-B21D-B64B-D8BD-2F50F660F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5B3C8-0DB0-49F1-1D84-D89B3BC5A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EFB40-451B-0375-DFCC-17786A854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DDCA79-BF3C-4FE3-B8EA-D5DF68697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36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206B-6BA6-13BC-0695-DEA268C0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1CFC3-9F1E-6DF7-A7AA-9BE3E2881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FEBA8-DE7A-7E08-C46E-C826731A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267C0-EAE0-03A5-9746-3316E085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578BE-0996-F8E7-2E7A-51B69DFC4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163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331D25-A42B-2C74-E70F-B714F61222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C4BD2-9664-7DBA-D84B-58F097396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66BD9-9F7F-0194-DDD2-FE4A2E442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F07F7-4DA9-DF60-6C91-41B082C6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79C3F-942A-354B-E05E-FCE960D6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840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2" y="0"/>
            <a:ext cx="54609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277500" y="4382967"/>
            <a:ext cx="70004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56764408-EA9F-2188-8076-5FCA54354E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64795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311133" y="1114833"/>
            <a:ext cx="5569600" cy="46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1pPr>
            <a:lvl2pPr marL="1219170" lvl="1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2pPr>
            <a:lvl3pPr marL="1828754" lvl="2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3200" i="1">
                <a:solidFill>
                  <a:srgbClr val="FFFFFF"/>
                </a:solidFill>
              </a:defRPr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3200" i="1">
                <a:solidFill>
                  <a:srgbClr val="FFFFFF"/>
                </a:solidFill>
              </a:defRPr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3200" i="1">
                <a:solidFill>
                  <a:srgbClr val="FFFFFF"/>
                </a:solidFill>
              </a:defRPr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3200" i="1">
                <a:solidFill>
                  <a:srgbClr val="FFFFFF"/>
                </a:solidFill>
              </a:defRPr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32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06C3282-C5F8-9628-E2DA-EA9D8A83A1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301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ctangle">
  <p:cSld name="Blank rectang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5730200" y="59306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999999"/>
                </a:solidFill>
              </a:defRPr>
            </a:lvl1pPr>
            <a:lvl2pPr lvl="1" algn="ctr" rtl="0">
              <a:buNone/>
              <a:defRPr>
                <a:solidFill>
                  <a:srgbClr val="999999"/>
                </a:solidFill>
              </a:defRPr>
            </a:lvl2pPr>
            <a:lvl3pPr lvl="2" algn="ctr" rtl="0">
              <a:buNone/>
              <a:defRPr>
                <a:solidFill>
                  <a:srgbClr val="999999"/>
                </a:solidFill>
              </a:defRPr>
            </a:lvl3pPr>
            <a:lvl4pPr lvl="3" algn="ctr" rtl="0">
              <a:buNone/>
              <a:defRPr>
                <a:solidFill>
                  <a:srgbClr val="999999"/>
                </a:solidFill>
              </a:defRPr>
            </a:lvl4pPr>
            <a:lvl5pPr lvl="4" algn="ctr" rtl="0">
              <a:buNone/>
              <a:defRPr>
                <a:solidFill>
                  <a:srgbClr val="999999"/>
                </a:solidFill>
              </a:defRPr>
            </a:lvl5pPr>
            <a:lvl6pPr lvl="5" algn="ctr" rtl="0">
              <a:buNone/>
              <a:defRPr>
                <a:solidFill>
                  <a:srgbClr val="999999"/>
                </a:solidFill>
              </a:defRPr>
            </a:lvl6pPr>
            <a:lvl7pPr lvl="6" algn="ctr" rtl="0">
              <a:buNone/>
              <a:defRPr>
                <a:solidFill>
                  <a:srgbClr val="999999"/>
                </a:solidFill>
              </a:defRPr>
            </a:lvl7pPr>
            <a:lvl8pPr lvl="7" algn="ctr" rtl="0">
              <a:buNone/>
              <a:defRPr>
                <a:solidFill>
                  <a:srgbClr val="999999"/>
                </a:solidFill>
              </a:defRPr>
            </a:lvl8pPr>
            <a:lvl9pPr lvl="8" algn="ctr" rtl="0">
              <a:buNone/>
              <a:defRPr>
                <a:solidFill>
                  <a:srgbClr val="999999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78BAB9F9-0058-C961-075E-75FDBD907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079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half">
  <p:cSld name="Blank half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5" name="Google Shape;55;p12" descr="paint_transparent1.png"/>
          <p:cNvPicPr preferRelativeResize="0"/>
          <p:nvPr/>
        </p:nvPicPr>
        <p:blipFill rotWithShape="1">
          <a:blip r:embed="rId3">
            <a:alphaModFix/>
          </a:blip>
          <a:srcRect l="27161"/>
          <a:stretch/>
        </p:blipFill>
        <p:spPr>
          <a:xfrm>
            <a:off x="0" y="0"/>
            <a:ext cx="888073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22F1A85-A472-D020-7173-74C438ABCA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52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rgbClr val="8790B9"/>
            </a:gs>
            <a:gs pos="100000">
              <a:srgbClr val="D4ECFF"/>
            </a:gs>
          </a:gsLst>
          <a:lin ang="5400700" scaled="0"/>
        </a:gra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32000" y="1053533"/>
            <a:ext cx="4659600" cy="110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932000" y="2360300"/>
            <a:ext cx="4659600" cy="34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◦"/>
              <a:defRPr/>
            </a:lvl1pPr>
            <a:lvl2pPr marL="1219170" lvl="1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2pPr>
            <a:lvl3pPr marL="1828754" lvl="2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3pPr>
            <a:lvl4pPr marL="2438339" lvl="3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4pPr>
            <a:lvl5pPr marL="3047924" lvl="4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5pPr>
            <a:lvl6pPr marL="3657509" lvl="5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6pPr>
            <a:lvl7pPr marL="4267093" lvl="6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7pPr>
            <a:lvl8pPr marL="4876678" lvl="7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8pPr>
            <a:lvl9pPr marL="5486263" lvl="8" indent="-491054" rtl="0">
              <a:spcBef>
                <a:spcPts val="1333"/>
              </a:spcBef>
              <a:spcAft>
                <a:spcPts val="1333"/>
              </a:spcAft>
              <a:buSzPts val="22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4F834215-6F6E-2116-DDDE-29E7FA935B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-Commerce logo, Logo E-commerce Electronic business, ecommerce, angle,  text, service png | PNGWing">
            <a:extLst>
              <a:ext uri="{FF2B5EF4-FFF2-40B4-BE49-F238E27FC236}">
                <a16:creationId xmlns:a16="http://schemas.microsoft.com/office/drawing/2014/main" id="{5CD8BF0A-AF36-9227-42A2-A94F4447B5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81" b="95337" l="8261" r="90870">
                        <a14:foregroundMark x1="8261" y1="49571" x2="8261" y2="49571"/>
                        <a14:foregroundMark x1="8261" y1="49571" x2="8261" y2="49571"/>
                        <a14:foregroundMark x1="8478" y1="49816" x2="23520" y2="11765"/>
                        <a14:foregroundMark x1="40306" y1="2492" x2="41630" y2="2331"/>
                        <a14:foregroundMark x1="41630" y1="2331" x2="50761" y2="3681"/>
                        <a14:foregroundMark x1="50761" y1="3681" x2="49674" y2="6258"/>
                        <a14:foregroundMark x1="48370" y1="95460" x2="48370" y2="95460"/>
                        <a14:foregroundMark x1="48370" y1="95460" x2="48370" y2="95460"/>
                        <a14:foregroundMark x1="49130" y1="49816" x2="49130" y2="49816"/>
                        <a14:foregroundMark x1="49130" y1="49571" x2="49130" y2="49571"/>
                        <a14:foregroundMark x1="49457" y1="52147" x2="62283" y2="50552"/>
                        <a14:foregroundMark x1="62283" y1="50552" x2="48370" y2="62822"/>
                        <a14:foregroundMark x1="44565" y1="67853" x2="45761" y2="67362"/>
                        <a14:foregroundMark x1="45761" y1="67362" x2="45761" y2="67362"/>
                        <a14:foregroundMark x1="45109" y1="64908" x2="43043" y2="66135"/>
                        <a14:foregroundMark x1="64457" y1="67239" x2="64130" y2="65890"/>
                        <a14:foregroundMark x1="66522" y1="66135" x2="66522" y2="66135"/>
                        <a14:foregroundMark x1="66522" y1="66135" x2="66522" y2="66135"/>
                        <a14:foregroundMark x1="62500" y1="64908" x2="62826" y2="65153"/>
                        <a14:foregroundMark x1="59348" y1="64540" x2="59348" y2="64540"/>
                        <a14:foregroundMark x1="59348" y1="64540" x2="59348" y2="64540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1413" y1="65276" x2="65978" y2="64540"/>
                        <a14:foregroundMark x1="60109" y1="67239" x2="61957" y2="70061"/>
                        <a14:foregroundMark x1="62826" y1="71288" x2="66630" y2="67239"/>
                        <a14:foregroundMark x1="43587" y1="63436" x2="41739" y2="67975"/>
                        <a14:foregroundMark x1="44674" y1="64540" x2="47283" y2="69816"/>
                        <a14:foregroundMark x1="47826" y1="68589" x2="44130" y2="63926"/>
                        <a14:foregroundMark x1="50217" y1="59387" x2="42609" y2="51534"/>
                        <a14:foregroundMark x1="42609" y1="51534" x2="38696" y2="38896"/>
                        <a14:foregroundMark x1="38696" y1="38896" x2="69457" y2="40982"/>
                        <a14:foregroundMark x1="69457" y1="40982" x2="70870" y2="40736"/>
                        <a14:foregroundMark x1="71413" y1="39877" x2="66196" y2="52638"/>
                        <a14:foregroundMark x1="66196" y1="52638" x2="57391" y2="58896"/>
                        <a14:foregroundMark x1="57391" y1="58896" x2="56630" y2="58650"/>
                        <a14:foregroundMark x1="69022" y1="51288" x2="64022" y2="60000"/>
                        <a14:foregroundMark x1="64022" y1="60000" x2="61957" y2="60123"/>
                        <a14:foregroundMark x1="48152" y1="59509" x2="35217" y2="32025"/>
                        <a14:foregroundMark x1="36957" y1="41595" x2="40326" y2="56810"/>
                        <a14:foregroundMark x1="40326" y1="56810" x2="45761" y2="60613"/>
                        <a14:foregroundMark x1="43261" y1="46871" x2="73152" y2="47485"/>
                        <a14:foregroundMark x1="73152" y1="47485" x2="44130" y2="45644"/>
                        <a14:foregroundMark x1="33370" y1="32638" x2="23478" y2="28957"/>
                        <a14:foregroundMark x1="90870" y1="43190" x2="90870" y2="43190"/>
                        <a14:foregroundMark x1="90870" y1="43190" x2="90870" y2="43190"/>
                        <a14:foregroundMark x1="90870" y1="43190" x2="90870" y2="43190"/>
                        <a14:backgroundMark x1="25652" y1="7607" x2="35543" y2="3681"/>
                        <a14:backgroundMark x1="24565" y1="9939" x2="33804" y2="3436"/>
                        <a14:backgroundMark x1="33804" y1="3436" x2="40326" y2="2454"/>
                        <a14:backgroundMark x1="27717" y1="3681" x2="23261" y2="7485"/>
                        <a14:backgroundMark x1="28804" y1="3681" x2="26522" y2="7853"/>
                        <a14:backgroundMark x1="30217" y1="3558" x2="22065" y2="10429"/>
                        <a14:backgroundMark x1="22065" y1="10429" x2="30978" y2="4172"/>
                        <a14:backgroundMark x1="30978" y1="4172" x2="33152" y2="3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889" y="114027"/>
            <a:ext cx="1567752" cy="13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734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×"/>
              <a:defRPr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8FA446A-4447-7EBC-76D0-2BAF847B92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5936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09600" y="5875079"/>
            <a:ext cx="10972800" cy="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400"/>
              <a:buNone/>
              <a:defRPr sz="1867"/>
            </a:lvl1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A0A4E4A-5B02-A367-2313-5B8B616BE8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227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9600" y="2949100"/>
            <a:ext cx="3566800" cy="3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800"/>
              </a:spcBef>
              <a:spcAft>
                <a:spcPts val="0"/>
              </a:spcAft>
              <a:buSzPts val="1600"/>
              <a:buChar char="×"/>
              <a:defRPr sz="2133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391208" y="2949100"/>
            <a:ext cx="3566800" cy="3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800"/>
              </a:spcBef>
              <a:spcAft>
                <a:spcPts val="0"/>
              </a:spcAft>
              <a:buSzPts val="1600"/>
              <a:buChar char="×"/>
              <a:defRPr sz="2133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F2A87B2B-4D60-1785-1CE0-8FAF6D13CA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07114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paint_transparent1.png"/>
          <p:cNvPicPr preferRelativeResize="0"/>
          <p:nvPr/>
        </p:nvPicPr>
        <p:blipFill rotWithShape="1">
          <a:blip r:embed="rId3">
            <a:alphaModFix/>
          </a:blip>
          <a:srcRect l="55211"/>
          <a:stretch/>
        </p:blipFill>
        <p:spPr>
          <a:xfrm>
            <a:off x="2" y="0"/>
            <a:ext cx="546090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277500" y="4382967"/>
            <a:ext cx="70004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Lato"/>
              <a:buNone/>
              <a:defRPr sz="666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56764408-EA9F-2188-8076-5FCA54354E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8503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5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311133" y="1114833"/>
            <a:ext cx="5569600" cy="462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585" lvl="0" indent="-507987" algn="ctr" rtl="0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1pPr>
            <a:lvl2pPr marL="1219170" lvl="1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2pPr>
            <a:lvl3pPr marL="1828754" lvl="2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3pPr>
            <a:lvl4pPr marL="2438339" lvl="3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×"/>
              <a:defRPr sz="3200" i="1">
                <a:solidFill>
                  <a:srgbClr val="FFFFFF"/>
                </a:solidFill>
              </a:defRPr>
            </a:lvl4pPr>
            <a:lvl5pPr marL="3047924" lvl="4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3200" i="1">
                <a:solidFill>
                  <a:srgbClr val="FFFFFF"/>
                </a:solidFill>
              </a:defRPr>
            </a:lvl5pPr>
            <a:lvl6pPr marL="3657509" lvl="5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3200" i="1">
                <a:solidFill>
                  <a:srgbClr val="FFFFFF"/>
                </a:solidFill>
              </a:defRPr>
            </a:lvl6pPr>
            <a:lvl7pPr marL="4267093" lvl="6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●"/>
              <a:defRPr sz="3200" i="1">
                <a:solidFill>
                  <a:srgbClr val="FFFFFF"/>
                </a:solidFill>
              </a:defRPr>
            </a:lvl7pPr>
            <a:lvl8pPr marL="4876678" lvl="7" indent="-50798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○"/>
              <a:defRPr sz="3200" i="1">
                <a:solidFill>
                  <a:srgbClr val="FFFFFF"/>
                </a:solidFill>
              </a:defRPr>
            </a:lvl8pPr>
            <a:lvl9pPr marL="5486263" lvl="8" indent="-50798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Char char="■"/>
              <a:defRPr sz="32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06C3282-C5F8-9628-E2DA-EA9D8A83A1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66392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×"/>
              <a:defRPr/>
            </a:lvl1pPr>
            <a:lvl2pPr marL="1219170" lvl="1" indent="-457189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2pPr>
            <a:lvl3pPr marL="1828754" lvl="2" indent="-457189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3pPr>
            <a:lvl4pPr marL="2438339" lvl="3" indent="-457189">
              <a:spcBef>
                <a:spcPts val="0"/>
              </a:spcBef>
              <a:spcAft>
                <a:spcPts val="0"/>
              </a:spcAft>
              <a:buSzPts val="1800"/>
              <a:buChar char="×"/>
              <a:defRPr/>
            </a:lvl4pPr>
            <a:lvl5pPr marL="3047924" lvl="4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3657509" lvl="5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4267093" lvl="6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4876678" lvl="7" indent="-457189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5486263" lvl="8" indent="-457189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8FA446A-4447-7EBC-76D0-2BAF847B92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1230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09600" y="2949100"/>
            <a:ext cx="3566800" cy="3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800"/>
              </a:spcBef>
              <a:spcAft>
                <a:spcPts val="0"/>
              </a:spcAft>
              <a:buSzPts val="1600"/>
              <a:buChar char="×"/>
              <a:defRPr sz="2133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2"/>
          </p:nvPr>
        </p:nvSpPr>
        <p:spPr>
          <a:xfrm>
            <a:off x="4391208" y="2949100"/>
            <a:ext cx="3566800" cy="3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40256">
              <a:spcBef>
                <a:spcPts val="800"/>
              </a:spcBef>
              <a:spcAft>
                <a:spcPts val="0"/>
              </a:spcAft>
              <a:buSzPts val="1600"/>
              <a:buChar char="×"/>
              <a:defRPr sz="2133"/>
            </a:lvl1pPr>
            <a:lvl2pPr marL="1219170" lvl="1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2pPr>
            <a:lvl3pPr marL="1828754" lvl="2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3pPr>
            <a:lvl4pPr marL="2438339" lvl="3" indent="-440256">
              <a:spcBef>
                <a:spcPts val="0"/>
              </a:spcBef>
              <a:spcAft>
                <a:spcPts val="0"/>
              </a:spcAft>
              <a:buSzPts val="1600"/>
              <a:buChar char="×"/>
              <a:defRPr sz="2133"/>
            </a:lvl4pPr>
            <a:lvl5pPr marL="3047924" lvl="4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5pPr>
            <a:lvl6pPr marL="3657509" lvl="5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6pPr>
            <a:lvl7pPr marL="4267093" lvl="6" indent="-440256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7pPr>
            <a:lvl8pPr marL="4876678" lvl="7" indent="-440256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2133"/>
            </a:lvl8pPr>
            <a:lvl9pPr marL="5486263" lvl="8" indent="-440256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2133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F2A87B2B-4D60-1785-1CE0-8FAF6D13CA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4408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9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>
            <a:off x="609600" y="5875079"/>
            <a:ext cx="10972800" cy="6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04792">
              <a:spcBef>
                <a:spcPts val="480"/>
              </a:spcBef>
              <a:spcAft>
                <a:spcPts val="0"/>
              </a:spcAft>
              <a:buSzPts val="1400"/>
              <a:buNone/>
              <a:defRPr sz="1867"/>
            </a:lvl1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A0A4E4A-5B02-A367-2313-5B8B616BE85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8629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ircle" type="blank">
  <p:cSld name="Blank circ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0" descr="paint_transparent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801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5730200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/>
            </a:lvl1pPr>
            <a:lvl2pPr lvl="1" algn="ctr">
              <a:buNone/>
              <a:defRPr/>
            </a:lvl2pPr>
            <a:lvl3pPr lvl="2" algn="ctr">
              <a:buNone/>
              <a:defRPr/>
            </a:lvl3pPr>
            <a:lvl4pPr lvl="3" algn="ctr">
              <a:buNone/>
              <a:defRPr/>
            </a:lvl4pPr>
            <a:lvl5pPr lvl="4" algn="ctr">
              <a:buNone/>
              <a:defRPr/>
            </a:lvl5pPr>
            <a:lvl6pPr lvl="5" algn="ctr">
              <a:buNone/>
              <a:defRPr/>
            </a:lvl6pPr>
            <a:lvl7pPr lvl="6" algn="ctr">
              <a:buNone/>
              <a:defRPr/>
            </a:lvl7pPr>
            <a:lvl8pPr lvl="7" algn="ctr">
              <a:buNone/>
              <a:defRPr/>
            </a:lvl8pPr>
            <a:lvl9pPr lvl="8" algn="ctr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CB4EF876-EB23-1EBF-8269-48927ED39B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55773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ctangle">
  <p:cSld name="Blank rectang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1" descr="paint_transparen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12192000" cy="685800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5730200" y="5930631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>
                <a:solidFill>
                  <a:srgbClr val="999999"/>
                </a:solidFill>
              </a:defRPr>
            </a:lvl1pPr>
            <a:lvl2pPr lvl="1" algn="ctr" rtl="0">
              <a:buNone/>
              <a:defRPr>
                <a:solidFill>
                  <a:srgbClr val="999999"/>
                </a:solidFill>
              </a:defRPr>
            </a:lvl2pPr>
            <a:lvl3pPr lvl="2" algn="ctr" rtl="0">
              <a:buNone/>
              <a:defRPr>
                <a:solidFill>
                  <a:srgbClr val="999999"/>
                </a:solidFill>
              </a:defRPr>
            </a:lvl3pPr>
            <a:lvl4pPr lvl="3" algn="ctr" rtl="0">
              <a:buNone/>
              <a:defRPr>
                <a:solidFill>
                  <a:srgbClr val="999999"/>
                </a:solidFill>
              </a:defRPr>
            </a:lvl4pPr>
            <a:lvl5pPr lvl="4" algn="ctr" rtl="0">
              <a:buNone/>
              <a:defRPr>
                <a:solidFill>
                  <a:srgbClr val="999999"/>
                </a:solidFill>
              </a:defRPr>
            </a:lvl5pPr>
            <a:lvl6pPr lvl="5" algn="ctr" rtl="0">
              <a:buNone/>
              <a:defRPr>
                <a:solidFill>
                  <a:srgbClr val="999999"/>
                </a:solidFill>
              </a:defRPr>
            </a:lvl6pPr>
            <a:lvl7pPr lvl="6" algn="ctr" rtl="0">
              <a:buNone/>
              <a:defRPr>
                <a:solidFill>
                  <a:srgbClr val="999999"/>
                </a:solidFill>
              </a:defRPr>
            </a:lvl7pPr>
            <a:lvl8pPr lvl="7" algn="ctr" rtl="0">
              <a:buNone/>
              <a:defRPr>
                <a:solidFill>
                  <a:srgbClr val="999999"/>
                </a:solidFill>
              </a:defRPr>
            </a:lvl8pPr>
            <a:lvl9pPr lvl="8" algn="ctr" rtl="0">
              <a:buNone/>
              <a:defRPr>
                <a:solidFill>
                  <a:srgbClr val="999999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78BAB9F9-0058-C961-075E-75FDBD907E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56338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half">
  <p:cSld name="Blank half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5" name="Google Shape;55;p12" descr="paint_transparent1.png"/>
          <p:cNvPicPr preferRelativeResize="0"/>
          <p:nvPr/>
        </p:nvPicPr>
        <p:blipFill rotWithShape="1">
          <a:blip r:embed="rId3">
            <a:alphaModFix/>
          </a:blip>
          <a:srcRect l="27161"/>
          <a:stretch/>
        </p:blipFill>
        <p:spPr>
          <a:xfrm>
            <a:off x="0" y="0"/>
            <a:ext cx="8880736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922F1A85-A472-D020-7173-74C438ABCA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8538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+ Image">
  <p:cSld name="Title + 1 column + Image">
    <p:bg>
      <p:bgPr>
        <a:gradFill>
          <a:gsLst>
            <a:gs pos="0">
              <a:srgbClr val="8790B9"/>
            </a:gs>
            <a:gs pos="100000">
              <a:srgbClr val="D4ECFF"/>
            </a:gs>
          </a:gsLst>
          <a:lin ang="5400700" scaled="0"/>
        </a:gra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932000" y="1053533"/>
            <a:ext cx="4659600" cy="1104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932000" y="2360300"/>
            <a:ext cx="4659600" cy="344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91054" rtl="0">
              <a:spcBef>
                <a:spcPts val="800"/>
              </a:spcBef>
              <a:spcAft>
                <a:spcPts val="0"/>
              </a:spcAft>
              <a:buSzPts val="2200"/>
              <a:buChar char="◦"/>
              <a:defRPr/>
            </a:lvl1pPr>
            <a:lvl2pPr marL="1219170" lvl="1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2pPr>
            <a:lvl3pPr marL="1828754" lvl="2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3pPr>
            <a:lvl4pPr marL="2438339" lvl="3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4pPr>
            <a:lvl5pPr marL="3047924" lvl="4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5pPr>
            <a:lvl6pPr marL="3657509" lvl="5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6pPr>
            <a:lvl7pPr marL="4267093" lvl="6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7pPr>
            <a:lvl8pPr marL="4876678" lvl="7" indent="-491054" rtl="0">
              <a:spcBef>
                <a:spcPts val="1333"/>
              </a:spcBef>
              <a:spcAft>
                <a:spcPts val="0"/>
              </a:spcAft>
              <a:buSzPts val="2200"/>
              <a:buChar char="◦"/>
              <a:defRPr/>
            </a:lvl8pPr>
            <a:lvl9pPr marL="5486263" lvl="8" indent="-491054" rtl="0">
              <a:spcBef>
                <a:spcPts val="1333"/>
              </a:spcBef>
              <a:spcAft>
                <a:spcPts val="1333"/>
              </a:spcAft>
              <a:buSzPts val="2200"/>
              <a:buChar char="◦"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4F834215-6F6E-2116-DDDE-29E7FA935B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-Commerce logo, Logo E-commerce Electronic business, ecommerce, angle,  text, service png | PNGWing">
            <a:extLst>
              <a:ext uri="{FF2B5EF4-FFF2-40B4-BE49-F238E27FC236}">
                <a16:creationId xmlns:a16="http://schemas.microsoft.com/office/drawing/2014/main" id="{5CD8BF0A-AF36-9227-42A2-A94F4447B5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681" b="95337" l="8261" r="90870">
                        <a14:foregroundMark x1="8261" y1="49571" x2="8261" y2="49571"/>
                        <a14:foregroundMark x1="8261" y1="49571" x2="8261" y2="49571"/>
                        <a14:foregroundMark x1="8478" y1="49816" x2="23520" y2="11765"/>
                        <a14:foregroundMark x1="40306" y1="2492" x2="41630" y2="2331"/>
                        <a14:foregroundMark x1="41630" y1="2331" x2="50761" y2="3681"/>
                        <a14:foregroundMark x1="50761" y1="3681" x2="49674" y2="6258"/>
                        <a14:foregroundMark x1="48370" y1="95460" x2="48370" y2="95460"/>
                        <a14:foregroundMark x1="48370" y1="95460" x2="48370" y2="95460"/>
                        <a14:foregroundMark x1="49130" y1="49816" x2="49130" y2="49816"/>
                        <a14:foregroundMark x1="49130" y1="49571" x2="49130" y2="49571"/>
                        <a14:foregroundMark x1="49457" y1="52147" x2="62283" y2="50552"/>
                        <a14:foregroundMark x1="62283" y1="50552" x2="48370" y2="62822"/>
                        <a14:foregroundMark x1="44565" y1="67853" x2="45761" y2="67362"/>
                        <a14:foregroundMark x1="45761" y1="67362" x2="45761" y2="67362"/>
                        <a14:foregroundMark x1="45109" y1="64908" x2="43043" y2="66135"/>
                        <a14:foregroundMark x1="64457" y1="67239" x2="64130" y2="65890"/>
                        <a14:foregroundMark x1="66522" y1="66135" x2="66522" y2="66135"/>
                        <a14:foregroundMark x1="66522" y1="66135" x2="66522" y2="66135"/>
                        <a14:foregroundMark x1="62500" y1="64908" x2="62826" y2="65153"/>
                        <a14:foregroundMark x1="59348" y1="64540" x2="59348" y2="64540"/>
                        <a14:foregroundMark x1="59348" y1="64540" x2="59348" y2="64540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1413" y1="65276" x2="65978" y2="64540"/>
                        <a14:foregroundMark x1="60109" y1="67239" x2="61957" y2="70061"/>
                        <a14:foregroundMark x1="62826" y1="71288" x2="66630" y2="67239"/>
                        <a14:foregroundMark x1="43587" y1="63436" x2="41739" y2="67975"/>
                        <a14:foregroundMark x1="44674" y1="64540" x2="47283" y2="69816"/>
                        <a14:foregroundMark x1="47826" y1="68589" x2="44130" y2="63926"/>
                        <a14:foregroundMark x1="50217" y1="59387" x2="42609" y2="51534"/>
                        <a14:foregroundMark x1="42609" y1="51534" x2="38696" y2="38896"/>
                        <a14:foregroundMark x1="38696" y1="38896" x2="69457" y2="40982"/>
                        <a14:foregroundMark x1="69457" y1="40982" x2="70870" y2="40736"/>
                        <a14:foregroundMark x1="71413" y1="39877" x2="66196" y2="52638"/>
                        <a14:foregroundMark x1="66196" y1="52638" x2="57391" y2="58896"/>
                        <a14:foregroundMark x1="57391" y1="58896" x2="56630" y2="58650"/>
                        <a14:foregroundMark x1="69022" y1="51288" x2="64022" y2="60000"/>
                        <a14:foregroundMark x1="64022" y1="60000" x2="61957" y2="60123"/>
                        <a14:foregroundMark x1="48152" y1="59509" x2="35217" y2="32025"/>
                        <a14:foregroundMark x1="36957" y1="41595" x2="40326" y2="56810"/>
                        <a14:foregroundMark x1="40326" y1="56810" x2="45761" y2="60613"/>
                        <a14:foregroundMark x1="43261" y1="46871" x2="73152" y2="47485"/>
                        <a14:foregroundMark x1="73152" y1="47485" x2="44130" y2="45644"/>
                        <a14:foregroundMark x1="33370" y1="32638" x2="23478" y2="28957"/>
                        <a14:foregroundMark x1="90870" y1="43190" x2="90870" y2="43190"/>
                        <a14:foregroundMark x1="90870" y1="43190" x2="90870" y2="43190"/>
                        <a14:foregroundMark x1="90870" y1="43190" x2="90870" y2="43190"/>
                        <a14:backgroundMark x1="25652" y1="7607" x2="35543" y2="3681"/>
                        <a14:backgroundMark x1="24565" y1="9939" x2="33804" y2="3436"/>
                        <a14:backgroundMark x1="33804" y1="3436" x2="40326" y2="2454"/>
                        <a14:backgroundMark x1="27717" y1="3681" x2="23261" y2="7485"/>
                        <a14:backgroundMark x1="28804" y1="3681" x2="26522" y2="7853"/>
                        <a14:backgroundMark x1="30217" y1="3558" x2="22065" y2="10429"/>
                        <a14:backgroundMark x1="22065" y1="10429" x2="30978" y2="4172"/>
                        <a14:backgroundMark x1="30978" y1="4172" x2="33152" y2="3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889" y="114027"/>
            <a:ext cx="1567752" cy="13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97264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8" descr="paint_transparen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64C59064-B962-C745-FDCD-95DE66C53F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1768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image" Target="../media/image10.png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7FAF26-9BEE-7798-05C6-51E19A20F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E6FC9-9935-6CD6-2FA9-E29CB13F0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E0450-40DF-BA27-A627-77BA00C87E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49C8A-FD0C-4CE5-9584-FFF6287A281C}" type="datetimeFigureOut">
              <a:rPr lang="en-IN" smtClean="0"/>
              <a:t>05-12-2022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1BC1C-7097-F7FB-605F-524A17ABB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F6992-93EF-5A4F-9452-4D13C19E7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D490C1-A17F-4563-98A0-8B086169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463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CC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1798633"/>
            <a:ext cx="7348400" cy="11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Lato"/>
              <a:buNone/>
              <a:defRPr sz="4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2992533"/>
            <a:ext cx="7348400" cy="34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Char char="×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Char char="×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Lato"/>
              <a:buChar char="×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×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○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■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○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■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2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4" descr="Symbiosis Institute of Business Management, Bengaluru - Wikipedia">
            <a:extLst>
              <a:ext uri="{FF2B5EF4-FFF2-40B4-BE49-F238E27FC236}">
                <a16:creationId xmlns:a16="http://schemas.microsoft.com/office/drawing/2014/main" id="{7EA7E31F-2EAD-B973-2699-D2C4D16CA2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02" y="101371"/>
            <a:ext cx="2338476" cy="878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E-Commerce logo, Logo E-commerce Electronic business, ecommerce, angle,  text, service png | PNGWing">
            <a:extLst>
              <a:ext uri="{FF2B5EF4-FFF2-40B4-BE49-F238E27FC236}">
                <a16:creationId xmlns:a16="http://schemas.microsoft.com/office/drawing/2014/main" id="{75BD6000-9FBA-5A33-1EFF-98DAAD7782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3681" b="95337" l="8261" r="90870">
                        <a14:foregroundMark x1="8261" y1="49571" x2="8261" y2="49571"/>
                        <a14:foregroundMark x1="8261" y1="49571" x2="8261" y2="49571"/>
                        <a14:foregroundMark x1="8478" y1="49816" x2="23520" y2="11765"/>
                        <a14:foregroundMark x1="40306" y1="2492" x2="41630" y2="2331"/>
                        <a14:foregroundMark x1="41630" y1="2331" x2="50761" y2="3681"/>
                        <a14:foregroundMark x1="50761" y1="3681" x2="49674" y2="6258"/>
                        <a14:foregroundMark x1="48370" y1="95460" x2="48370" y2="95460"/>
                        <a14:foregroundMark x1="48370" y1="95460" x2="48370" y2="95460"/>
                        <a14:foregroundMark x1="49130" y1="49816" x2="49130" y2="49816"/>
                        <a14:foregroundMark x1="49130" y1="49571" x2="49130" y2="49571"/>
                        <a14:foregroundMark x1="49457" y1="52147" x2="62283" y2="50552"/>
                        <a14:foregroundMark x1="62283" y1="50552" x2="48370" y2="62822"/>
                        <a14:foregroundMark x1="44565" y1="67853" x2="45761" y2="67362"/>
                        <a14:foregroundMark x1="45761" y1="67362" x2="45761" y2="67362"/>
                        <a14:foregroundMark x1="45109" y1="64908" x2="43043" y2="66135"/>
                        <a14:foregroundMark x1="64457" y1="67239" x2="64130" y2="65890"/>
                        <a14:foregroundMark x1="66522" y1="66135" x2="66522" y2="66135"/>
                        <a14:foregroundMark x1="66522" y1="66135" x2="66522" y2="66135"/>
                        <a14:foregroundMark x1="62500" y1="64908" x2="62826" y2="65153"/>
                        <a14:foregroundMark x1="59348" y1="64540" x2="59348" y2="64540"/>
                        <a14:foregroundMark x1="59348" y1="64540" x2="59348" y2="64540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0217" y1="65153" x2="60217" y2="65153"/>
                        <a14:foregroundMark x1="61413" y1="65276" x2="65978" y2="64540"/>
                        <a14:foregroundMark x1="60109" y1="67239" x2="61957" y2="70061"/>
                        <a14:foregroundMark x1="62826" y1="71288" x2="66630" y2="67239"/>
                        <a14:foregroundMark x1="43587" y1="63436" x2="41739" y2="67975"/>
                        <a14:foregroundMark x1="44674" y1="64540" x2="47283" y2="69816"/>
                        <a14:foregroundMark x1="47826" y1="68589" x2="44130" y2="63926"/>
                        <a14:foregroundMark x1="50217" y1="59387" x2="42609" y2="51534"/>
                        <a14:foregroundMark x1="42609" y1="51534" x2="38696" y2="38896"/>
                        <a14:foregroundMark x1="38696" y1="38896" x2="69457" y2="40982"/>
                        <a14:foregroundMark x1="69457" y1="40982" x2="70870" y2="40736"/>
                        <a14:foregroundMark x1="71413" y1="39877" x2="66196" y2="52638"/>
                        <a14:foregroundMark x1="66196" y1="52638" x2="57391" y2="58896"/>
                        <a14:foregroundMark x1="57391" y1="58896" x2="56630" y2="58650"/>
                        <a14:foregroundMark x1="69022" y1="51288" x2="64022" y2="60000"/>
                        <a14:foregroundMark x1="64022" y1="60000" x2="61957" y2="60123"/>
                        <a14:foregroundMark x1="48152" y1="59509" x2="35217" y2="32025"/>
                        <a14:foregroundMark x1="36957" y1="41595" x2="40326" y2="56810"/>
                        <a14:foregroundMark x1="40326" y1="56810" x2="45761" y2="60613"/>
                        <a14:foregroundMark x1="43261" y1="46871" x2="73152" y2="47485"/>
                        <a14:foregroundMark x1="73152" y1="47485" x2="44130" y2="45644"/>
                        <a14:foregroundMark x1="33370" y1="32638" x2="23478" y2="28957"/>
                        <a14:foregroundMark x1="90870" y1="43190" x2="90870" y2="43190"/>
                        <a14:foregroundMark x1="90870" y1="43190" x2="90870" y2="43190"/>
                        <a14:foregroundMark x1="90870" y1="43190" x2="90870" y2="43190"/>
                        <a14:backgroundMark x1="25652" y1="7607" x2="35543" y2="3681"/>
                        <a14:backgroundMark x1="24565" y1="9939" x2="33804" y2="3436"/>
                        <a14:backgroundMark x1="33804" y1="3436" x2="40326" y2="2454"/>
                        <a14:backgroundMark x1="27717" y1="3681" x2="23261" y2="7485"/>
                        <a14:backgroundMark x1="28804" y1="3681" x2="26522" y2="7853"/>
                        <a14:backgroundMark x1="30217" y1="3558" x2="22065" y2="10429"/>
                        <a14:backgroundMark x1="22065" y1="10429" x2="30978" y2="4172"/>
                        <a14:backgroundMark x1="30978" y1="4172" x2="33152" y2="39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4889" y="114027"/>
            <a:ext cx="1567752" cy="1388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341737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creativecommons.org/licenses/by-sa/3.0/" TargetMode="External"/><Relationship Id="rId5" Type="http://schemas.openxmlformats.org/officeDocument/2006/relationships/hyperlink" Target="https://kotoba.wiki/t/introduce/1324" TargetMode="Externa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hyperlink" Target="https://www.freepngimg.com/png/14061-ecommerce-free-png-image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video" Target="https://www.youtube.com/embed/to5_HxvrZMs?feature=oembed" TargetMode="Externa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EF1ECF-48A3-6584-B44B-E5FB1AE93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82415" y="2137951"/>
            <a:ext cx="7000400" cy="1546400"/>
          </a:xfrm>
        </p:spPr>
        <p:txBody>
          <a:bodyPr/>
          <a:lstStyle/>
          <a:p>
            <a:r>
              <a:rPr lang="en-US" dirty="0"/>
              <a:t>E-COMMERCE</a:t>
            </a:r>
            <a:endParaRPr lang="en-IN" dirty="0"/>
          </a:p>
        </p:txBody>
      </p:sp>
      <p:sp>
        <p:nvSpPr>
          <p:cNvPr id="85" name="Google Shape;85;p16"/>
          <p:cNvSpPr txBox="1">
            <a:spLocks noGrp="1"/>
          </p:cNvSpPr>
          <p:nvPr>
            <p:ph type="subTitle" idx="4294967295"/>
          </p:nvPr>
        </p:nvSpPr>
        <p:spPr>
          <a:xfrm>
            <a:off x="4977781" y="4641721"/>
            <a:ext cx="7000400" cy="1045633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Clr>
                <a:schemeClr val="dk1"/>
              </a:buClr>
              <a:buSzPts val="4800"/>
              <a:buNone/>
            </a:pPr>
            <a:r>
              <a:rPr lang="en-US" sz="4267" dirty="0">
                <a:solidFill>
                  <a:schemeClr val="dk1"/>
                </a:solidFill>
              </a:rPr>
              <a:t>Session I:  INTRODUCTION</a:t>
            </a:r>
            <a:endParaRPr sz="4267" dirty="0">
              <a:solidFill>
                <a:schemeClr val="dk1"/>
              </a:solidFill>
            </a:endParaRPr>
          </a:p>
        </p:txBody>
      </p:sp>
      <p:sp>
        <p:nvSpPr>
          <p:cNvPr id="4" name="Google Shape;85;p16">
            <a:extLst>
              <a:ext uri="{FF2B5EF4-FFF2-40B4-BE49-F238E27FC236}">
                <a16:creationId xmlns:a16="http://schemas.microsoft.com/office/drawing/2014/main" id="{EFFEFD1D-4F2C-5986-F77C-F62407F8446C}"/>
              </a:ext>
            </a:extLst>
          </p:cNvPr>
          <p:cNvSpPr txBox="1">
            <a:spLocks/>
          </p:cNvSpPr>
          <p:nvPr/>
        </p:nvSpPr>
        <p:spPr>
          <a:xfrm>
            <a:off x="4977215" y="1643301"/>
            <a:ext cx="64056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6830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68300" algn="ctr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Font typeface="Montserrat Light"/>
              <a:buNone/>
              <a:def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>
              <a:spcAft>
                <a:spcPts val="1333"/>
              </a:spcAft>
            </a:pPr>
            <a:r>
              <a:rPr lang="en-US" sz="2400" dirty="0"/>
              <a:t>MBA(BA) </a:t>
            </a:r>
          </a:p>
        </p:txBody>
      </p:sp>
      <p:pic>
        <p:nvPicPr>
          <p:cNvPr id="2050" name="Picture 2" descr="Ecommerce Shopping Cart Png Photo - Online Shopping Cart Png, Transparent  Png - kindpng">
            <a:extLst>
              <a:ext uri="{FF2B5EF4-FFF2-40B4-BE49-F238E27FC236}">
                <a16:creationId xmlns:a16="http://schemas.microsoft.com/office/drawing/2014/main" id="{81602A68-130B-EC28-5C73-F8D39F872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4535" y1="74654" x2="54535" y2="74654"/>
                        <a14:foregroundMark x1="54535" y1="74654" x2="54535" y2="74654"/>
                        <a14:foregroundMark x1="46047" y1="73425" x2="46047" y2="73425"/>
                        <a14:foregroundMark x1="46047" y1="73425" x2="46047" y2="73425"/>
                        <a14:foregroundMark x1="82674" y1="44240" x2="82674" y2="44240"/>
                        <a14:foregroundMark x1="82674" y1="44240" x2="82674" y2="442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49842" y="3939017"/>
            <a:ext cx="4660756" cy="3528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3160567" y="2374400"/>
            <a:ext cx="5870800" cy="25924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spcAft>
                <a:spcPts val="1333"/>
              </a:spcAft>
              <a:buNone/>
            </a:pPr>
            <a:r>
              <a:rPr lang="en-US" dirty="0"/>
              <a:t>Education is not the learning of facts, but training of the mind to think </a:t>
            </a:r>
          </a:p>
          <a:p>
            <a:pPr marL="0" indent="0">
              <a:spcAft>
                <a:spcPts val="1333"/>
              </a:spcAft>
              <a:buNone/>
            </a:pPr>
            <a:r>
              <a:rPr lang="en-US" i="1" dirty="0">
                <a:solidFill>
                  <a:srgbClr val="FFFFFF"/>
                </a:solidFill>
                <a:latin typeface="Merriweather"/>
                <a:sym typeface="Merriweather"/>
              </a:rPr>
              <a:t>Albert Einstein</a:t>
            </a:r>
            <a:endParaRPr lang="en-IN" i="1" dirty="0">
              <a:solidFill>
                <a:srgbClr val="FFFFFF"/>
              </a:solidFill>
              <a:latin typeface="Merriweather"/>
              <a:sym typeface="Merriweather"/>
            </a:endParaRPr>
          </a:p>
          <a:p>
            <a:pPr marL="0" indent="0">
              <a:spcAft>
                <a:spcPts val="1333"/>
              </a:spcAft>
              <a:buNone/>
            </a:pPr>
            <a:endParaRPr lang="en-US" dirty="0"/>
          </a:p>
          <a:p>
            <a:pPr marL="0" indent="0">
              <a:spcAft>
                <a:spcPts val="1333"/>
              </a:spcAft>
              <a:buNone/>
            </a:pPr>
            <a:endParaRPr dirty="0"/>
          </a:p>
        </p:txBody>
      </p:sp>
      <p:sp>
        <p:nvSpPr>
          <p:cNvPr id="91" name="Google Shape;91;p1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ctrTitle" idx="4294967295"/>
          </p:nvPr>
        </p:nvSpPr>
        <p:spPr>
          <a:xfrm>
            <a:off x="1261978" y="1831673"/>
            <a:ext cx="10263716" cy="1545167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4800" dirty="0"/>
              <a:t>Dr. Parvathi Jayaprakash</a:t>
            </a:r>
            <a:endParaRPr sz="4800" dirty="0"/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4E84D394-B0E4-F0DD-6702-74BF7773344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431853" y="3481162"/>
            <a:ext cx="10760148" cy="3376773"/>
          </a:xfrm>
        </p:spPr>
        <p:txBody>
          <a:bodyPr/>
          <a:lstStyle/>
          <a:p>
            <a:r>
              <a:rPr lang="en-US" sz="2400" dirty="0">
                <a:solidFill>
                  <a:schemeClr val="tx2">
                    <a:lumMod val="10000"/>
                  </a:schemeClr>
                </a:solidFill>
              </a:rPr>
              <a:t>Post Doctoral Research Fellow, Centre for Society and Policy, IISc</a:t>
            </a:r>
          </a:p>
          <a:p>
            <a:r>
              <a:rPr lang="en-US" sz="2400" dirty="0">
                <a:solidFill>
                  <a:schemeClr val="tx2">
                    <a:lumMod val="10000"/>
                  </a:schemeClr>
                </a:solidFill>
              </a:rPr>
              <a:t>Research Interests: Data Policy, Digital Healthcare, Sustainable Development, ICT 4 Society</a:t>
            </a:r>
          </a:p>
          <a:p>
            <a:r>
              <a:rPr lang="en-US" sz="2400" dirty="0">
                <a:solidFill>
                  <a:schemeClr val="tx2">
                    <a:lumMod val="10000"/>
                  </a:schemeClr>
                </a:solidFill>
              </a:rPr>
              <a:t>Teaching Interests: Business Analytics, Spreadsheet Modelling, Marketing Analytics, Management Information Systems</a:t>
            </a:r>
          </a:p>
          <a:p>
            <a:endParaRPr lang="en-IN" sz="16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CD62CD-62E4-0C6D-98CD-A919FE453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51" b="97684" l="9961" r="89844">
                        <a14:foregroundMark x1="48828" y1="8447" x2="48828" y2="8447"/>
                        <a14:foregroundMark x1="48828" y1="8447" x2="48828" y2="8447"/>
                        <a14:foregroundMark x1="48828" y1="8447" x2="48828" y2="8447"/>
                        <a14:foregroundMark x1="47461" y1="3951" x2="47461" y2="3951"/>
                        <a14:foregroundMark x1="47461" y1="3951" x2="47461" y2="3951"/>
                        <a14:foregroundMark x1="47461" y1="3951" x2="47461" y2="3951"/>
                        <a14:foregroundMark x1="27051" y1="35286" x2="27051" y2="35286"/>
                        <a14:foregroundMark x1="27051" y1="35286" x2="27051" y2="35286"/>
                        <a14:foregroundMark x1="24512" y1="35559" x2="24512" y2="35559"/>
                        <a14:foregroundMark x1="24512" y1="35559" x2="24512" y2="35559"/>
                        <a14:foregroundMark x1="24512" y1="35559" x2="24512" y2="35559"/>
                        <a14:foregroundMark x1="27637" y1="34060" x2="27637" y2="34060"/>
                        <a14:foregroundMark x1="27637" y1="34060" x2="27637" y2="34060"/>
                        <a14:foregroundMark x1="27637" y1="34060" x2="27637" y2="34060"/>
                        <a14:foregroundMark x1="27637" y1="34060" x2="27637" y2="34060"/>
                        <a14:foregroundMark x1="23926" y1="34332" x2="31055" y2="33924"/>
                        <a14:foregroundMark x1="31055" y1="33924" x2="31055" y2="33924"/>
                        <a14:foregroundMark x1="39941" y1="35286" x2="39941" y2="35286"/>
                        <a14:foregroundMark x1="39941" y1="35286" x2="39941" y2="35286"/>
                        <a14:foregroundMark x1="38529" y1="90904" x2="39589" y2="91016"/>
                        <a14:foregroundMark x1="23389" y1="89306" x2="24865" y2="89462"/>
                        <a14:foregroundMark x1="17578" y1="88692" x2="20318" y2="88982"/>
                        <a14:foregroundMark x1="76455" y1="93425" x2="82129" y2="91553"/>
                        <a14:foregroundMark x1="81494" y1="90736" x2="80859" y2="89918"/>
                        <a14:foregroundMark x1="82129" y1="91553" x2="81494" y2="90736"/>
                        <a14:foregroundMark x1="39941" y1="63215" x2="41410" y2="63819"/>
                        <a14:foregroundMark x1="63952" y1="68833" x2="65517" y2="67110"/>
                        <a14:foregroundMark x1="40820" y1="78338" x2="40820" y2="78338"/>
                        <a14:foregroundMark x1="44629" y1="78747" x2="44629" y2="78747"/>
                        <a14:foregroundMark x1="44629" y1="78747" x2="44629" y2="78747"/>
                        <a14:foregroundMark x1="47754" y1="77248" x2="47754" y2="77248"/>
                        <a14:foregroundMark x1="47754" y1="77248" x2="47754" y2="77248"/>
                        <a14:foregroundMark x1="58398" y1="75204" x2="58398" y2="75204"/>
                        <a14:foregroundMark x1="58398" y1="75204" x2="58398" y2="75204"/>
                        <a14:foregroundMark x1="49805" y1="58447" x2="49805" y2="58447"/>
                        <a14:foregroundMark x1="49805" y1="58447" x2="49805" y2="58447"/>
                        <a14:foregroundMark x1="59473" y1="61172" x2="59473" y2="61172"/>
                        <a14:foregroundMark x1="66016" y1="34332" x2="72193" y2="35546"/>
                        <a14:foregroundMark x1="80046" y1="39921" x2="80957" y2="40463"/>
                        <a14:foregroundMark x1="74952" y1="36888" x2="76717" y2="37939"/>
                        <a14:foregroundMark x1="80957" y1="40463" x2="82617" y2="44414"/>
                        <a14:foregroundMark x1="55371" y1="26431" x2="60645" y2="30790"/>
                        <a14:foregroundMark x1="42285" y1="34741" x2="38574" y2="34332"/>
                        <a14:foregroundMark x1="24023" y1="95777" x2="28735" y2="96438"/>
                        <a14:foregroundMark x1="60822" y1="97537" x2="69502" y2="95295"/>
                        <a14:foregroundMark x1="22168" y1="73842" x2="22168" y2="73842"/>
                        <a14:foregroundMark x1="22168" y1="73842" x2="22168" y2="73842"/>
                        <a14:foregroundMark x1="40527" y1="58719" x2="40527" y2="58719"/>
                        <a14:foregroundMark x1="40527" y1="58719" x2="40527" y2="58719"/>
                        <a14:foregroundMark x1="40527" y1="58719" x2="40527" y2="58719"/>
                        <a14:foregroundMark x1="40527" y1="58719" x2="40527" y2="58719"/>
                        <a14:foregroundMark x1="45117" y1="61035" x2="45117" y2="61035"/>
                        <a14:foregroundMark x1="45117" y1="61035" x2="45117" y2="61035"/>
                        <a14:foregroundMark x1="45117" y1="61035" x2="45117" y2="61035"/>
                        <a14:foregroundMark x1="49219" y1="62807" x2="49219" y2="62807"/>
                        <a14:foregroundMark x1="49219" y1="62807" x2="49219" y2="62807"/>
                        <a14:foregroundMark x1="52539" y1="62670" x2="52539" y2="62670"/>
                        <a14:foregroundMark x1="52539" y1="62670" x2="52539" y2="62670"/>
                        <a14:foregroundMark x1="55469" y1="57221" x2="55469" y2="57221"/>
                        <a14:foregroundMark x1="55469" y1="57221" x2="55469" y2="57221"/>
                        <a14:foregroundMark x1="51465" y1="74251" x2="51465" y2="74251"/>
                        <a14:foregroundMark x1="51367" y1="74251" x2="51367" y2="74251"/>
                        <a14:foregroundMark x1="48535" y1="75068" x2="48535" y2="75068"/>
                        <a14:foregroundMark x1="48535" y1="75068" x2="48535" y2="75068"/>
                        <a14:foregroundMark x1="64844" y1="77520" x2="64844" y2="77520"/>
                        <a14:foregroundMark x1="64844" y1="77520" x2="64844" y2="77520"/>
                        <a14:foregroundMark x1="68848" y1="77520" x2="68848" y2="77520"/>
                        <a14:foregroundMark x1="68848" y1="77248" x2="68848" y2="77248"/>
                        <a14:foregroundMark x1="32617" y1="78747" x2="32617" y2="78747"/>
                        <a14:foregroundMark x1="32617" y1="78747" x2="32617" y2="78747"/>
                        <a14:foregroundMark x1="33984" y1="74251" x2="33984" y2="74251"/>
                        <a14:foregroundMark x1="34180" y1="73978" x2="34180" y2="73978"/>
                        <a14:foregroundMark x1="72559" y1="79837" x2="72559" y2="79837"/>
                        <a14:foregroundMark x1="72559" y1="79837" x2="72559" y2="79837"/>
                        <a14:foregroundMark x1="75781" y1="79428" x2="75781" y2="79428"/>
                        <a14:foregroundMark x1="75781" y1="79428" x2="75781" y2="79428"/>
                        <a14:foregroundMark x1="79297" y1="79973" x2="79297" y2="79973"/>
                        <a14:foregroundMark x1="79297" y1="79973" x2="79297" y2="79973"/>
                        <a14:foregroundMark x1="61523" y1="59537" x2="61523" y2="59537"/>
                        <a14:foregroundMark x1="61523" y1="59809" x2="61523" y2="59809"/>
                        <a14:foregroundMark x1="59473" y1="75613" x2="59473" y2="75613"/>
                        <a14:foregroundMark x1="59473" y1="75613" x2="59473" y2="75613"/>
                        <a14:foregroundMark x1="41113" y1="74796" x2="41113" y2="74796"/>
                        <a14:foregroundMark x1="41113" y1="74796" x2="41113" y2="74796"/>
                        <a14:foregroundMark x1="38770" y1="74796" x2="38770" y2="74796"/>
                        <a14:foregroundMark x1="38770" y1="74796" x2="38770" y2="74796"/>
                        <a14:foregroundMark x1="46484" y1="77248" x2="46484" y2="77248"/>
                        <a14:foregroundMark x1="46484" y1="77248" x2="46484" y2="77248"/>
                        <a14:foregroundMark x1="64063" y1="71117" x2="64063" y2="71117"/>
                        <a14:foregroundMark x1="64063" y1="71117" x2="64063" y2="71117"/>
                        <a14:backgroundMark x1="42773" y1="29973" x2="42773" y2="29973"/>
                        <a14:backgroundMark x1="42773" y1="29973" x2="42773" y2="29973"/>
                        <a14:backgroundMark x1="41699" y1="31199" x2="41699" y2="31199"/>
                        <a14:backgroundMark x1="41699" y1="31199" x2="41699" y2="31199"/>
                        <a14:backgroundMark x1="55078" y1="30381" x2="55078" y2="30381"/>
                        <a14:backgroundMark x1="55078" y1="30381" x2="55078" y2="30381"/>
                        <a14:backgroundMark x1="55078" y1="30381" x2="55078" y2="30381"/>
                        <a14:backgroundMark x1="55078" y1="30381" x2="55078" y2="30381"/>
                        <a14:backgroundMark x1="52637" y1="31199" x2="53711" y2="32016"/>
                        <a14:backgroundMark x1="28027" y1="97956" x2="67969" y2="99864"/>
                        <a14:backgroundMark x1="62012" y1="97411" x2="62012" y2="97411"/>
                        <a14:backgroundMark x1="62012" y1="97411" x2="62012" y2="97411"/>
                        <a14:backgroundMark x1="61426" y1="97956" x2="61426" y2="97956"/>
                        <a14:backgroundMark x1="61426" y1="97956" x2="61426" y2="97956"/>
                        <a14:backgroundMark x1="81738" y1="90736" x2="81738" y2="90736"/>
                        <a14:backgroundMark x1="81738" y1="90736" x2="81738" y2="90736"/>
                        <a14:backgroundMark x1="29297" y1="86649" x2="37891" y2="88828"/>
                        <a14:backgroundMark x1="37891" y1="88828" x2="59766" y2="88147"/>
                        <a14:backgroundMark x1="59766" y1="88147" x2="66895" y2="84605"/>
                        <a14:backgroundMark x1="77441" y1="67439" x2="64941" y2="47956"/>
                        <a14:backgroundMark x1="64941" y1="47956" x2="50000" y2="44687"/>
                        <a14:backgroundMark x1="25391" y1="59809" x2="31543" y2="52452"/>
                        <a14:backgroundMark x1="31543" y1="52452" x2="36133" y2="62807"/>
                        <a14:backgroundMark x1="36133" y1="62807" x2="38477" y2="63624"/>
                        <a14:backgroundMark x1="42871" y1="69619" x2="63184" y2="70027"/>
                        <a14:backgroundMark x1="19434" y1="69619" x2="20313" y2="83106"/>
                        <a14:backgroundMark x1="20313" y1="83106" x2="29102" y2="90327"/>
                        <a14:backgroundMark x1="29102" y1="90327" x2="38281" y2="91417"/>
                        <a14:backgroundMark x1="38770" y1="92779" x2="59277" y2="93597"/>
                        <a14:backgroundMark x1="59277" y1="93597" x2="76563" y2="93188"/>
                        <a14:backgroundMark x1="76660" y1="38011" x2="79297" y2="40872"/>
                        <a14:backgroundMark x1="48926" y1="65123" x2="42480" y2="61717"/>
                        <a14:backgroundMark x1="42480" y1="61717" x2="42578" y2="61035"/>
                        <a14:backgroundMark x1="65723" y1="68256" x2="71680" y2="61853"/>
                        <a14:backgroundMark x1="22754" y1="91144" x2="19629" y2="87875"/>
                        <a14:backgroundMark x1="21387" y1="87466" x2="23438" y2="89237"/>
                        <a14:backgroundMark x1="59375" y1="59809" x2="59375" y2="59809"/>
                        <a14:backgroundMark x1="59375" y1="59809" x2="59375" y2="59809"/>
                        <a14:backgroundMark x1="59375" y1="57902" x2="59668" y2="59537"/>
                        <a14:backgroundMark x1="48926" y1="58447" x2="48926" y2="58447"/>
                        <a14:backgroundMark x1="48926" y1="58447" x2="48926" y2="58447"/>
                        <a14:backgroundMark x1="48340" y1="58719" x2="48926" y2="57902"/>
                        <a14:backgroundMark x1="40234" y1="79973" x2="40039" y2="75477"/>
                        <a14:backgroundMark x1="44922" y1="78747" x2="45996" y2="78202"/>
                        <a14:backgroundMark x1="47754" y1="77248" x2="47754" y2="75068"/>
                        <a14:backgroundMark x1="47754" y1="78202" x2="47754" y2="77248"/>
                        <a14:backgroundMark x1="58594" y1="75204" x2="58594" y2="75204"/>
                        <a14:backgroundMark x1="58398" y1="75204" x2="58398" y2="75204"/>
                        <a14:backgroundMark x1="42480" y1="63624" x2="48828" y2="66213"/>
                        <a14:backgroundMark x1="50293" y1="68665" x2="50586" y2="67984"/>
                        <a14:backgroundMark x1="41699" y1="64305" x2="41699" y2="64305"/>
                        <a14:backgroundMark x1="41699" y1="64033" x2="41699" y2="64033"/>
                        <a14:backgroundMark x1="41699" y1="64033" x2="41699" y2="64033"/>
                        <a14:backgroundMark x1="41211" y1="64305" x2="42285" y2="64033"/>
                        <a14:backgroundMark x1="48828" y1="66621" x2="52344" y2="68801"/>
                        <a14:backgroundMark x1="64258" y1="69619" x2="63184" y2="69210"/>
                        <a14:backgroundMark x1="65137" y1="68392" x2="67969" y2="63896"/>
                        <a14:backgroundMark x1="74609" y1="36649" x2="74609" y2="36376"/>
                        <a14:backgroundMark x1="74609" y1="36376" x2="74609" y2="36376"/>
                        <a14:backgroundMark x1="71680" y1="36649" x2="75000" y2="36785"/>
                      </a14:backgroundRemoval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184626" y="-127588"/>
            <a:ext cx="956756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883519-D689-4BBD-911C-9810962732DF}"/>
              </a:ext>
            </a:extLst>
          </p:cNvPr>
          <p:cNvSpPr txBox="1"/>
          <p:nvPr/>
        </p:nvSpPr>
        <p:spPr>
          <a:xfrm>
            <a:off x="1312218" y="6858001"/>
            <a:ext cx="9567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hlinkClick r:id="rId5" tooltip="https://kotoba.wiki/t/introduce/1324"/>
              </a:rPr>
              <a:t>This Photo</a:t>
            </a:r>
            <a:r>
              <a:rPr lang="en-IN" sz="1200"/>
              <a:t> by Unknown Author is licensed under </a:t>
            </a:r>
            <a:r>
              <a:rPr lang="en-IN" sz="1200">
                <a:hlinkClick r:id="rId6" tooltip="https://creativecommons.org/licenses/by-sa/3.0/"/>
              </a:rPr>
              <a:t>CC BY-SA</a:t>
            </a:r>
            <a:endParaRPr lang="en-IN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11487664" y="6333199"/>
            <a:ext cx="731600" cy="524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fld id="{00000000-1234-1234-1234-123412341234}" type="slidenum">
              <a:rPr lang="en">
                <a:solidFill>
                  <a:schemeClr val="tx1"/>
                </a:solidFill>
              </a:rPr>
              <a:pPr/>
              <a:t>5</a:t>
            </a:fld>
            <a:endParaRPr>
              <a:solidFill>
                <a:schemeClr val="tx1"/>
              </a:solidFill>
            </a:endParaRPr>
          </a:p>
        </p:txBody>
      </p:sp>
      <p:sp>
        <p:nvSpPr>
          <p:cNvPr id="103" name="Google Shape;103;p19"/>
          <p:cNvSpPr txBox="1">
            <a:spLocks noGrp="1"/>
          </p:cNvSpPr>
          <p:nvPr>
            <p:ph type="ctrTitle" idx="4294967295"/>
          </p:nvPr>
        </p:nvSpPr>
        <p:spPr>
          <a:xfrm>
            <a:off x="375790" y="2872699"/>
            <a:ext cx="9249833" cy="1545167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6400" dirty="0"/>
              <a:t>Business Analytics?</a:t>
            </a:r>
            <a:endParaRPr sz="6400" dirty="0"/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4294967295"/>
          </p:nvPr>
        </p:nvSpPr>
        <p:spPr>
          <a:xfrm>
            <a:off x="-1251632" y="2050390"/>
            <a:ext cx="8271933" cy="1045633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marL="0" indent="0" algn="ctr">
              <a:spcAft>
                <a:spcPts val="1333"/>
              </a:spcAft>
              <a:buNone/>
            </a:pPr>
            <a:r>
              <a:rPr lang="en-US" sz="2933" dirty="0">
                <a:latin typeface="Montserrat Light"/>
                <a:ea typeface="Montserrat Light"/>
                <a:cs typeface="Montserrat Light"/>
                <a:sym typeface="Montserrat Light"/>
              </a:rPr>
              <a:t>What according to you is </a:t>
            </a:r>
            <a:endParaRPr sz="2933" dirty="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9821117" y="2055310"/>
            <a:ext cx="1527455" cy="1547791"/>
          </a:xfrm>
          <a:custGeom>
            <a:avLst/>
            <a:gdLst/>
            <a:ahLst/>
            <a:cxnLst/>
            <a:rect l="l" t="t" r="r" b="b"/>
            <a:pathLst>
              <a:path w="16449" h="16668" extrusionOk="0">
                <a:moveTo>
                  <a:pt x="12288" y="1995"/>
                </a:moveTo>
                <a:lnTo>
                  <a:pt x="12093" y="2117"/>
                </a:lnTo>
                <a:lnTo>
                  <a:pt x="11923" y="2239"/>
                </a:lnTo>
                <a:lnTo>
                  <a:pt x="11655" y="2531"/>
                </a:lnTo>
                <a:lnTo>
                  <a:pt x="11461" y="2433"/>
                </a:lnTo>
                <a:lnTo>
                  <a:pt x="11874" y="2214"/>
                </a:lnTo>
                <a:lnTo>
                  <a:pt x="12288" y="1995"/>
                </a:lnTo>
                <a:close/>
                <a:moveTo>
                  <a:pt x="13261" y="2239"/>
                </a:moveTo>
                <a:lnTo>
                  <a:pt x="13359" y="2263"/>
                </a:lnTo>
                <a:lnTo>
                  <a:pt x="13456" y="2287"/>
                </a:lnTo>
                <a:lnTo>
                  <a:pt x="13529" y="2336"/>
                </a:lnTo>
                <a:lnTo>
                  <a:pt x="13578" y="2433"/>
                </a:lnTo>
                <a:lnTo>
                  <a:pt x="13626" y="2531"/>
                </a:lnTo>
                <a:lnTo>
                  <a:pt x="13675" y="2725"/>
                </a:lnTo>
                <a:lnTo>
                  <a:pt x="13651" y="2896"/>
                </a:lnTo>
                <a:lnTo>
                  <a:pt x="13626" y="3090"/>
                </a:lnTo>
                <a:lnTo>
                  <a:pt x="13578" y="3285"/>
                </a:lnTo>
                <a:lnTo>
                  <a:pt x="13480" y="3480"/>
                </a:lnTo>
                <a:lnTo>
                  <a:pt x="13383" y="3650"/>
                </a:lnTo>
                <a:lnTo>
                  <a:pt x="13188" y="4015"/>
                </a:lnTo>
                <a:lnTo>
                  <a:pt x="12969" y="3674"/>
                </a:lnTo>
                <a:lnTo>
                  <a:pt x="12702" y="3358"/>
                </a:lnTo>
                <a:lnTo>
                  <a:pt x="12410" y="3066"/>
                </a:lnTo>
                <a:lnTo>
                  <a:pt x="12093" y="2823"/>
                </a:lnTo>
                <a:lnTo>
                  <a:pt x="12288" y="2677"/>
                </a:lnTo>
                <a:lnTo>
                  <a:pt x="12483" y="2531"/>
                </a:lnTo>
                <a:lnTo>
                  <a:pt x="12726" y="2385"/>
                </a:lnTo>
                <a:lnTo>
                  <a:pt x="12945" y="2287"/>
                </a:lnTo>
                <a:lnTo>
                  <a:pt x="13164" y="2239"/>
                </a:lnTo>
                <a:close/>
                <a:moveTo>
                  <a:pt x="7981" y="3699"/>
                </a:moveTo>
                <a:lnTo>
                  <a:pt x="7981" y="3723"/>
                </a:lnTo>
                <a:lnTo>
                  <a:pt x="7932" y="3723"/>
                </a:lnTo>
                <a:lnTo>
                  <a:pt x="7908" y="3747"/>
                </a:lnTo>
                <a:lnTo>
                  <a:pt x="7835" y="3796"/>
                </a:lnTo>
                <a:lnTo>
                  <a:pt x="7786" y="3845"/>
                </a:lnTo>
                <a:lnTo>
                  <a:pt x="7738" y="3918"/>
                </a:lnTo>
                <a:lnTo>
                  <a:pt x="7689" y="3991"/>
                </a:lnTo>
                <a:lnTo>
                  <a:pt x="7689" y="4064"/>
                </a:lnTo>
                <a:lnTo>
                  <a:pt x="7689" y="4088"/>
                </a:lnTo>
                <a:lnTo>
                  <a:pt x="7689" y="4112"/>
                </a:lnTo>
                <a:lnTo>
                  <a:pt x="7689" y="4137"/>
                </a:lnTo>
                <a:lnTo>
                  <a:pt x="7689" y="4161"/>
                </a:lnTo>
                <a:lnTo>
                  <a:pt x="7689" y="4307"/>
                </a:lnTo>
                <a:lnTo>
                  <a:pt x="7738" y="4453"/>
                </a:lnTo>
                <a:lnTo>
                  <a:pt x="7786" y="4526"/>
                </a:lnTo>
                <a:lnTo>
                  <a:pt x="7859" y="4574"/>
                </a:lnTo>
                <a:lnTo>
                  <a:pt x="8030" y="4672"/>
                </a:lnTo>
                <a:lnTo>
                  <a:pt x="8176" y="4720"/>
                </a:lnTo>
                <a:lnTo>
                  <a:pt x="8297" y="4720"/>
                </a:lnTo>
                <a:lnTo>
                  <a:pt x="8395" y="4696"/>
                </a:lnTo>
                <a:lnTo>
                  <a:pt x="8492" y="4672"/>
                </a:lnTo>
                <a:lnTo>
                  <a:pt x="8589" y="4599"/>
                </a:lnTo>
                <a:lnTo>
                  <a:pt x="8662" y="4526"/>
                </a:lnTo>
                <a:lnTo>
                  <a:pt x="8711" y="4429"/>
                </a:lnTo>
                <a:lnTo>
                  <a:pt x="8711" y="4307"/>
                </a:lnTo>
                <a:lnTo>
                  <a:pt x="8711" y="4185"/>
                </a:lnTo>
                <a:lnTo>
                  <a:pt x="8662" y="4064"/>
                </a:lnTo>
                <a:lnTo>
                  <a:pt x="8614" y="3942"/>
                </a:lnTo>
                <a:lnTo>
                  <a:pt x="8541" y="3845"/>
                </a:lnTo>
                <a:lnTo>
                  <a:pt x="8468" y="3772"/>
                </a:lnTo>
                <a:lnTo>
                  <a:pt x="8370" y="3723"/>
                </a:lnTo>
                <a:lnTo>
                  <a:pt x="8273" y="3699"/>
                </a:lnTo>
                <a:close/>
                <a:moveTo>
                  <a:pt x="9830" y="3966"/>
                </a:moveTo>
                <a:lnTo>
                  <a:pt x="9709" y="3991"/>
                </a:lnTo>
                <a:lnTo>
                  <a:pt x="9611" y="4064"/>
                </a:lnTo>
                <a:lnTo>
                  <a:pt x="9538" y="4161"/>
                </a:lnTo>
                <a:lnTo>
                  <a:pt x="9514" y="4258"/>
                </a:lnTo>
                <a:lnTo>
                  <a:pt x="9490" y="4356"/>
                </a:lnTo>
                <a:lnTo>
                  <a:pt x="9514" y="4453"/>
                </a:lnTo>
                <a:lnTo>
                  <a:pt x="9563" y="4574"/>
                </a:lnTo>
                <a:lnTo>
                  <a:pt x="9636" y="4647"/>
                </a:lnTo>
                <a:lnTo>
                  <a:pt x="9757" y="4720"/>
                </a:lnTo>
                <a:lnTo>
                  <a:pt x="9879" y="4745"/>
                </a:lnTo>
                <a:lnTo>
                  <a:pt x="10025" y="4696"/>
                </a:lnTo>
                <a:lnTo>
                  <a:pt x="10098" y="4672"/>
                </a:lnTo>
                <a:lnTo>
                  <a:pt x="10147" y="4623"/>
                </a:lnTo>
                <a:lnTo>
                  <a:pt x="10244" y="4502"/>
                </a:lnTo>
                <a:lnTo>
                  <a:pt x="10268" y="4429"/>
                </a:lnTo>
                <a:lnTo>
                  <a:pt x="10268" y="4356"/>
                </a:lnTo>
                <a:lnTo>
                  <a:pt x="10244" y="4234"/>
                </a:lnTo>
                <a:lnTo>
                  <a:pt x="10220" y="4161"/>
                </a:lnTo>
                <a:lnTo>
                  <a:pt x="10147" y="4064"/>
                </a:lnTo>
                <a:lnTo>
                  <a:pt x="10074" y="4015"/>
                </a:lnTo>
                <a:lnTo>
                  <a:pt x="9952" y="3966"/>
                </a:lnTo>
                <a:close/>
                <a:moveTo>
                  <a:pt x="9125" y="5572"/>
                </a:moveTo>
                <a:lnTo>
                  <a:pt x="9003" y="5596"/>
                </a:lnTo>
                <a:lnTo>
                  <a:pt x="8881" y="5669"/>
                </a:lnTo>
                <a:lnTo>
                  <a:pt x="8808" y="5791"/>
                </a:lnTo>
                <a:lnTo>
                  <a:pt x="8784" y="5913"/>
                </a:lnTo>
                <a:lnTo>
                  <a:pt x="8808" y="6034"/>
                </a:lnTo>
                <a:lnTo>
                  <a:pt x="8881" y="6156"/>
                </a:lnTo>
                <a:lnTo>
                  <a:pt x="9003" y="6229"/>
                </a:lnTo>
                <a:lnTo>
                  <a:pt x="9125" y="6253"/>
                </a:lnTo>
                <a:lnTo>
                  <a:pt x="9246" y="6229"/>
                </a:lnTo>
                <a:lnTo>
                  <a:pt x="9368" y="6156"/>
                </a:lnTo>
                <a:lnTo>
                  <a:pt x="9441" y="6034"/>
                </a:lnTo>
                <a:lnTo>
                  <a:pt x="9465" y="5913"/>
                </a:lnTo>
                <a:lnTo>
                  <a:pt x="9441" y="5791"/>
                </a:lnTo>
                <a:lnTo>
                  <a:pt x="9368" y="5669"/>
                </a:lnTo>
                <a:lnTo>
                  <a:pt x="9246" y="5596"/>
                </a:lnTo>
                <a:lnTo>
                  <a:pt x="9125" y="5572"/>
                </a:lnTo>
                <a:close/>
                <a:moveTo>
                  <a:pt x="5013" y="9441"/>
                </a:moveTo>
                <a:lnTo>
                  <a:pt x="4842" y="9538"/>
                </a:lnTo>
                <a:lnTo>
                  <a:pt x="4672" y="9684"/>
                </a:lnTo>
                <a:lnTo>
                  <a:pt x="4502" y="9855"/>
                </a:lnTo>
                <a:lnTo>
                  <a:pt x="4356" y="10025"/>
                </a:lnTo>
                <a:lnTo>
                  <a:pt x="4112" y="10414"/>
                </a:lnTo>
                <a:lnTo>
                  <a:pt x="3918" y="10779"/>
                </a:lnTo>
                <a:lnTo>
                  <a:pt x="3723" y="11144"/>
                </a:lnTo>
                <a:lnTo>
                  <a:pt x="3650" y="11363"/>
                </a:lnTo>
                <a:lnTo>
                  <a:pt x="3553" y="11582"/>
                </a:lnTo>
                <a:lnTo>
                  <a:pt x="3504" y="11826"/>
                </a:lnTo>
                <a:lnTo>
                  <a:pt x="3480" y="12045"/>
                </a:lnTo>
                <a:lnTo>
                  <a:pt x="3480" y="12239"/>
                </a:lnTo>
                <a:lnTo>
                  <a:pt x="3528" y="12337"/>
                </a:lnTo>
                <a:lnTo>
                  <a:pt x="3577" y="12410"/>
                </a:lnTo>
                <a:lnTo>
                  <a:pt x="3601" y="12434"/>
                </a:lnTo>
                <a:lnTo>
                  <a:pt x="3626" y="12458"/>
                </a:lnTo>
                <a:lnTo>
                  <a:pt x="3650" y="12434"/>
                </a:lnTo>
                <a:lnTo>
                  <a:pt x="3674" y="12410"/>
                </a:lnTo>
                <a:lnTo>
                  <a:pt x="3747" y="12288"/>
                </a:lnTo>
                <a:lnTo>
                  <a:pt x="3772" y="12166"/>
                </a:lnTo>
                <a:lnTo>
                  <a:pt x="3820" y="11874"/>
                </a:lnTo>
                <a:lnTo>
                  <a:pt x="3869" y="11631"/>
                </a:lnTo>
                <a:lnTo>
                  <a:pt x="3966" y="11388"/>
                </a:lnTo>
                <a:lnTo>
                  <a:pt x="4137" y="10925"/>
                </a:lnTo>
                <a:lnTo>
                  <a:pt x="4331" y="10536"/>
                </a:lnTo>
                <a:lnTo>
                  <a:pt x="4575" y="10171"/>
                </a:lnTo>
                <a:lnTo>
                  <a:pt x="4818" y="9830"/>
                </a:lnTo>
                <a:lnTo>
                  <a:pt x="5061" y="9490"/>
                </a:lnTo>
                <a:lnTo>
                  <a:pt x="5061" y="9465"/>
                </a:lnTo>
                <a:lnTo>
                  <a:pt x="5061" y="9441"/>
                </a:lnTo>
                <a:close/>
                <a:moveTo>
                  <a:pt x="9003" y="2287"/>
                </a:moveTo>
                <a:lnTo>
                  <a:pt x="9319" y="2312"/>
                </a:lnTo>
                <a:lnTo>
                  <a:pt x="9611" y="2360"/>
                </a:lnTo>
                <a:lnTo>
                  <a:pt x="9928" y="2409"/>
                </a:lnTo>
                <a:lnTo>
                  <a:pt x="10220" y="2482"/>
                </a:lnTo>
                <a:lnTo>
                  <a:pt x="10512" y="2579"/>
                </a:lnTo>
                <a:lnTo>
                  <a:pt x="10804" y="2677"/>
                </a:lnTo>
                <a:lnTo>
                  <a:pt x="11071" y="2798"/>
                </a:lnTo>
                <a:lnTo>
                  <a:pt x="11339" y="2944"/>
                </a:lnTo>
                <a:lnTo>
                  <a:pt x="11582" y="3066"/>
                </a:lnTo>
                <a:lnTo>
                  <a:pt x="11826" y="3236"/>
                </a:lnTo>
                <a:lnTo>
                  <a:pt x="12020" y="3382"/>
                </a:lnTo>
                <a:lnTo>
                  <a:pt x="12215" y="3577"/>
                </a:lnTo>
                <a:lnTo>
                  <a:pt x="12580" y="3966"/>
                </a:lnTo>
                <a:lnTo>
                  <a:pt x="12921" y="4380"/>
                </a:lnTo>
                <a:lnTo>
                  <a:pt x="12410" y="5012"/>
                </a:lnTo>
                <a:lnTo>
                  <a:pt x="11874" y="5596"/>
                </a:lnTo>
                <a:lnTo>
                  <a:pt x="11339" y="6180"/>
                </a:lnTo>
                <a:lnTo>
                  <a:pt x="10804" y="6764"/>
                </a:lnTo>
                <a:lnTo>
                  <a:pt x="9684" y="7908"/>
                </a:lnTo>
                <a:lnTo>
                  <a:pt x="9149" y="8492"/>
                </a:lnTo>
                <a:lnTo>
                  <a:pt x="8614" y="9076"/>
                </a:lnTo>
                <a:lnTo>
                  <a:pt x="6667" y="11217"/>
                </a:lnTo>
                <a:lnTo>
                  <a:pt x="6302" y="11631"/>
                </a:lnTo>
                <a:lnTo>
                  <a:pt x="5889" y="12045"/>
                </a:lnTo>
                <a:lnTo>
                  <a:pt x="5499" y="12410"/>
                </a:lnTo>
                <a:lnTo>
                  <a:pt x="5061" y="12774"/>
                </a:lnTo>
                <a:lnTo>
                  <a:pt x="5061" y="12774"/>
                </a:lnTo>
                <a:lnTo>
                  <a:pt x="5110" y="12677"/>
                </a:lnTo>
                <a:lnTo>
                  <a:pt x="5329" y="12166"/>
                </a:lnTo>
                <a:lnTo>
                  <a:pt x="5572" y="11631"/>
                </a:lnTo>
                <a:lnTo>
                  <a:pt x="5597" y="11582"/>
                </a:lnTo>
                <a:lnTo>
                  <a:pt x="5548" y="11558"/>
                </a:lnTo>
                <a:lnTo>
                  <a:pt x="5499" y="11534"/>
                </a:lnTo>
                <a:lnTo>
                  <a:pt x="5475" y="11582"/>
                </a:lnTo>
                <a:lnTo>
                  <a:pt x="5183" y="11996"/>
                </a:lnTo>
                <a:lnTo>
                  <a:pt x="4915" y="12434"/>
                </a:lnTo>
                <a:lnTo>
                  <a:pt x="4745" y="12750"/>
                </a:lnTo>
                <a:lnTo>
                  <a:pt x="4648" y="12920"/>
                </a:lnTo>
                <a:lnTo>
                  <a:pt x="4599" y="13091"/>
                </a:lnTo>
                <a:lnTo>
                  <a:pt x="4477" y="13188"/>
                </a:lnTo>
                <a:lnTo>
                  <a:pt x="4404" y="13115"/>
                </a:lnTo>
                <a:lnTo>
                  <a:pt x="4258" y="13042"/>
                </a:lnTo>
                <a:lnTo>
                  <a:pt x="4331" y="12750"/>
                </a:lnTo>
                <a:lnTo>
                  <a:pt x="4404" y="12507"/>
                </a:lnTo>
                <a:lnTo>
                  <a:pt x="4526" y="12264"/>
                </a:lnTo>
                <a:lnTo>
                  <a:pt x="4769" y="11801"/>
                </a:lnTo>
                <a:lnTo>
                  <a:pt x="5232" y="11071"/>
                </a:lnTo>
                <a:lnTo>
                  <a:pt x="5694" y="10366"/>
                </a:lnTo>
                <a:lnTo>
                  <a:pt x="5718" y="10341"/>
                </a:lnTo>
                <a:lnTo>
                  <a:pt x="5694" y="10317"/>
                </a:lnTo>
                <a:lnTo>
                  <a:pt x="5670" y="10293"/>
                </a:lnTo>
                <a:lnTo>
                  <a:pt x="5645" y="10317"/>
                </a:lnTo>
                <a:lnTo>
                  <a:pt x="5037" y="11047"/>
                </a:lnTo>
                <a:lnTo>
                  <a:pt x="4745" y="11412"/>
                </a:lnTo>
                <a:lnTo>
                  <a:pt x="4477" y="11801"/>
                </a:lnTo>
                <a:lnTo>
                  <a:pt x="4331" y="12020"/>
                </a:lnTo>
                <a:lnTo>
                  <a:pt x="4185" y="12288"/>
                </a:lnTo>
                <a:lnTo>
                  <a:pt x="4064" y="12556"/>
                </a:lnTo>
                <a:lnTo>
                  <a:pt x="3966" y="12847"/>
                </a:lnTo>
                <a:lnTo>
                  <a:pt x="3674" y="12604"/>
                </a:lnTo>
                <a:lnTo>
                  <a:pt x="3407" y="12312"/>
                </a:lnTo>
                <a:lnTo>
                  <a:pt x="3188" y="11996"/>
                </a:lnTo>
                <a:lnTo>
                  <a:pt x="2969" y="11655"/>
                </a:lnTo>
                <a:lnTo>
                  <a:pt x="3066" y="11436"/>
                </a:lnTo>
                <a:lnTo>
                  <a:pt x="3139" y="11193"/>
                </a:lnTo>
                <a:lnTo>
                  <a:pt x="3236" y="10950"/>
                </a:lnTo>
                <a:lnTo>
                  <a:pt x="3358" y="10706"/>
                </a:lnTo>
                <a:lnTo>
                  <a:pt x="3626" y="10220"/>
                </a:lnTo>
                <a:lnTo>
                  <a:pt x="3869" y="9782"/>
                </a:lnTo>
                <a:lnTo>
                  <a:pt x="4161" y="9368"/>
                </a:lnTo>
                <a:lnTo>
                  <a:pt x="4453" y="8954"/>
                </a:lnTo>
                <a:lnTo>
                  <a:pt x="4769" y="8565"/>
                </a:lnTo>
                <a:lnTo>
                  <a:pt x="4794" y="8541"/>
                </a:lnTo>
                <a:lnTo>
                  <a:pt x="4769" y="8516"/>
                </a:lnTo>
                <a:lnTo>
                  <a:pt x="4745" y="8492"/>
                </a:lnTo>
                <a:lnTo>
                  <a:pt x="4721" y="8492"/>
                </a:lnTo>
                <a:lnTo>
                  <a:pt x="4331" y="8808"/>
                </a:lnTo>
                <a:lnTo>
                  <a:pt x="3991" y="9149"/>
                </a:lnTo>
                <a:lnTo>
                  <a:pt x="3699" y="9514"/>
                </a:lnTo>
                <a:lnTo>
                  <a:pt x="3407" y="9928"/>
                </a:lnTo>
                <a:lnTo>
                  <a:pt x="3236" y="10195"/>
                </a:lnTo>
                <a:lnTo>
                  <a:pt x="3042" y="10512"/>
                </a:lnTo>
                <a:lnTo>
                  <a:pt x="2871" y="10852"/>
                </a:lnTo>
                <a:lnTo>
                  <a:pt x="2798" y="11047"/>
                </a:lnTo>
                <a:lnTo>
                  <a:pt x="2750" y="11217"/>
                </a:lnTo>
                <a:lnTo>
                  <a:pt x="2579" y="10852"/>
                </a:lnTo>
                <a:lnTo>
                  <a:pt x="2458" y="10487"/>
                </a:lnTo>
                <a:lnTo>
                  <a:pt x="2579" y="10341"/>
                </a:lnTo>
                <a:lnTo>
                  <a:pt x="2652" y="10195"/>
                </a:lnTo>
                <a:lnTo>
                  <a:pt x="2798" y="9830"/>
                </a:lnTo>
                <a:lnTo>
                  <a:pt x="3236" y="8954"/>
                </a:lnTo>
                <a:lnTo>
                  <a:pt x="3455" y="8565"/>
                </a:lnTo>
                <a:lnTo>
                  <a:pt x="3699" y="8200"/>
                </a:lnTo>
                <a:lnTo>
                  <a:pt x="3966" y="7835"/>
                </a:lnTo>
                <a:lnTo>
                  <a:pt x="4185" y="7446"/>
                </a:lnTo>
                <a:lnTo>
                  <a:pt x="4210" y="7421"/>
                </a:lnTo>
                <a:lnTo>
                  <a:pt x="4185" y="7397"/>
                </a:lnTo>
                <a:lnTo>
                  <a:pt x="4161" y="7373"/>
                </a:lnTo>
                <a:lnTo>
                  <a:pt x="4137" y="7397"/>
                </a:lnTo>
                <a:lnTo>
                  <a:pt x="3966" y="7494"/>
                </a:lnTo>
                <a:lnTo>
                  <a:pt x="3820" y="7640"/>
                </a:lnTo>
                <a:lnTo>
                  <a:pt x="3674" y="7786"/>
                </a:lnTo>
                <a:lnTo>
                  <a:pt x="3528" y="7957"/>
                </a:lnTo>
                <a:lnTo>
                  <a:pt x="3285" y="8346"/>
                </a:lnTo>
                <a:lnTo>
                  <a:pt x="3066" y="8687"/>
                </a:lnTo>
                <a:lnTo>
                  <a:pt x="2798" y="9198"/>
                </a:lnTo>
                <a:lnTo>
                  <a:pt x="2555" y="9709"/>
                </a:lnTo>
                <a:lnTo>
                  <a:pt x="2458" y="9928"/>
                </a:lnTo>
                <a:lnTo>
                  <a:pt x="2360" y="10171"/>
                </a:lnTo>
                <a:lnTo>
                  <a:pt x="2239" y="9757"/>
                </a:lnTo>
                <a:lnTo>
                  <a:pt x="2166" y="9368"/>
                </a:lnTo>
                <a:lnTo>
                  <a:pt x="2239" y="9173"/>
                </a:lnTo>
                <a:lnTo>
                  <a:pt x="2385" y="8833"/>
                </a:lnTo>
                <a:lnTo>
                  <a:pt x="2555" y="8492"/>
                </a:lnTo>
                <a:lnTo>
                  <a:pt x="2725" y="8176"/>
                </a:lnTo>
                <a:lnTo>
                  <a:pt x="2920" y="7859"/>
                </a:lnTo>
                <a:lnTo>
                  <a:pt x="3309" y="7300"/>
                </a:lnTo>
                <a:lnTo>
                  <a:pt x="3528" y="7056"/>
                </a:lnTo>
                <a:lnTo>
                  <a:pt x="3747" y="6789"/>
                </a:lnTo>
                <a:lnTo>
                  <a:pt x="3893" y="6667"/>
                </a:lnTo>
                <a:lnTo>
                  <a:pt x="4088" y="6545"/>
                </a:lnTo>
                <a:lnTo>
                  <a:pt x="4234" y="6399"/>
                </a:lnTo>
                <a:lnTo>
                  <a:pt x="4380" y="6253"/>
                </a:lnTo>
                <a:lnTo>
                  <a:pt x="4356" y="6229"/>
                </a:lnTo>
                <a:lnTo>
                  <a:pt x="4283" y="6205"/>
                </a:lnTo>
                <a:lnTo>
                  <a:pt x="4185" y="6180"/>
                </a:lnTo>
                <a:lnTo>
                  <a:pt x="4064" y="6229"/>
                </a:lnTo>
                <a:lnTo>
                  <a:pt x="3942" y="6278"/>
                </a:lnTo>
                <a:lnTo>
                  <a:pt x="3820" y="6375"/>
                </a:lnTo>
                <a:lnTo>
                  <a:pt x="3699" y="6472"/>
                </a:lnTo>
                <a:lnTo>
                  <a:pt x="3455" y="6716"/>
                </a:lnTo>
                <a:lnTo>
                  <a:pt x="3236" y="6983"/>
                </a:lnTo>
                <a:lnTo>
                  <a:pt x="3017" y="7251"/>
                </a:lnTo>
                <a:lnTo>
                  <a:pt x="2750" y="7640"/>
                </a:lnTo>
                <a:lnTo>
                  <a:pt x="2579" y="7908"/>
                </a:lnTo>
                <a:lnTo>
                  <a:pt x="2409" y="8176"/>
                </a:lnTo>
                <a:lnTo>
                  <a:pt x="2239" y="8468"/>
                </a:lnTo>
                <a:lnTo>
                  <a:pt x="2093" y="8784"/>
                </a:lnTo>
                <a:lnTo>
                  <a:pt x="2093" y="8565"/>
                </a:lnTo>
                <a:lnTo>
                  <a:pt x="2093" y="8224"/>
                </a:lnTo>
                <a:lnTo>
                  <a:pt x="2239" y="7835"/>
                </a:lnTo>
                <a:lnTo>
                  <a:pt x="2385" y="7567"/>
                </a:lnTo>
                <a:lnTo>
                  <a:pt x="2506" y="7324"/>
                </a:lnTo>
                <a:lnTo>
                  <a:pt x="2823" y="6837"/>
                </a:lnTo>
                <a:lnTo>
                  <a:pt x="3139" y="6375"/>
                </a:lnTo>
                <a:lnTo>
                  <a:pt x="3309" y="6156"/>
                </a:lnTo>
                <a:lnTo>
                  <a:pt x="3504" y="5961"/>
                </a:lnTo>
                <a:lnTo>
                  <a:pt x="3723" y="5742"/>
                </a:lnTo>
                <a:lnTo>
                  <a:pt x="3942" y="5572"/>
                </a:lnTo>
                <a:lnTo>
                  <a:pt x="4161" y="5402"/>
                </a:lnTo>
                <a:lnTo>
                  <a:pt x="4404" y="5256"/>
                </a:lnTo>
                <a:lnTo>
                  <a:pt x="4429" y="5207"/>
                </a:lnTo>
                <a:lnTo>
                  <a:pt x="4429" y="5158"/>
                </a:lnTo>
                <a:lnTo>
                  <a:pt x="4380" y="5110"/>
                </a:lnTo>
                <a:lnTo>
                  <a:pt x="4331" y="5110"/>
                </a:lnTo>
                <a:lnTo>
                  <a:pt x="4088" y="5207"/>
                </a:lnTo>
                <a:lnTo>
                  <a:pt x="3845" y="5353"/>
                </a:lnTo>
                <a:lnTo>
                  <a:pt x="3626" y="5499"/>
                </a:lnTo>
                <a:lnTo>
                  <a:pt x="3431" y="5645"/>
                </a:lnTo>
                <a:lnTo>
                  <a:pt x="3236" y="5840"/>
                </a:lnTo>
                <a:lnTo>
                  <a:pt x="3042" y="6034"/>
                </a:lnTo>
                <a:lnTo>
                  <a:pt x="2701" y="6424"/>
                </a:lnTo>
                <a:lnTo>
                  <a:pt x="2409" y="6837"/>
                </a:lnTo>
                <a:lnTo>
                  <a:pt x="2166" y="7251"/>
                </a:lnTo>
                <a:lnTo>
                  <a:pt x="2239" y="6910"/>
                </a:lnTo>
                <a:lnTo>
                  <a:pt x="2312" y="6570"/>
                </a:lnTo>
                <a:lnTo>
                  <a:pt x="2409" y="6229"/>
                </a:lnTo>
                <a:lnTo>
                  <a:pt x="2531" y="5888"/>
                </a:lnTo>
                <a:lnTo>
                  <a:pt x="2774" y="5621"/>
                </a:lnTo>
                <a:lnTo>
                  <a:pt x="3042" y="5402"/>
                </a:lnTo>
                <a:lnTo>
                  <a:pt x="3626" y="4964"/>
                </a:lnTo>
                <a:lnTo>
                  <a:pt x="3650" y="4915"/>
                </a:lnTo>
                <a:lnTo>
                  <a:pt x="3650" y="4866"/>
                </a:lnTo>
                <a:lnTo>
                  <a:pt x="3626" y="4818"/>
                </a:lnTo>
                <a:lnTo>
                  <a:pt x="3407" y="4818"/>
                </a:lnTo>
                <a:lnTo>
                  <a:pt x="3261" y="4866"/>
                </a:lnTo>
                <a:lnTo>
                  <a:pt x="3090" y="4939"/>
                </a:lnTo>
                <a:lnTo>
                  <a:pt x="2944" y="5012"/>
                </a:lnTo>
                <a:lnTo>
                  <a:pt x="3236" y="4574"/>
                </a:lnTo>
                <a:lnTo>
                  <a:pt x="3577" y="4161"/>
                </a:lnTo>
                <a:lnTo>
                  <a:pt x="3747" y="3966"/>
                </a:lnTo>
                <a:lnTo>
                  <a:pt x="3942" y="3796"/>
                </a:lnTo>
                <a:lnTo>
                  <a:pt x="4137" y="3626"/>
                </a:lnTo>
                <a:lnTo>
                  <a:pt x="4356" y="3480"/>
                </a:lnTo>
                <a:lnTo>
                  <a:pt x="4623" y="3309"/>
                </a:lnTo>
                <a:lnTo>
                  <a:pt x="4867" y="3163"/>
                </a:lnTo>
                <a:lnTo>
                  <a:pt x="5426" y="2896"/>
                </a:lnTo>
                <a:lnTo>
                  <a:pt x="5986" y="2677"/>
                </a:lnTo>
                <a:lnTo>
                  <a:pt x="6594" y="2506"/>
                </a:lnTo>
                <a:lnTo>
                  <a:pt x="7178" y="2385"/>
                </a:lnTo>
                <a:lnTo>
                  <a:pt x="7786" y="2312"/>
                </a:lnTo>
                <a:lnTo>
                  <a:pt x="8419" y="2287"/>
                </a:lnTo>
                <a:close/>
                <a:moveTo>
                  <a:pt x="2506" y="11947"/>
                </a:moveTo>
                <a:lnTo>
                  <a:pt x="2798" y="12410"/>
                </a:lnTo>
                <a:lnTo>
                  <a:pt x="2969" y="12628"/>
                </a:lnTo>
                <a:lnTo>
                  <a:pt x="3139" y="12823"/>
                </a:lnTo>
                <a:lnTo>
                  <a:pt x="3334" y="12993"/>
                </a:lnTo>
                <a:lnTo>
                  <a:pt x="3528" y="13188"/>
                </a:lnTo>
                <a:lnTo>
                  <a:pt x="3723" y="13334"/>
                </a:lnTo>
                <a:lnTo>
                  <a:pt x="3918" y="13480"/>
                </a:lnTo>
                <a:lnTo>
                  <a:pt x="3528" y="13675"/>
                </a:lnTo>
                <a:lnTo>
                  <a:pt x="3309" y="13748"/>
                </a:lnTo>
                <a:lnTo>
                  <a:pt x="3090" y="13821"/>
                </a:lnTo>
                <a:lnTo>
                  <a:pt x="2871" y="13845"/>
                </a:lnTo>
                <a:lnTo>
                  <a:pt x="2677" y="13845"/>
                </a:lnTo>
                <a:lnTo>
                  <a:pt x="2506" y="13796"/>
                </a:lnTo>
                <a:lnTo>
                  <a:pt x="2409" y="13772"/>
                </a:lnTo>
                <a:lnTo>
                  <a:pt x="2336" y="13723"/>
                </a:lnTo>
                <a:lnTo>
                  <a:pt x="2239" y="13626"/>
                </a:lnTo>
                <a:lnTo>
                  <a:pt x="2190" y="13553"/>
                </a:lnTo>
                <a:lnTo>
                  <a:pt x="2141" y="13456"/>
                </a:lnTo>
                <a:lnTo>
                  <a:pt x="2117" y="13358"/>
                </a:lnTo>
                <a:lnTo>
                  <a:pt x="2117" y="13139"/>
                </a:lnTo>
                <a:lnTo>
                  <a:pt x="2166" y="12896"/>
                </a:lnTo>
                <a:lnTo>
                  <a:pt x="2239" y="12653"/>
                </a:lnTo>
                <a:lnTo>
                  <a:pt x="2336" y="12410"/>
                </a:lnTo>
                <a:lnTo>
                  <a:pt x="2506" y="11947"/>
                </a:lnTo>
                <a:close/>
                <a:moveTo>
                  <a:pt x="14064" y="6570"/>
                </a:moveTo>
                <a:lnTo>
                  <a:pt x="14113" y="6740"/>
                </a:lnTo>
                <a:lnTo>
                  <a:pt x="14162" y="6910"/>
                </a:lnTo>
                <a:lnTo>
                  <a:pt x="14210" y="7105"/>
                </a:lnTo>
                <a:lnTo>
                  <a:pt x="14235" y="7324"/>
                </a:lnTo>
                <a:lnTo>
                  <a:pt x="14235" y="7713"/>
                </a:lnTo>
                <a:lnTo>
                  <a:pt x="14235" y="8078"/>
                </a:lnTo>
                <a:lnTo>
                  <a:pt x="14235" y="8541"/>
                </a:lnTo>
                <a:lnTo>
                  <a:pt x="14210" y="9003"/>
                </a:lnTo>
                <a:lnTo>
                  <a:pt x="14162" y="9465"/>
                </a:lnTo>
                <a:lnTo>
                  <a:pt x="14064" y="9928"/>
                </a:lnTo>
                <a:lnTo>
                  <a:pt x="13943" y="10341"/>
                </a:lnTo>
                <a:lnTo>
                  <a:pt x="13797" y="10731"/>
                </a:lnTo>
                <a:lnTo>
                  <a:pt x="13602" y="11120"/>
                </a:lnTo>
                <a:lnTo>
                  <a:pt x="13383" y="11485"/>
                </a:lnTo>
                <a:lnTo>
                  <a:pt x="13140" y="11850"/>
                </a:lnTo>
                <a:lnTo>
                  <a:pt x="12848" y="12166"/>
                </a:lnTo>
                <a:lnTo>
                  <a:pt x="12556" y="12483"/>
                </a:lnTo>
                <a:lnTo>
                  <a:pt x="12239" y="12799"/>
                </a:lnTo>
                <a:lnTo>
                  <a:pt x="12191" y="12726"/>
                </a:lnTo>
                <a:lnTo>
                  <a:pt x="12142" y="12701"/>
                </a:lnTo>
                <a:lnTo>
                  <a:pt x="12020" y="12628"/>
                </a:lnTo>
                <a:lnTo>
                  <a:pt x="11972" y="12628"/>
                </a:lnTo>
                <a:lnTo>
                  <a:pt x="11947" y="12653"/>
                </a:lnTo>
                <a:lnTo>
                  <a:pt x="11947" y="12677"/>
                </a:lnTo>
                <a:lnTo>
                  <a:pt x="11947" y="12726"/>
                </a:lnTo>
                <a:lnTo>
                  <a:pt x="11996" y="12774"/>
                </a:lnTo>
                <a:lnTo>
                  <a:pt x="12020" y="12823"/>
                </a:lnTo>
                <a:lnTo>
                  <a:pt x="12045" y="12969"/>
                </a:lnTo>
                <a:lnTo>
                  <a:pt x="11680" y="13237"/>
                </a:lnTo>
                <a:lnTo>
                  <a:pt x="11582" y="13018"/>
                </a:lnTo>
                <a:lnTo>
                  <a:pt x="11558" y="12896"/>
                </a:lnTo>
                <a:lnTo>
                  <a:pt x="11534" y="12774"/>
                </a:lnTo>
                <a:lnTo>
                  <a:pt x="11509" y="12726"/>
                </a:lnTo>
                <a:lnTo>
                  <a:pt x="11461" y="12701"/>
                </a:lnTo>
                <a:lnTo>
                  <a:pt x="11412" y="12726"/>
                </a:lnTo>
                <a:lnTo>
                  <a:pt x="11388" y="12774"/>
                </a:lnTo>
                <a:lnTo>
                  <a:pt x="11363" y="13115"/>
                </a:lnTo>
                <a:lnTo>
                  <a:pt x="11363" y="13285"/>
                </a:lnTo>
                <a:lnTo>
                  <a:pt x="11388" y="13431"/>
                </a:lnTo>
                <a:lnTo>
                  <a:pt x="11266" y="13529"/>
                </a:lnTo>
                <a:lnTo>
                  <a:pt x="11096" y="13626"/>
                </a:lnTo>
                <a:lnTo>
                  <a:pt x="11023" y="13310"/>
                </a:lnTo>
                <a:lnTo>
                  <a:pt x="10925" y="12993"/>
                </a:lnTo>
                <a:lnTo>
                  <a:pt x="10877" y="12969"/>
                </a:lnTo>
                <a:lnTo>
                  <a:pt x="10828" y="12993"/>
                </a:lnTo>
                <a:lnTo>
                  <a:pt x="10779" y="13188"/>
                </a:lnTo>
                <a:lnTo>
                  <a:pt x="10779" y="13383"/>
                </a:lnTo>
                <a:lnTo>
                  <a:pt x="10804" y="13577"/>
                </a:lnTo>
                <a:lnTo>
                  <a:pt x="10852" y="13772"/>
                </a:lnTo>
                <a:lnTo>
                  <a:pt x="10487" y="13918"/>
                </a:lnTo>
                <a:lnTo>
                  <a:pt x="10487" y="13821"/>
                </a:lnTo>
                <a:lnTo>
                  <a:pt x="10463" y="13480"/>
                </a:lnTo>
                <a:lnTo>
                  <a:pt x="10439" y="13310"/>
                </a:lnTo>
                <a:lnTo>
                  <a:pt x="10414" y="13139"/>
                </a:lnTo>
                <a:lnTo>
                  <a:pt x="10390" y="13091"/>
                </a:lnTo>
                <a:lnTo>
                  <a:pt x="10293" y="13091"/>
                </a:lnTo>
                <a:lnTo>
                  <a:pt x="10268" y="13139"/>
                </a:lnTo>
                <a:lnTo>
                  <a:pt x="10195" y="13480"/>
                </a:lnTo>
                <a:lnTo>
                  <a:pt x="10195" y="13821"/>
                </a:lnTo>
                <a:lnTo>
                  <a:pt x="10171" y="14040"/>
                </a:lnTo>
                <a:lnTo>
                  <a:pt x="9782" y="14186"/>
                </a:lnTo>
                <a:lnTo>
                  <a:pt x="9806" y="13845"/>
                </a:lnTo>
                <a:lnTo>
                  <a:pt x="9879" y="13504"/>
                </a:lnTo>
                <a:lnTo>
                  <a:pt x="9928" y="13164"/>
                </a:lnTo>
                <a:lnTo>
                  <a:pt x="9952" y="12823"/>
                </a:lnTo>
                <a:lnTo>
                  <a:pt x="9952" y="12774"/>
                </a:lnTo>
                <a:lnTo>
                  <a:pt x="9928" y="12750"/>
                </a:lnTo>
                <a:lnTo>
                  <a:pt x="9879" y="12726"/>
                </a:lnTo>
                <a:lnTo>
                  <a:pt x="9806" y="12750"/>
                </a:lnTo>
                <a:lnTo>
                  <a:pt x="9757" y="12799"/>
                </a:lnTo>
                <a:lnTo>
                  <a:pt x="9636" y="13139"/>
                </a:lnTo>
                <a:lnTo>
                  <a:pt x="9490" y="13504"/>
                </a:lnTo>
                <a:lnTo>
                  <a:pt x="9417" y="13894"/>
                </a:lnTo>
                <a:lnTo>
                  <a:pt x="9392" y="14088"/>
                </a:lnTo>
                <a:lnTo>
                  <a:pt x="9368" y="14283"/>
                </a:lnTo>
                <a:lnTo>
                  <a:pt x="9125" y="14332"/>
                </a:lnTo>
                <a:lnTo>
                  <a:pt x="9125" y="14064"/>
                </a:lnTo>
                <a:lnTo>
                  <a:pt x="9149" y="13821"/>
                </a:lnTo>
                <a:lnTo>
                  <a:pt x="9173" y="13431"/>
                </a:lnTo>
                <a:lnTo>
                  <a:pt x="9222" y="13237"/>
                </a:lnTo>
                <a:lnTo>
                  <a:pt x="9246" y="13139"/>
                </a:lnTo>
                <a:lnTo>
                  <a:pt x="9295" y="13091"/>
                </a:lnTo>
                <a:lnTo>
                  <a:pt x="9295" y="13066"/>
                </a:lnTo>
                <a:lnTo>
                  <a:pt x="9295" y="13042"/>
                </a:lnTo>
                <a:lnTo>
                  <a:pt x="9246" y="13042"/>
                </a:lnTo>
                <a:lnTo>
                  <a:pt x="9173" y="13091"/>
                </a:lnTo>
                <a:lnTo>
                  <a:pt x="9125" y="13139"/>
                </a:lnTo>
                <a:lnTo>
                  <a:pt x="9027" y="13310"/>
                </a:lnTo>
                <a:lnTo>
                  <a:pt x="8954" y="13480"/>
                </a:lnTo>
                <a:lnTo>
                  <a:pt x="8906" y="13650"/>
                </a:lnTo>
                <a:lnTo>
                  <a:pt x="8808" y="13991"/>
                </a:lnTo>
                <a:lnTo>
                  <a:pt x="8784" y="14210"/>
                </a:lnTo>
                <a:lnTo>
                  <a:pt x="8784" y="14405"/>
                </a:lnTo>
                <a:lnTo>
                  <a:pt x="8443" y="14453"/>
                </a:lnTo>
                <a:lnTo>
                  <a:pt x="8443" y="14332"/>
                </a:lnTo>
                <a:lnTo>
                  <a:pt x="8492" y="13894"/>
                </a:lnTo>
                <a:lnTo>
                  <a:pt x="8589" y="13456"/>
                </a:lnTo>
                <a:lnTo>
                  <a:pt x="8735" y="13042"/>
                </a:lnTo>
                <a:lnTo>
                  <a:pt x="8833" y="12847"/>
                </a:lnTo>
                <a:lnTo>
                  <a:pt x="8930" y="12653"/>
                </a:lnTo>
                <a:lnTo>
                  <a:pt x="8930" y="12628"/>
                </a:lnTo>
                <a:lnTo>
                  <a:pt x="8906" y="12580"/>
                </a:lnTo>
                <a:lnTo>
                  <a:pt x="8881" y="12580"/>
                </a:lnTo>
                <a:lnTo>
                  <a:pt x="8857" y="12604"/>
                </a:lnTo>
                <a:lnTo>
                  <a:pt x="8687" y="12799"/>
                </a:lnTo>
                <a:lnTo>
                  <a:pt x="8516" y="12993"/>
                </a:lnTo>
                <a:lnTo>
                  <a:pt x="8395" y="13237"/>
                </a:lnTo>
                <a:lnTo>
                  <a:pt x="8297" y="13456"/>
                </a:lnTo>
                <a:lnTo>
                  <a:pt x="8200" y="13723"/>
                </a:lnTo>
                <a:lnTo>
                  <a:pt x="8127" y="13967"/>
                </a:lnTo>
                <a:lnTo>
                  <a:pt x="8103" y="14234"/>
                </a:lnTo>
                <a:lnTo>
                  <a:pt x="8078" y="14478"/>
                </a:lnTo>
                <a:lnTo>
                  <a:pt x="7762" y="14502"/>
                </a:lnTo>
                <a:lnTo>
                  <a:pt x="7811" y="14259"/>
                </a:lnTo>
                <a:lnTo>
                  <a:pt x="7859" y="14113"/>
                </a:lnTo>
                <a:lnTo>
                  <a:pt x="7908" y="13967"/>
                </a:lnTo>
                <a:lnTo>
                  <a:pt x="7957" y="13796"/>
                </a:lnTo>
                <a:lnTo>
                  <a:pt x="7981" y="13650"/>
                </a:lnTo>
                <a:lnTo>
                  <a:pt x="7957" y="13602"/>
                </a:lnTo>
                <a:lnTo>
                  <a:pt x="7932" y="13577"/>
                </a:lnTo>
                <a:lnTo>
                  <a:pt x="7884" y="13577"/>
                </a:lnTo>
                <a:lnTo>
                  <a:pt x="7811" y="13626"/>
                </a:lnTo>
                <a:lnTo>
                  <a:pt x="7738" y="13699"/>
                </a:lnTo>
                <a:lnTo>
                  <a:pt x="7689" y="13772"/>
                </a:lnTo>
                <a:lnTo>
                  <a:pt x="7640" y="13869"/>
                </a:lnTo>
                <a:lnTo>
                  <a:pt x="7567" y="14064"/>
                </a:lnTo>
                <a:lnTo>
                  <a:pt x="7519" y="14259"/>
                </a:lnTo>
                <a:lnTo>
                  <a:pt x="7446" y="14526"/>
                </a:lnTo>
                <a:lnTo>
                  <a:pt x="7105" y="14526"/>
                </a:lnTo>
                <a:lnTo>
                  <a:pt x="7129" y="14380"/>
                </a:lnTo>
                <a:lnTo>
                  <a:pt x="7178" y="14210"/>
                </a:lnTo>
                <a:lnTo>
                  <a:pt x="7300" y="13894"/>
                </a:lnTo>
                <a:lnTo>
                  <a:pt x="7421" y="13577"/>
                </a:lnTo>
                <a:lnTo>
                  <a:pt x="7421" y="13529"/>
                </a:lnTo>
                <a:lnTo>
                  <a:pt x="7397" y="13504"/>
                </a:lnTo>
                <a:lnTo>
                  <a:pt x="7324" y="13504"/>
                </a:lnTo>
                <a:lnTo>
                  <a:pt x="7154" y="13650"/>
                </a:lnTo>
                <a:lnTo>
                  <a:pt x="7008" y="13821"/>
                </a:lnTo>
                <a:lnTo>
                  <a:pt x="6886" y="13991"/>
                </a:lnTo>
                <a:lnTo>
                  <a:pt x="6789" y="14210"/>
                </a:lnTo>
                <a:lnTo>
                  <a:pt x="6740" y="14332"/>
                </a:lnTo>
                <a:lnTo>
                  <a:pt x="6716" y="14502"/>
                </a:lnTo>
                <a:lnTo>
                  <a:pt x="6497" y="14453"/>
                </a:lnTo>
                <a:lnTo>
                  <a:pt x="6302" y="14380"/>
                </a:lnTo>
                <a:lnTo>
                  <a:pt x="5889" y="14210"/>
                </a:lnTo>
                <a:lnTo>
                  <a:pt x="7008" y="13358"/>
                </a:lnTo>
                <a:lnTo>
                  <a:pt x="8078" y="12458"/>
                </a:lnTo>
                <a:lnTo>
                  <a:pt x="8881" y="11777"/>
                </a:lnTo>
                <a:lnTo>
                  <a:pt x="9271" y="11436"/>
                </a:lnTo>
                <a:lnTo>
                  <a:pt x="9684" y="11120"/>
                </a:lnTo>
                <a:lnTo>
                  <a:pt x="10463" y="10512"/>
                </a:lnTo>
                <a:lnTo>
                  <a:pt x="10828" y="10195"/>
                </a:lnTo>
                <a:lnTo>
                  <a:pt x="11193" y="9855"/>
                </a:lnTo>
                <a:lnTo>
                  <a:pt x="11388" y="9636"/>
                </a:lnTo>
                <a:lnTo>
                  <a:pt x="11582" y="9417"/>
                </a:lnTo>
                <a:lnTo>
                  <a:pt x="11923" y="8930"/>
                </a:lnTo>
                <a:lnTo>
                  <a:pt x="12264" y="8443"/>
                </a:lnTo>
                <a:lnTo>
                  <a:pt x="12434" y="8200"/>
                </a:lnTo>
                <a:lnTo>
                  <a:pt x="12629" y="7981"/>
                </a:lnTo>
                <a:lnTo>
                  <a:pt x="12969" y="7616"/>
                </a:lnTo>
                <a:lnTo>
                  <a:pt x="13334" y="7251"/>
                </a:lnTo>
                <a:lnTo>
                  <a:pt x="13699" y="6910"/>
                </a:lnTo>
                <a:lnTo>
                  <a:pt x="14064" y="6570"/>
                </a:lnTo>
                <a:close/>
                <a:moveTo>
                  <a:pt x="14356" y="1460"/>
                </a:moveTo>
                <a:lnTo>
                  <a:pt x="14575" y="1509"/>
                </a:lnTo>
                <a:lnTo>
                  <a:pt x="14721" y="1582"/>
                </a:lnTo>
                <a:lnTo>
                  <a:pt x="14843" y="1679"/>
                </a:lnTo>
                <a:lnTo>
                  <a:pt x="14916" y="1825"/>
                </a:lnTo>
                <a:lnTo>
                  <a:pt x="14964" y="1971"/>
                </a:lnTo>
                <a:lnTo>
                  <a:pt x="14989" y="2141"/>
                </a:lnTo>
                <a:lnTo>
                  <a:pt x="14964" y="2312"/>
                </a:lnTo>
                <a:lnTo>
                  <a:pt x="14940" y="2506"/>
                </a:lnTo>
                <a:lnTo>
                  <a:pt x="14867" y="2701"/>
                </a:lnTo>
                <a:lnTo>
                  <a:pt x="14721" y="3090"/>
                </a:lnTo>
                <a:lnTo>
                  <a:pt x="14551" y="3455"/>
                </a:lnTo>
                <a:lnTo>
                  <a:pt x="14381" y="3747"/>
                </a:lnTo>
                <a:lnTo>
                  <a:pt x="14162" y="4112"/>
                </a:lnTo>
                <a:lnTo>
                  <a:pt x="13918" y="4477"/>
                </a:lnTo>
                <a:lnTo>
                  <a:pt x="13432" y="5183"/>
                </a:lnTo>
                <a:lnTo>
                  <a:pt x="12385" y="6545"/>
                </a:lnTo>
                <a:lnTo>
                  <a:pt x="12045" y="7008"/>
                </a:lnTo>
                <a:lnTo>
                  <a:pt x="11704" y="7421"/>
                </a:lnTo>
                <a:lnTo>
                  <a:pt x="11339" y="7835"/>
                </a:lnTo>
                <a:lnTo>
                  <a:pt x="10950" y="8224"/>
                </a:lnTo>
                <a:lnTo>
                  <a:pt x="10560" y="8614"/>
                </a:lnTo>
                <a:lnTo>
                  <a:pt x="10171" y="9003"/>
                </a:lnTo>
                <a:lnTo>
                  <a:pt x="9319" y="9733"/>
                </a:lnTo>
                <a:lnTo>
                  <a:pt x="8565" y="10341"/>
                </a:lnTo>
                <a:lnTo>
                  <a:pt x="7835" y="10974"/>
                </a:lnTo>
                <a:lnTo>
                  <a:pt x="7129" y="11607"/>
                </a:lnTo>
                <a:lnTo>
                  <a:pt x="6789" y="11947"/>
                </a:lnTo>
                <a:lnTo>
                  <a:pt x="6448" y="12288"/>
                </a:lnTo>
                <a:lnTo>
                  <a:pt x="5791" y="12945"/>
                </a:lnTo>
                <a:lnTo>
                  <a:pt x="5134" y="13602"/>
                </a:lnTo>
                <a:lnTo>
                  <a:pt x="4794" y="13918"/>
                </a:lnTo>
                <a:lnTo>
                  <a:pt x="4429" y="14210"/>
                </a:lnTo>
                <a:lnTo>
                  <a:pt x="4064" y="14478"/>
                </a:lnTo>
                <a:lnTo>
                  <a:pt x="3674" y="14745"/>
                </a:lnTo>
                <a:lnTo>
                  <a:pt x="3431" y="14891"/>
                </a:lnTo>
                <a:lnTo>
                  <a:pt x="3115" y="15037"/>
                </a:lnTo>
                <a:lnTo>
                  <a:pt x="2750" y="15208"/>
                </a:lnTo>
                <a:lnTo>
                  <a:pt x="2360" y="15305"/>
                </a:lnTo>
                <a:lnTo>
                  <a:pt x="2166" y="15354"/>
                </a:lnTo>
                <a:lnTo>
                  <a:pt x="1971" y="15378"/>
                </a:lnTo>
                <a:lnTo>
                  <a:pt x="1776" y="15402"/>
                </a:lnTo>
                <a:lnTo>
                  <a:pt x="1606" y="15378"/>
                </a:lnTo>
                <a:lnTo>
                  <a:pt x="1460" y="15329"/>
                </a:lnTo>
                <a:lnTo>
                  <a:pt x="1314" y="15256"/>
                </a:lnTo>
                <a:lnTo>
                  <a:pt x="1192" y="15159"/>
                </a:lnTo>
                <a:lnTo>
                  <a:pt x="1095" y="15037"/>
                </a:lnTo>
                <a:lnTo>
                  <a:pt x="1022" y="14867"/>
                </a:lnTo>
                <a:lnTo>
                  <a:pt x="973" y="14672"/>
                </a:lnTo>
                <a:lnTo>
                  <a:pt x="973" y="14478"/>
                </a:lnTo>
                <a:lnTo>
                  <a:pt x="973" y="14283"/>
                </a:lnTo>
                <a:lnTo>
                  <a:pt x="998" y="14064"/>
                </a:lnTo>
                <a:lnTo>
                  <a:pt x="1046" y="13869"/>
                </a:lnTo>
                <a:lnTo>
                  <a:pt x="1168" y="13456"/>
                </a:lnTo>
                <a:lnTo>
                  <a:pt x="1752" y="12288"/>
                </a:lnTo>
                <a:lnTo>
                  <a:pt x="2020" y="11753"/>
                </a:lnTo>
                <a:lnTo>
                  <a:pt x="2141" y="11558"/>
                </a:lnTo>
                <a:lnTo>
                  <a:pt x="2190" y="11485"/>
                </a:lnTo>
                <a:lnTo>
                  <a:pt x="2239" y="11436"/>
                </a:lnTo>
                <a:lnTo>
                  <a:pt x="2287" y="11534"/>
                </a:lnTo>
                <a:lnTo>
                  <a:pt x="2263" y="11558"/>
                </a:lnTo>
                <a:lnTo>
                  <a:pt x="1995" y="12118"/>
                </a:lnTo>
                <a:lnTo>
                  <a:pt x="1874" y="12410"/>
                </a:lnTo>
                <a:lnTo>
                  <a:pt x="1776" y="12701"/>
                </a:lnTo>
                <a:lnTo>
                  <a:pt x="1703" y="12993"/>
                </a:lnTo>
                <a:lnTo>
                  <a:pt x="1703" y="13139"/>
                </a:lnTo>
                <a:lnTo>
                  <a:pt x="1703" y="13285"/>
                </a:lnTo>
                <a:lnTo>
                  <a:pt x="1703" y="13431"/>
                </a:lnTo>
                <a:lnTo>
                  <a:pt x="1728" y="13577"/>
                </a:lnTo>
                <a:lnTo>
                  <a:pt x="1776" y="13723"/>
                </a:lnTo>
                <a:lnTo>
                  <a:pt x="1849" y="13869"/>
                </a:lnTo>
                <a:lnTo>
                  <a:pt x="1922" y="13967"/>
                </a:lnTo>
                <a:lnTo>
                  <a:pt x="2020" y="14064"/>
                </a:lnTo>
                <a:lnTo>
                  <a:pt x="2117" y="14137"/>
                </a:lnTo>
                <a:lnTo>
                  <a:pt x="2214" y="14210"/>
                </a:lnTo>
                <a:lnTo>
                  <a:pt x="2336" y="14234"/>
                </a:lnTo>
                <a:lnTo>
                  <a:pt x="2458" y="14283"/>
                </a:lnTo>
                <a:lnTo>
                  <a:pt x="2701" y="14283"/>
                </a:lnTo>
                <a:lnTo>
                  <a:pt x="2969" y="14259"/>
                </a:lnTo>
                <a:lnTo>
                  <a:pt x="3236" y="14210"/>
                </a:lnTo>
                <a:lnTo>
                  <a:pt x="3480" y="14137"/>
                </a:lnTo>
                <a:lnTo>
                  <a:pt x="3674" y="14040"/>
                </a:lnTo>
                <a:lnTo>
                  <a:pt x="4064" y="13869"/>
                </a:lnTo>
                <a:lnTo>
                  <a:pt x="4404" y="13650"/>
                </a:lnTo>
                <a:lnTo>
                  <a:pt x="4745" y="13407"/>
                </a:lnTo>
                <a:lnTo>
                  <a:pt x="5086" y="13139"/>
                </a:lnTo>
                <a:lnTo>
                  <a:pt x="5718" y="12580"/>
                </a:lnTo>
                <a:lnTo>
                  <a:pt x="6351" y="12020"/>
                </a:lnTo>
                <a:lnTo>
                  <a:pt x="7056" y="11315"/>
                </a:lnTo>
                <a:lnTo>
                  <a:pt x="7762" y="10585"/>
                </a:lnTo>
                <a:lnTo>
                  <a:pt x="8443" y="9855"/>
                </a:lnTo>
                <a:lnTo>
                  <a:pt x="9149" y="9125"/>
                </a:lnTo>
                <a:lnTo>
                  <a:pt x="10585" y="7665"/>
                </a:lnTo>
                <a:lnTo>
                  <a:pt x="11315" y="6910"/>
                </a:lnTo>
                <a:lnTo>
                  <a:pt x="12045" y="6180"/>
                </a:lnTo>
                <a:lnTo>
                  <a:pt x="12580" y="5596"/>
                </a:lnTo>
                <a:lnTo>
                  <a:pt x="13091" y="4988"/>
                </a:lnTo>
                <a:lnTo>
                  <a:pt x="13334" y="4672"/>
                </a:lnTo>
                <a:lnTo>
                  <a:pt x="13553" y="4356"/>
                </a:lnTo>
                <a:lnTo>
                  <a:pt x="13772" y="4015"/>
                </a:lnTo>
                <a:lnTo>
                  <a:pt x="13943" y="3674"/>
                </a:lnTo>
                <a:lnTo>
                  <a:pt x="14040" y="3407"/>
                </a:lnTo>
                <a:lnTo>
                  <a:pt x="14113" y="3163"/>
                </a:lnTo>
                <a:lnTo>
                  <a:pt x="14162" y="2896"/>
                </a:lnTo>
                <a:lnTo>
                  <a:pt x="14186" y="2628"/>
                </a:lnTo>
                <a:lnTo>
                  <a:pt x="14137" y="2385"/>
                </a:lnTo>
                <a:lnTo>
                  <a:pt x="14089" y="2263"/>
                </a:lnTo>
                <a:lnTo>
                  <a:pt x="14040" y="2141"/>
                </a:lnTo>
                <a:lnTo>
                  <a:pt x="13967" y="2044"/>
                </a:lnTo>
                <a:lnTo>
                  <a:pt x="13894" y="1947"/>
                </a:lnTo>
                <a:lnTo>
                  <a:pt x="13772" y="1849"/>
                </a:lnTo>
                <a:lnTo>
                  <a:pt x="13651" y="1776"/>
                </a:lnTo>
                <a:lnTo>
                  <a:pt x="13480" y="1703"/>
                </a:lnTo>
                <a:lnTo>
                  <a:pt x="13334" y="1679"/>
                </a:lnTo>
                <a:lnTo>
                  <a:pt x="12994" y="1679"/>
                </a:lnTo>
                <a:lnTo>
                  <a:pt x="13261" y="1606"/>
                </a:lnTo>
                <a:lnTo>
                  <a:pt x="13529" y="1533"/>
                </a:lnTo>
                <a:lnTo>
                  <a:pt x="13821" y="1484"/>
                </a:lnTo>
                <a:lnTo>
                  <a:pt x="14113" y="1460"/>
                </a:lnTo>
                <a:close/>
                <a:moveTo>
                  <a:pt x="15573" y="535"/>
                </a:moveTo>
                <a:lnTo>
                  <a:pt x="15694" y="584"/>
                </a:lnTo>
                <a:lnTo>
                  <a:pt x="15767" y="633"/>
                </a:lnTo>
                <a:lnTo>
                  <a:pt x="15816" y="681"/>
                </a:lnTo>
                <a:lnTo>
                  <a:pt x="15840" y="754"/>
                </a:lnTo>
                <a:lnTo>
                  <a:pt x="15889" y="852"/>
                </a:lnTo>
                <a:lnTo>
                  <a:pt x="15938" y="1119"/>
                </a:lnTo>
                <a:lnTo>
                  <a:pt x="15938" y="1387"/>
                </a:lnTo>
                <a:lnTo>
                  <a:pt x="15913" y="1679"/>
                </a:lnTo>
                <a:lnTo>
                  <a:pt x="15865" y="1971"/>
                </a:lnTo>
                <a:lnTo>
                  <a:pt x="15719" y="2531"/>
                </a:lnTo>
                <a:lnTo>
                  <a:pt x="15548" y="3066"/>
                </a:lnTo>
                <a:lnTo>
                  <a:pt x="15378" y="3577"/>
                </a:lnTo>
                <a:lnTo>
                  <a:pt x="15159" y="4088"/>
                </a:lnTo>
                <a:lnTo>
                  <a:pt x="14916" y="4574"/>
                </a:lnTo>
                <a:lnTo>
                  <a:pt x="14624" y="5061"/>
                </a:lnTo>
                <a:lnTo>
                  <a:pt x="14332" y="5499"/>
                </a:lnTo>
                <a:lnTo>
                  <a:pt x="13991" y="5937"/>
                </a:lnTo>
                <a:lnTo>
                  <a:pt x="13626" y="6351"/>
                </a:lnTo>
                <a:lnTo>
                  <a:pt x="13261" y="6740"/>
                </a:lnTo>
                <a:lnTo>
                  <a:pt x="12604" y="7397"/>
                </a:lnTo>
                <a:lnTo>
                  <a:pt x="12288" y="7738"/>
                </a:lnTo>
                <a:lnTo>
                  <a:pt x="11996" y="8103"/>
                </a:lnTo>
                <a:lnTo>
                  <a:pt x="11363" y="8979"/>
                </a:lnTo>
                <a:lnTo>
                  <a:pt x="11047" y="9392"/>
                </a:lnTo>
                <a:lnTo>
                  <a:pt x="10877" y="9611"/>
                </a:lnTo>
                <a:lnTo>
                  <a:pt x="10682" y="9806"/>
                </a:lnTo>
                <a:lnTo>
                  <a:pt x="10293" y="10122"/>
                </a:lnTo>
                <a:lnTo>
                  <a:pt x="9903" y="10439"/>
                </a:lnTo>
                <a:lnTo>
                  <a:pt x="9100" y="11047"/>
                </a:lnTo>
                <a:lnTo>
                  <a:pt x="8687" y="11388"/>
                </a:lnTo>
                <a:lnTo>
                  <a:pt x="8297" y="11728"/>
                </a:lnTo>
                <a:lnTo>
                  <a:pt x="7519" y="12410"/>
                </a:lnTo>
                <a:lnTo>
                  <a:pt x="6837" y="12969"/>
                </a:lnTo>
                <a:lnTo>
                  <a:pt x="6156" y="13529"/>
                </a:lnTo>
                <a:lnTo>
                  <a:pt x="5475" y="14064"/>
                </a:lnTo>
                <a:lnTo>
                  <a:pt x="4769" y="14575"/>
                </a:lnTo>
                <a:lnTo>
                  <a:pt x="4283" y="14916"/>
                </a:lnTo>
                <a:lnTo>
                  <a:pt x="3796" y="15208"/>
                </a:lnTo>
                <a:lnTo>
                  <a:pt x="3285" y="15500"/>
                </a:lnTo>
                <a:lnTo>
                  <a:pt x="2750" y="15767"/>
                </a:lnTo>
                <a:lnTo>
                  <a:pt x="2287" y="15962"/>
                </a:lnTo>
                <a:lnTo>
                  <a:pt x="2020" y="16059"/>
                </a:lnTo>
                <a:lnTo>
                  <a:pt x="1752" y="16132"/>
                </a:lnTo>
                <a:lnTo>
                  <a:pt x="1484" y="16205"/>
                </a:lnTo>
                <a:lnTo>
                  <a:pt x="1217" y="16230"/>
                </a:lnTo>
                <a:lnTo>
                  <a:pt x="949" y="16205"/>
                </a:lnTo>
                <a:lnTo>
                  <a:pt x="827" y="16181"/>
                </a:lnTo>
                <a:lnTo>
                  <a:pt x="730" y="16132"/>
                </a:lnTo>
                <a:lnTo>
                  <a:pt x="633" y="16084"/>
                </a:lnTo>
                <a:lnTo>
                  <a:pt x="560" y="16011"/>
                </a:lnTo>
                <a:lnTo>
                  <a:pt x="511" y="15938"/>
                </a:lnTo>
                <a:lnTo>
                  <a:pt x="462" y="15840"/>
                </a:lnTo>
                <a:lnTo>
                  <a:pt x="438" y="15646"/>
                </a:lnTo>
                <a:lnTo>
                  <a:pt x="438" y="15402"/>
                </a:lnTo>
                <a:lnTo>
                  <a:pt x="487" y="15159"/>
                </a:lnTo>
                <a:lnTo>
                  <a:pt x="560" y="14891"/>
                </a:lnTo>
                <a:lnTo>
                  <a:pt x="754" y="14405"/>
                </a:lnTo>
                <a:lnTo>
                  <a:pt x="754" y="14599"/>
                </a:lnTo>
                <a:lnTo>
                  <a:pt x="754" y="14794"/>
                </a:lnTo>
                <a:lnTo>
                  <a:pt x="803" y="14964"/>
                </a:lnTo>
                <a:lnTo>
                  <a:pt x="827" y="15110"/>
                </a:lnTo>
                <a:lnTo>
                  <a:pt x="900" y="15232"/>
                </a:lnTo>
                <a:lnTo>
                  <a:pt x="973" y="15354"/>
                </a:lnTo>
                <a:lnTo>
                  <a:pt x="1046" y="15427"/>
                </a:lnTo>
                <a:lnTo>
                  <a:pt x="1144" y="15500"/>
                </a:lnTo>
                <a:lnTo>
                  <a:pt x="1241" y="15573"/>
                </a:lnTo>
                <a:lnTo>
                  <a:pt x="1338" y="15597"/>
                </a:lnTo>
                <a:lnTo>
                  <a:pt x="1460" y="15646"/>
                </a:lnTo>
                <a:lnTo>
                  <a:pt x="1849" y="15646"/>
                </a:lnTo>
                <a:lnTo>
                  <a:pt x="2141" y="15597"/>
                </a:lnTo>
                <a:lnTo>
                  <a:pt x="2433" y="15500"/>
                </a:lnTo>
                <a:lnTo>
                  <a:pt x="2750" y="15402"/>
                </a:lnTo>
                <a:lnTo>
                  <a:pt x="3042" y="15256"/>
                </a:lnTo>
                <a:lnTo>
                  <a:pt x="3626" y="14964"/>
                </a:lnTo>
                <a:lnTo>
                  <a:pt x="4112" y="14648"/>
                </a:lnTo>
                <a:lnTo>
                  <a:pt x="4453" y="14405"/>
                </a:lnTo>
                <a:lnTo>
                  <a:pt x="4794" y="14137"/>
                </a:lnTo>
                <a:lnTo>
                  <a:pt x="5134" y="13845"/>
                </a:lnTo>
                <a:lnTo>
                  <a:pt x="5767" y="13261"/>
                </a:lnTo>
                <a:lnTo>
                  <a:pt x="6375" y="12653"/>
                </a:lnTo>
                <a:lnTo>
                  <a:pt x="6983" y="12045"/>
                </a:lnTo>
                <a:lnTo>
                  <a:pt x="7738" y="11363"/>
                </a:lnTo>
                <a:lnTo>
                  <a:pt x="8492" y="10731"/>
                </a:lnTo>
                <a:lnTo>
                  <a:pt x="9271" y="10098"/>
                </a:lnTo>
                <a:lnTo>
                  <a:pt x="10049" y="9465"/>
                </a:lnTo>
                <a:lnTo>
                  <a:pt x="10439" y="9125"/>
                </a:lnTo>
                <a:lnTo>
                  <a:pt x="10828" y="8760"/>
                </a:lnTo>
                <a:lnTo>
                  <a:pt x="11193" y="8395"/>
                </a:lnTo>
                <a:lnTo>
                  <a:pt x="11558" y="8030"/>
                </a:lnTo>
                <a:lnTo>
                  <a:pt x="11899" y="7665"/>
                </a:lnTo>
                <a:lnTo>
                  <a:pt x="12239" y="7275"/>
                </a:lnTo>
                <a:lnTo>
                  <a:pt x="12896" y="6448"/>
                </a:lnTo>
                <a:lnTo>
                  <a:pt x="13894" y="5110"/>
                </a:lnTo>
                <a:lnTo>
                  <a:pt x="14381" y="4429"/>
                </a:lnTo>
                <a:lnTo>
                  <a:pt x="14599" y="4064"/>
                </a:lnTo>
                <a:lnTo>
                  <a:pt x="14818" y="3723"/>
                </a:lnTo>
                <a:lnTo>
                  <a:pt x="14989" y="3382"/>
                </a:lnTo>
                <a:lnTo>
                  <a:pt x="15159" y="2993"/>
                </a:lnTo>
                <a:lnTo>
                  <a:pt x="15281" y="2604"/>
                </a:lnTo>
                <a:lnTo>
                  <a:pt x="15329" y="2409"/>
                </a:lnTo>
                <a:lnTo>
                  <a:pt x="15378" y="2214"/>
                </a:lnTo>
                <a:lnTo>
                  <a:pt x="15378" y="2020"/>
                </a:lnTo>
                <a:lnTo>
                  <a:pt x="15354" y="1849"/>
                </a:lnTo>
                <a:lnTo>
                  <a:pt x="15305" y="1655"/>
                </a:lnTo>
                <a:lnTo>
                  <a:pt x="15232" y="1509"/>
                </a:lnTo>
                <a:lnTo>
                  <a:pt x="15135" y="1363"/>
                </a:lnTo>
                <a:lnTo>
                  <a:pt x="14989" y="1241"/>
                </a:lnTo>
                <a:lnTo>
                  <a:pt x="14794" y="1144"/>
                </a:lnTo>
                <a:lnTo>
                  <a:pt x="14575" y="1046"/>
                </a:lnTo>
                <a:lnTo>
                  <a:pt x="14332" y="998"/>
                </a:lnTo>
                <a:lnTo>
                  <a:pt x="14089" y="973"/>
                </a:lnTo>
                <a:lnTo>
                  <a:pt x="14818" y="730"/>
                </a:lnTo>
                <a:lnTo>
                  <a:pt x="15110" y="608"/>
                </a:lnTo>
                <a:lnTo>
                  <a:pt x="15281" y="560"/>
                </a:lnTo>
                <a:lnTo>
                  <a:pt x="15427" y="535"/>
                </a:lnTo>
                <a:close/>
                <a:moveTo>
                  <a:pt x="15451" y="0"/>
                </a:moveTo>
                <a:lnTo>
                  <a:pt x="15305" y="24"/>
                </a:lnTo>
                <a:lnTo>
                  <a:pt x="15013" y="97"/>
                </a:lnTo>
                <a:lnTo>
                  <a:pt x="13845" y="462"/>
                </a:lnTo>
                <a:lnTo>
                  <a:pt x="13261" y="657"/>
                </a:lnTo>
                <a:lnTo>
                  <a:pt x="12702" y="876"/>
                </a:lnTo>
                <a:lnTo>
                  <a:pt x="12118" y="1119"/>
                </a:lnTo>
                <a:lnTo>
                  <a:pt x="11582" y="1411"/>
                </a:lnTo>
                <a:lnTo>
                  <a:pt x="11047" y="1703"/>
                </a:lnTo>
                <a:lnTo>
                  <a:pt x="10536" y="2020"/>
                </a:lnTo>
                <a:lnTo>
                  <a:pt x="10512" y="2068"/>
                </a:lnTo>
                <a:lnTo>
                  <a:pt x="10195" y="1971"/>
                </a:lnTo>
                <a:lnTo>
                  <a:pt x="9879" y="1898"/>
                </a:lnTo>
                <a:lnTo>
                  <a:pt x="9246" y="1801"/>
                </a:lnTo>
                <a:lnTo>
                  <a:pt x="8906" y="1776"/>
                </a:lnTo>
                <a:lnTo>
                  <a:pt x="8565" y="1752"/>
                </a:lnTo>
                <a:lnTo>
                  <a:pt x="8224" y="1752"/>
                </a:lnTo>
                <a:lnTo>
                  <a:pt x="7884" y="1776"/>
                </a:lnTo>
                <a:lnTo>
                  <a:pt x="7543" y="1801"/>
                </a:lnTo>
                <a:lnTo>
                  <a:pt x="7178" y="1849"/>
                </a:lnTo>
                <a:lnTo>
                  <a:pt x="6837" y="1898"/>
                </a:lnTo>
                <a:lnTo>
                  <a:pt x="6497" y="1971"/>
                </a:lnTo>
                <a:lnTo>
                  <a:pt x="6181" y="2068"/>
                </a:lnTo>
                <a:lnTo>
                  <a:pt x="5840" y="2166"/>
                </a:lnTo>
                <a:lnTo>
                  <a:pt x="5524" y="2287"/>
                </a:lnTo>
                <a:lnTo>
                  <a:pt x="5207" y="2409"/>
                </a:lnTo>
                <a:lnTo>
                  <a:pt x="4891" y="2555"/>
                </a:lnTo>
                <a:lnTo>
                  <a:pt x="4575" y="2725"/>
                </a:lnTo>
                <a:lnTo>
                  <a:pt x="4283" y="2896"/>
                </a:lnTo>
                <a:lnTo>
                  <a:pt x="3991" y="3090"/>
                </a:lnTo>
                <a:lnTo>
                  <a:pt x="3626" y="3358"/>
                </a:lnTo>
                <a:lnTo>
                  <a:pt x="3285" y="3699"/>
                </a:lnTo>
                <a:lnTo>
                  <a:pt x="2969" y="4039"/>
                </a:lnTo>
                <a:lnTo>
                  <a:pt x="2677" y="4429"/>
                </a:lnTo>
                <a:lnTo>
                  <a:pt x="2433" y="4842"/>
                </a:lnTo>
                <a:lnTo>
                  <a:pt x="2214" y="5256"/>
                </a:lnTo>
                <a:lnTo>
                  <a:pt x="2044" y="5718"/>
                </a:lnTo>
                <a:lnTo>
                  <a:pt x="1874" y="6156"/>
                </a:lnTo>
                <a:lnTo>
                  <a:pt x="1776" y="6351"/>
                </a:lnTo>
                <a:lnTo>
                  <a:pt x="1679" y="6521"/>
                </a:lnTo>
                <a:lnTo>
                  <a:pt x="1630" y="6691"/>
                </a:lnTo>
                <a:lnTo>
                  <a:pt x="1630" y="6862"/>
                </a:lnTo>
                <a:lnTo>
                  <a:pt x="1655" y="6910"/>
                </a:lnTo>
                <a:lnTo>
                  <a:pt x="1703" y="6935"/>
                </a:lnTo>
                <a:lnTo>
                  <a:pt x="1630" y="7348"/>
                </a:lnTo>
                <a:lnTo>
                  <a:pt x="1582" y="7762"/>
                </a:lnTo>
                <a:lnTo>
                  <a:pt x="1557" y="8151"/>
                </a:lnTo>
                <a:lnTo>
                  <a:pt x="1557" y="8565"/>
                </a:lnTo>
                <a:lnTo>
                  <a:pt x="1557" y="8881"/>
                </a:lnTo>
                <a:lnTo>
                  <a:pt x="1606" y="9198"/>
                </a:lnTo>
                <a:lnTo>
                  <a:pt x="1655" y="9514"/>
                </a:lnTo>
                <a:lnTo>
                  <a:pt x="1703" y="9830"/>
                </a:lnTo>
                <a:lnTo>
                  <a:pt x="1776" y="10171"/>
                </a:lnTo>
                <a:lnTo>
                  <a:pt x="1874" y="10487"/>
                </a:lnTo>
                <a:lnTo>
                  <a:pt x="1995" y="10828"/>
                </a:lnTo>
                <a:lnTo>
                  <a:pt x="2117" y="11144"/>
                </a:lnTo>
                <a:lnTo>
                  <a:pt x="2020" y="11193"/>
                </a:lnTo>
                <a:lnTo>
                  <a:pt x="1898" y="11290"/>
                </a:lnTo>
                <a:lnTo>
                  <a:pt x="1776" y="11412"/>
                </a:lnTo>
                <a:lnTo>
                  <a:pt x="1655" y="11607"/>
                </a:lnTo>
                <a:lnTo>
                  <a:pt x="1387" y="12045"/>
                </a:lnTo>
                <a:lnTo>
                  <a:pt x="1119" y="12556"/>
                </a:lnTo>
                <a:lnTo>
                  <a:pt x="876" y="13091"/>
                </a:lnTo>
                <a:lnTo>
                  <a:pt x="657" y="13553"/>
                </a:lnTo>
                <a:lnTo>
                  <a:pt x="414" y="14113"/>
                </a:lnTo>
                <a:lnTo>
                  <a:pt x="243" y="14551"/>
                </a:lnTo>
                <a:lnTo>
                  <a:pt x="97" y="14989"/>
                </a:lnTo>
                <a:lnTo>
                  <a:pt x="49" y="15208"/>
                </a:lnTo>
                <a:lnTo>
                  <a:pt x="0" y="15427"/>
                </a:lnTo>
                <a:lnTo>
                  <a:pt x="0" y="15670"/>
                </a:lnTo>
                <a:lnTo>
                  <a:pt x="49" y="15889"/>
                </a:lnTo>
                <a:lnTo>
                  <a:pt x="97" y="16084"/>
                </a:lnTo>
                <a:lnTo>
                  <a:pt x="195" y="16254"/>
                </a:lnTo>
                <a:lnTo>
                  <a:pt x="316" y="16400"/>
                </a:lnTo>
                <a:lnTo>
                  <a:pt x="487" y="16497"/>
                </a:lnTo>
                <a:lnTo>
                  <a:pt x="657" y="16595"/>
                </a:lnTo>
                <a:lnTo>
                  <a:pt x="827" y="16643"/>
                </a:lnTo>
                <a:lnTo>
                  <a:pt x="1046" y="16668"/>
                </a:lnTo>
                <a:lnTo>
                  <a:pt x="1241" y="16668"/>
                </a:lnTo>
                <a:lnTo>
                  <a:pt x="1509" y="16643"/>
                </a:lnTo>
                <a:lnTo>
                  <a:pt x="1776" y="16570"/>
                </a:lnTo>
                <a:lnTo>
                  <a:pt x="2044" y="16497"/>
                </a:lnTo>
                <a:lnTo>
                  <a:pt x="2312" y="16400"/>
                </a:lnTo>
                <a:lnTo>
                  <a:pt x="2823" y="16157"/>
                </a:lnTo>
                <a:lnTo>
                  <a:pt x="3309" y="15913"/>
                </a:lnTo>
                <a:lnTo>
                  <a:pt x="3796" y="15646"/>
                </a:lnTo>
                <a:lnTo>
                  <a:pt x="4258" y="15378"/>
                </a:lnTo>
                <a:lnTo>
                  <a:pt x="4721" y="15062"/>
                </a:lnTo>
                <a:lnTo>
                  <a:pt x="5183" y="14745"/>
                </a:lnTo>
                <a:lnTo>
                  <a:pt x="5791" y="14307"/>
                </a:lnTo>
                <a:lnTo>
                  <a:pt x="5767" y="14405"/>
                </a:lnTo>
                <a:lnTo>
                  <a:pt x="5767" y="14502"/>
                </a:lnTo>
                <a:lnTo>
                  <a:pt x="5791" y="14599"/>
                </a:lnTo>
                <a:lnTo>
                  <a:pt x="5864" y="14672"/>
                </a:lnTo>
                <a:lnTo>
                  <a:pt x="5937" y="14745"/>
                </a:lnTo>
                <a:lnTo>
                  <a:pt x="6035" y="14794"/>
                </a:lnTo>
                <a:lnTo>
                  <a:pt x="6302" y="14867"/>
                </a:lnTo>
                <a:lnTo>
                  <a:pt x="6594" y="14940"/>
                </a:lnTo>
                <a:lnTo>
                  <a:pt x="6910" y="14964"/>
                </a:lnTo>
                <a:lnTo>
                  <a:pt x="7227" y="14989"/>
                </a:lnTo>
                <a:lnTo>
                  <a:pt x="7543" y="14989"/>
                </a:lnTo>
                <a:lnTo>
                  <a:pt x="7567" y="15037"/>
                </a:lnTo>
                <a:lnTo>
                  <a:pt x="7640" y="15062"/>
                </a:lnTo>
                <a:lnTo>
                  <a:pt x="7689" y="15062"/>
                </a:lnTo>
                <a:lnTo>
                  <a:pt x="7713" y="15037"/>
                </a:lnTo>
                <a:lnTo>
                  <a:pt x="7738" y="14964"/>
                </a:lnTo>
                <a:lnTo>
                  <a:pt x="8127" y="14940"/>
                </a:lnTo>
                <a:lnTo>
                  <a:pt x="8224" y="14940"/>
                </a:lnTo>
                <a:lnTo>
                  <a:pt x="8322" y="14964"/>
                </a:lnTo>
                <a:lnTo>
                  <a:pt x="8395" y="14916"/>
                </a:lnTo>
                <a:lnTo>
                  <a:pt x="8808" y="14867"/>
                </a:lnTo>
                <a:lnTo>
                  <a:pt x="9198" y="14794"/>
                </a:lnTo>
                <a:lnTo>
                  <a:pt x="9611" y="14697"/>
                </a:lnTo>
                <a:lnTo>
                  <a:pt x="10001" y="14599"/>
                </a:lnTo>
                <a:lnTo>
                  <a:pt x="10390" y="14453"/>
                </a:lnTo>
                <a:lnTo>
                  <a:pt x="10779" y="14307"/>
                </a:lnTo>
                <a:lnTo>
                  <a:pt x="11144" y="14137"/>
                </a:lnTo>
                <a:lnTo>
                  <a:pt x="11509" y="13918"/>
                </a:lnTo>
                <a:lnTo>
                  <a:pt x="12020" y="13577"/>
                </a:lnTo>
                <a:lnTo>
                  <a:pt x="12507" y="13164"/>
                </a:lnTo>
                <a:lnTo>
                  <a:pt x="12969" y="12726"/>
                </a:lnTo>
                <a:lnTo>
                  <a:pt x="13359" y="12264"/>
                </a:lnTo>
                <a:lnTo>
                  <a:pt x="13553" y="11996"/>
                </a:lnTo>
                <a:lnTo>
                  <a:pt x="13724" y="11753"/>
                </a:lnTo>
                <a:lnTo>
                  <a:pt x="13894" y="11485"/>
                </a:lnTo>
                <a:lnTo>
                  <a:pt x="14040" y="11193"/>
                </a:lnTo>
                <a:lnTo>
                  <a:pt x="14186" y="10925"/>
                </a:lnTo>
                <a:lnTo>
                  <a:pt x="14308" y="10633"/>
                </a:lnTo>
                <a:lnTo>
                  <a:pt x="14405" y="10341"/>
                </a:lnTo>
                <a:lnTo>
                  <a:pt x="14478" y="10049"/>
                </a:lnTo>
                <a:lnTo>
                  <a:pt x="14599" y="9538"/>
                </a:lnTo>
                <a:lnTo>
                  <a:pt x="14648" y="9003"/>
                </a:lnTo>
                <a:lnTo>
                  <a:pt x="14672" y="8468"/>
                </a:lnTo>
                <a:lnTo>
                  <a:pt x="14697" y="7957"/>
                </a:lnTo>
                <a:lnTo>
                  <a:pt x="14697" y="7519"/>
                </a:lnTo>
                <a:lnTo>
                  <a:pt x="14672" y="7032"/>
                </a:lnTo>
                <a:lnTo>
                  <a:pt x="14624" y="6813"/>
                </a:lnTo>
                <a:lnTo>
                  <a:pt x="14575" y="6594"/>
                </a:lnTo>
                <a:lnTo>
                  <a:pt x="14502" y="6375"/>
                </a:lnTo>
                <a:lnTo>
                  <a:pt x="14381" y="6180"/>
                </a:lnTo>
                <a:lnTo>
                  <a:pt x="14745" y="5718"/>
                </a:lnTo>
                <a:lnTo>
                  <a:pt x="15086" y="5207"/>
                </a:lnTo>
                <a:lnTo>
                  <a:pt x="15378" y="4696"/>
                </a:lnTo>
                <a:lnTo>
                  <a:pt x="15646" y="4185"/>
                </a:lnTo>
                <a:lnTo>
                  <a:pt x="15889" y="3650"/>
                </a:lnTo>
                <a:lnTo>
                  <a:pt x="16084" y="3090"/>
                </a:lnTo>
                <a:lnTo>
                  <a:pt x="16254" y="2506"/>
                </a:lnTo>
                <a:lnTo>
                  <a:pt x="16376" y="1922"/>
                </a:lnTo>
                <a:lnTo>
                  <a:pt x="16449" y="1509"/>
                </a:lnTo>
                <a:lnTo>
                  <a:pt x="16449" y="1290"/>
                </a:lnTo>
                <a:lnTo>
                  <a:pt x="16449" y="1046"/>
                </a:lnTo>
                <a:lnTo>
                  <a:pt x="16424" y="803"/>
                </a:lnTo>
                <a:lnTo>
                  <a:pt x="16376" y="584"/>
                </a:lnTo>
                <a:lnTo>
                  <a:pt x="16303" y="389"/>
                </a:lnTo>
                <a:lnTo>
                  <a:pt x="16230" y="316"/>
                </a:lnTo>
                <a:lnTo>
                  <a:pt x="16157" y="243"/>
                </a:lnTo>
                <a:lnTo>
                  <a:pt x="16035" y="122"/>
                </a:lnTo>
                <a:lnTo>
                  <a:pt x="15889" y="49"/>
                </a:lnTo>
                <a:lnTo>
                  <a:pt x="15767" y="24"/>
                </a:lnTo>
                <a:lnTo>
                  <a:pt x="156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6" name="Google Shape;106;p19"/>
          <p:cNvSpPr/>
          <p:nvPr/>
        </p:nvSpPr>
        <p:spPr>
          <a:xfrm rot="1473024">
            <a:off x="8816277" y="2196597"/>
            <a:ext cx="893047" cy="869916"/>
          </a:xfrm>
          <a:custGeom>
            <a:avLst/>
            <a:gdLst/>
            <a:ahLst/>
            <a:cxnLst/>
            <a:rect l="l" t="t" r="r" b="b"/>
            <a:pathLst>
              <a:path w="18737" h="18250" extrusionOk="0">
                <a:moveTo>
                  <a:pt x="13554" y="3431"/>
                </a:moveTo>
                <a:lnTo>
                  <a:pt x="13748" y="3456"/>
                </a:lnTo>
                <a:lnTo>
                  <a:pt x="13919" y="3480"/>
                </a:lnTo>
                <a:lnTo>
                  <a:pt x="14308" y="3602"/>
                </a:lnTo>
                <a:lnTo>
                  <a:pt x="14478" y="3675"/>
                </a:lnTo>
                <a:lnTo>
                  <a:pt x="14624" y="3748"/>
                </a:lnTo>
                <a:lnTo>
                  <a:pt x="14746" y="3845"/>
                </a:lnTo>
                <a:lnTo>
                  <a:pt x="14843" y="3967"/>
                </a:lnTo>
                <a:lnTo>
                  <a:pt x="14941" y="4113"/>
                </a:lnTo>
                <a:lnTo>
                  <a:pt x="15038" y="4259"/>
                </a:lnTo>
                <a:lnTo>
                  <a:pt x="15111" y="4405"/>
                </a:lnTo>
                <a:lnTo>
                  <a:pt x="15160" y="4551"/>
                </a:lnTo>
                <a:lnTo>
                  <a:pt x="15184" y="4721"/>
                </a:lnTo>
                <a:lnTo>
                  <a:pt x="15208" y="4891"/>
                </a:lnTo>
                <a:lnTo>
                  <a:pt x="15233" y="5232"/>
                </a:lnTo>
                <a:lnTo>
                  <a:pt x="15160" y="5548"/>
                </a:lnTo>
                <a:lnTo>
                  <a:pt x="15111" y="5719"/>
                </a:lnTo>
                <a:lnTo>
                  <a:pt x="15062" y="5865"/>
                </a:lnTo>
                <a:lnTo>
                  <a:pt x="14916" y="6132"/>
                </a:lnTo>
                <a:lnTo>
                  <a:pt x="14722" y="6351"/>
                </a:lnTo>
                <a:lnTo>
                  <a:pt x="14527" y="6570"/>
                </a:lnTo>
                <a:lnTo>
                  <a:pt x="14284" y="6765"/>
                </a:lnTo>
                <a:lnTo>
                  <a:pt x="13821" y="7130"/>
                </a:lnTo>
                <a:lnTo>
                  <a:pt x="13602" y="7325"/>
                </a:lnTo>
                <a:lnTo>
                  <a:pt x="13408" y="7544"/>
                </a:lnTo>
                <a:lnTo>
                  <a:pt x="12678" y="6984"/>
                </a:lnTo>
                <a:lnTo>
                  <a:pt x="12313" y="6692"/>
                </a:lnTo>
                <a:lnTo>
                  <a:pt x="11948" y="6400"/>
                </a:lnTo>
                <a:lnTo>
                  <a:pt x="11631" y="6108"/>
                </a:lnTo>
                <a:lnTo>
                  <a:pt x="11315" y="5767"/>
                </a:lnTo>
                <a:lnTo>
                  <a:pt x="11023" y="5427"/>
                </a:lnTo>
                <a:lnTo>
                  <a:pt x="10755" y="5037"/>
                </a:lnTo>
                <a:lnTo>
                  <a:pt x="10877" y="4989"/>
                </a:lnTo>
                <a:lnTo>
                  <a:pt x="10999" y="4891"/>
                </a:lnTo>
                <a:lnTo>
                  <a:pt x="11242" y="4697"/>
                </a:lnTo>
                <a:lnTo>
                  <a:pt x="11461" y="4478"/>
                </a:lnTo>
                <a:lnTo>
                  <a:pt x="11656" y="4283"/>
                </a:lnTo>
                <a:lnTo>
                  <a:pt x="12191" y="3869"/>
                </a:lnTo>
                <a:lnTo>
                  <a:pt x="12483" y="3699"/>
                </a:lnTo>
                <a:lnTo>
                  <a:pt x="12775" y="3553"/>
                </a:lnTo>
                <a:lnTo>
                  <a:pt x="12970" y="3480"/>
                </a:lnTo>
                <a:lnTo>
                  <a:pt x="13164" y="3456"/>
                </a:lnTo>
                <a:lnTo>
                  <a:pt x="13359" y="3431"/>
                </a:lnTo>
                <a:close/>
                <a:moveTo>
                  <a:pt x="13529" y="2872"/>
                </a:moveTo>
                <a:lnTo>
                  <a:pt x="13335" y="2896"/>
                </a:lnTo>
                <a:lnTo>
                  <a:pt x="12945" y="2969"/>
                </a:lnTo>
                <a:lnTo>
                  <a:pt x="12556" y="3066"/>
                </a:lnTo>
                <a:lnTo>
                  <a:pt x="12191" y="3237"/>
                </a:lnTo>
                <a:lnTo>
                  <a:pt x="11850" y="3456"/>
                </a:lnTo>
                <a:lnTo>
                  <a:pt x="11607" y="3626"/>
                </a:lnTo>
                <a:lnTo>
                  <a:pt x="11388" y="3821"/>
                </a:lnTo>
                <a:lnTo>
                  <a:pt x="10950" y="4210"/>
                </a:lnTo>
                <a:lnTo>
                  <a:pt x="10658" y="4478"/>
                </a:lnTo>
                <a:lnTo>
                  <a:pt x="10512" y="4648"/>
                </a:lnTo>
                <a:lnTo>
                  <a:pt x="10464" y="4721"/>
                </a:lnTo>
                <a:lnTo>
                  <a:pt x="10464" y="4818"/>
                </a:lnTo>
                <a:lnTo>
                  <a:pt x="10366" y="4843"/>
                </a:lnTo>
                <a:lnTo>
                  <a:pt x="10293" y="4916"/>
                </a:lnTo>
                <a:lnTo>
                  <a:pt x="10245" y="4989"/>
                </a:lnTo>
                <a:lnTo>
                  <a:pt x="10269" y="5110"/>
                </a:lnTo>
                <a:lnTo>
                  <a:pt x="10366" y="5354"/>
                </a:lnTo>
                <a:lnTo>
                  <a:pt x="10488" y="5597"/>
                </a:lnTo>
                <a:lnTo>
                  <a:pt x="10610" y="5816"/>
                </a:lnTo>
                <a:lnTo>
                  <a:pt x="10780" y="6035"/>
                </a:lnTo>
                <a:lnTo>
                  <a:pt x="10950" y="6230"/>
                </a:lnTo>
                <a:lnTo>
                  <a:pt x="11120" y="6449"/>
                </a:lnTo>
                <a:lnTo>
                  <a:pt x="11534" y="6814"/>
                </a:lnTo>
                <a:lnTo>
                  <a:pt x="11972" y="7179"/>
                </a:lnTo>
                <a:lnTo>
                  <a:pt x="12410" y="7519"/>
                </a:lnTo>
                <a:lnTo>
                  <a:pt x="12848" y="7836"/>
                </a:lnTo>
                <a:lnTo>
                  <a:pt x="13262" y="8152"/>
                </a:lnTo>
                <a:lnTo>
                  <a:pt x="13335" y="8201"/>
                </a:lnTo>
                <a:lnTo>
                  <a:pt x="13432" y="8225"/>
                </a:lnTo>
                <a:lnTo>
                  <a:pt x="13505" y="8225"/>
                </a:lnTo>
                <a:lnTo>
                  <a:pt x="13602" y="8201"/>
                </a:lnTo>
                <a:lnTo>
                  <a:pt x="13651" y="8152"/>
                </a:lnTo>
                <a:lnTo>
                  <a:pt x="13724" y="8079"/>
                </a:lnTo>
                <a:lnTo>
                  <a:pt x="13748" y="8006"/>
                </a:lnTo>
                <a:lnTo>
                  <a:pt x="13748" y="7933"/>
                </a:lnTo>
                <a:lnTo>
                  <a:pt x="13943" y="7787"/>
                </a:lnTo>
                <a:lnTo>
                  <a:pt x="14089" y="7665"/>
                </a:lnTo>
                <a:lnTo>
                  <a:pt x="14722" y="7154"/>
                </a:lnTo>
                <a:lnTo>
                  <a:pt x="15014" y="6862"/>
                </a:lnTo>
                <a:lnTo>
                  <a:pt x="15281" y="6546"/>
                </a:lnTo>
                <a:lnTo>
                  <a:pt x="15500" y="6205"/>
                </a:lnTo>
                <a:lnTo>
                  <a:pt x="15598" y="6035"/>
                </a:lnTo>
                <a:lnTo>
                  <a:pt x="15671" y="5840"/>
                </a:lnTo>
                <a:lnTo>
                  <a:pt x="15719" y="5670"/>
                </a:lnTo>
                <a:lnTo>
                  <a:pt x="15768" y="5500"/>
                </a:lnTo>
                <a:lnTo>
                  <a:pt x="15792" y="5305"/>
                </a:lnTo>
                <a:lnTo>
                  <a:pt x="15792" y="5135"/>
                </a:lnTo>
                <a:lnTo>
                  <a:pt x="15768" y="4770"/>
                </a:lnTo>
                <a:lnTo>
                  <a:pt x="15695" y="4429"/>
                </a:lnTo>
                <a:lnTo>
                  <a:pt x="15549" y="4088"/>
                </a:lnTo>
                <a:lnTo>
                  <a:pt x="15379" y="3772"/>
                </a:lnTo>
                <a:lnTo>
                  <a:pt x="15257" y="3626"/>
                </a:lnTo>
                <a:lnTo>
                  <a:pt x="15135" y="3504"/>
                </a:lnTo>
                <a:lnTo>
                  <a:pt x="15014" y="3383"/>
                </a:lnTo>
                <a:lnTo>
                  <a:pt x="14868" y="3261"/>
                </a:lnTo>
                <a:lnTo>
                  <a:pt x="14697" y="3164"/>
                </a:lnTo>
                <a:lnTo>
                  <a:pt x="14503" y="3066"/>
                </a:lnTo>
                <a:lnTo>
                  <a:pt x="14332" y="2993"/>
                </a:lnTo>
                <a:lnTo>
                  <a:pt x="14138" y="2945"/>
                </a:lnTo>
                <a:lnTo>
                  <a:pt x="13943" y="2896"/>
                </a:lnTo>
                <a:lnTo>
                  <a:pt x="13724" y="2872"/>
                </a:lnTo>
                <a:close/>
                <a:moveTo>
                  <a:pt x="5597" y="6814"/>
                </a:moveTo>
                <a:lnTo>
                  <a:pt x="4283" y="8030"/>
                </a:lnTo>
                <a:lnTo>
                  <a:pt x="3675" y="8590"/>
                </a:lnTo>
                <a:lnTo>
                  <a:pt x="3602" y="8468"/>
                </a:lnTo>
                <a:lnTo>
                  <a:pt x="3504" y="8395"/>
                </a:lnTo>
                <a:lnTo>
                  <a:pt x="3285" y="8201"/>
                </a:lnTo>
                <a:lnTo>
                  <a:pt x="2969" y="7860"/>
                </a:lnTo>
                <a:lnTo>
                  <a:pt x="2677" y="7519"/>
                </a:lnTo>
                <a:lnTo>
                  <a:pt x="2410" y="7203"/>
                </a:lnTo>
                <a:lnTo>
                  <a:pt x="2264" y="7057"/>
                </a:lnTo>
                <a:lnTo>
                  <a:pt x="2093" y="6911"/>
                </a:lnTo>
                <a:lnTo>
                  <a:pt x="3821" y="6911"/>
                </a:lnTo>
                <a:lnTo>
                  <a:pt x="4745" y="6862"/>
                </a:lnTo>
                <a:lnTo>
                  <a:pt x="5597" y="6814"/>
                </a:lnTo>
                <a:close/>
                <a:moveTo>
                  <a:pt x="755" y="6911"/>
                </a:moveTo>
                <a:lnTo>
                  <a:pt x="1047" y="6935"/>
                </a:lnTo>
                <a:lnTo>
                  <a:pt x="1315" y="6935"/>
                </a:lnTo>
                <a:lnTo>
                  <a:pt x="1339" y="6984"/>
                </a:lnTo>
                <a:lnTo>
                  <a:pt x="1363" y="7008"/>
                </a:lnTo>
                <a:lnTo>
                  <a:pt x="1582" y="7227"/>
                </a:lnTo>
                <a:lnTo>
                  <a:pt x="1826" y="7422"/>
                </a:lnTo>
                <a:lnTo>
                  <a:pt x="2142" y="7738"/>
                </a:lnTo>
                <a:lnTo>
                  <a:pt x="2434" y="8103"/>
                </a:lnTo>
                <a:lnTo>
                  <a:pt x="2799" y="8541"/>
                </a:lnTo>
                <a:lnTo>
                  <a:pt x="3018" y="8785"/>
                </a:lnTo>
                <a:lnTo>
                  <a:pt x="3139" y="8882"/>
                </a:lnTo>
                <a:lnTo>
                  <a:pt x="3261" y="8955"/>
                </a:lnTo>
                <a:lnTo>
                  <a:pt x="3091" y="9077"/>
                </a:lnTo>
                <a:lnTo>
                  <a:pt x="2993" y="8931"/>
                </a:lnTo>
                <a:lnTo>
                  <a:pt x="2872" y="8785"/>
                </a:lnTo>
                <a:lnTo>
                  <a:pt x="2580" y="8517"/>
                </a:lnTo>
                <a:lnTo>
                  <a:pt x="2020" y="8079"/>
                </a:lnTo>
                <a:lnTo>
                  <a:pt x="1388" y="7495"/>
                </a:lnTo>
                <a:lnTo>
                  <a:pt x="755" y="6911"/>
                </a:lnTo>
                <a:close/>
                <a:moveTo>
                  <a:pt x="9490" y="8760"/>
                </a:moveTo>
                <a:lnTo>
                  <a:pt x="9369" y="8785"/>
                </a:lnTo>
                <a:lnTo>
                  <a:pt x="9271" y="8833"/>
                </a:lnTo>
                <a:lnTo>
                  <a:pt x="9101" y="9004"/>
                </a:lnTo>
                <a:lnTo>
                  <a:pt x="8931" y="9174"/>
                </a:lnTo>
                <a:lnTo>
                  <a:pt x="8760" y="9344"/>
                </a:lnTo>
                <a:lnTo>
                  <a:pt x="8566" y="9515"/>
                </a:lnTo>
                <a:lnTo>
                  <a:pt x="8103" y="9904"/>
                </a:lnTo>
                <a:lnTo>
                  <a:pt x="7617" y="10318"/>
                </a:lnTo>
                <a:lnTo>
                  <a:pt x="7276" y="10609"/>
                </a:lnTo>
                <a:lnTo>
                  <a:pt x="7081" y="10780"/>
                </a:lnTo>
                <a:lnTo>
                  <a:pt x="6887" y="10999"/>
                </a:lnTo>
                <a:lnTo>
                  <a:pt x="6716" y="11193"/>
                </a:lnTo>
                <a:lnTo>
                  <a:pt x="6595" y="11437"/>
                </a:lnTo>
                <a:lnTo>
                  <a:pt x="6570" y="11534"/>
                </a:lnTo>
                <a:lnTo>
                  <a:pt x="6546" y="11656"/>
                </a:lnTo>
                <a:lnTo>
                  <a:pt x="6546" y="11753"/>
                </a:lnTo>
                <a:lnTo>
                  <a:pt x="6570" y="11850"/>
                </a:lnTo>
                <a:lnTo>
                  <a:pt x="6619" y="11948"/>
                </a:lnTo>
                <a:lnTo>
                  <a:pt x="6668" y="11996"/>
                </a:lnTo>
                <a:lnTo>
                  <a:pt x="6765" y="12021"/>
                </a:lnTo>
                <a:lnTo>
                  <a:pt x="6838" y="12021"/>
                </a:lnTo>
                <a:lnTo>
                  <a:pt x="6935" y="11972"/>
                </a:lnTo>
                <a:lnTo>
                  <a:pt x="7033" y="11923"/>
                </a:lnTo>
                <a:lnTo>
                  <a:pt x="7154" y="11777"/>
                </a:lnTo>
                <a:lnTo>
                  <a:pt x="7422" y="11461"/>
                </a:lnTo>
                <a:lnTo>
                  <a:pt x="7641" y="11242"/>
                </a:lnTo>
                <a:lnTo>
                  <a:pt x="7860" y="11023"/>
                </a:lnTo>
                <a:lnTo>
                  <a:pt x="8322" y="10634"/>
                </a:lnTo>
                <a:lnTo>
                  <a:pt x="8736" y="10318"/>
                </a:lnTo>
                <a:lnTo>
                  <a:pt x="9174" y="9977"/>
                </a:lnTo>
                <a:lnTo>
                  <a:pt x="9393" y="9807"/>
                </a:lnTo>
                <a:lnTo>
                  <a:pt x="9563" y="9612"/>
                </a:lnTo>
                <a:lnTo>
                  <a:pt x="9709" y="9393"/>
                </a:lnTo>
                <a:lnTo>
                  <a:pt x="9831" y="9174"/>
                </a:lnTo>
                <a:lnTo>
                  <a:pt x="9855" y="9052"/>
                </a:lnTo>
                <a:lnTo>
                  <a:pt x="9855" y="8931"/>
                </a:lnTo>
                <a:lnTo>
                  <a:pt x="9782" y="8858"/>
                </a:lnTo>
                <a:lnTo>
                  <a:pt x="9709" y="8809"/>
                </a:lnTo>
                <a:lnTo>
                  <a:pt x="9588" y="8760"/>
                </a:lnTo>
                <a:close/>
                <a:moveTo>
                  <a:pt x="2045" y="13359"/>
                </a:moveTo>
                <a:lnTo>
                  <a:pt x="2166" y="13408"/>
                </a:lnTo>
                <a:lnTo>
                  <a:pt x="2166" y="13481"/>
                </a:lnTo>
                <a:lnTo>
                  <a:pt x="2166" y="13554"/>
                </a:lnTo>
                <a:lnTo>
                  <a:pt x="2118" y="13627"/>
                </a:lnTo>
                <a:lnTo>
                  <a:pt x="2069" y="13675"/>
                </a:lnTo>
                <a:lnTo>
                  <a:pt x="1947" y="13773"/>
                </a:lnTo>
                <a:lnTo>
                  <a:pt x="1826" y="13870"/>
                </a:lnTo>
                <a:lnTo>
                  <a:pt x="1655" y="13943"/>
                </a:lnTo>
                <a:lnTo>
                  <a:pt x="1461" y="14016"/>
                </a:lnTo>
                <a:lnTo>
                  <a:pt x="1461" y="14016"/>
                </a:lnTo>
                <a:lnTo>
                  <a:pt x="1607" y="13821"/>
                </a:lnTo>
                <a:lnTo>
                  <a:pt x="1753" y="13627"/>
                </a:lnTo>
                <a:lnTo>
                  <a:pt x="1874" y="13481"/>
                </a:lnTo>
                <a:lnTo>
                  <a:pt x="1972" y="13383"/>
                </a:lnTo>
                <a:lnTo>
                  <a:pt x="1996" y="13383"/>
                </a:lnTo>
                <a:lnTo>
                  <a:pt x="2045" y="13359"/>
                </a:lnTo>
                <a:close/>
                <a:moveTo>
                  <a:pt x="1996" y="12872"/>
                </a:moveTo>
                <a:lnTo>
                  <a:pt x="1899" y="12897"/>
                </a:lnTo>
                <a:lnTo>
                  <a:pt x="1826" y="12921"/>
                </a:lnTo>
                <a:lnTo>
                  <a:pt x="1655" y="13018"/>
                </a:lnTo>
                <a:lnTo>
                  <a:pt x="1534" y="13140"/>
                </a:lnTo>
                <a:lnTo>
                  <a:pt x="1388" y="13286"/>
                </a:lnTo>
                <a:lnTo>
                  <a:pt x="1242" y="13456"/>
                </a:lnTo>
                <a:lnTo>
                  <a:pt x="998" y="13797"/>
                </a:lnTo>
                <a:lnTo>
                  <a:pt x="925" y="13967"/>
                </a:lnTo>
                <a:lnTo>
                  <a:pt x="828" y="14138"/>
                </a:lnTo>
                <a:lnTo>
                  <a:pt x="804" y="14235"/>
                </a:lnTo>
                <a:lnTo>
                  <a:pt x="779" y="14308"/>
                </a:lnTo>
                <a:lnTo>
                  <a:pt x="779" y="14405"/>
                </a:lnTo>
                <a:lnTo>
                  <a:pt x="828" y="14478"/>
                </a:lnTo>
                <a:lnTo>
                  <a:pt x="877" y="14527"/>
                </a:lnTo>
                <a:lnTo>
                  <a:pt x="925" y="14576"/>
                </a:lnTo>
                <a:lnTo>
                  <a:pt x="1047" y="14576"/>
                </a:lnTo>
                <a:lnTo>
                  <a:pt x="1120" y="14551"/>
                </a:lnTo>
                <a:lnTo>
                  <a:pt x="1266" y="14551"/>
                </a:lnTo>
                <a:lnTo>
                  <a:pt x="1412" y="14527"/>
                </a:lnTo>
                <a:lnTo>
                  <a:pt x="1582" y="14478"/>
                </a:lnTo>
                <a:lnTo>
                  <a:pt x="1728" y="14430"/>
                </a:lnTo>
                <a:lnTo>
                  <a:pt x="2020" y="14284"/>
                </a:lnTo>
                <a:lnTo>
                  <a:pt x="2239" y="14138"/>
                </a:lnTo>
                <a:lnTo>
                  <a:pt x="2361" y="14040"/>
                </a:lnTo>
                <a:lnTo>
                  <a:pt x="2483" y="13919"/>
                </a:lnTo>
                <a:lnTo>
                  <a:pt x="2556" y="13773"/>
                </a:lnTo>
                <a:lnTo>
                  <a:pt x="2629" y="13627"/>
                </a:lnTo>
                <a:lnTo>
                  <a:pt x="2653" y="13481"/>
                </a:lnTo>
                <a:lnTo>
                  <a:pt x="2653" y="13408"/>
                </a:lnTo>
                <a:lnTo>
                  <a:pt x="2629" y="13335"/>
                </a:lnTo>
                <a:lnTo>
                  <a:pt x="2604" y="13262"/>
                </a:lnTo>
                <a:lnTo>
                  <a:pt x="2556" y="13189"/>
                </a:lnTo>
                <a:lnTo>
                  <a:pt x="2483" y="13140"/>
                </a:lnTo>
                <a:lnTo>
                  <a:pt x="2385" y="13091"/>
                </a:lnTo>
                <a:lnTo>
                  <a:pt x="2288" y="12970"/>
                </a:lnTo>
                <a:lnTo>
                  <a:pt x="2166" y="12897"/>
                </a:lnTo>
                <a:lnTo>
                  <a:pt x="2069" y="12872"/>
                </a:lnTo>
                <a:close/>
                <a:moveTo>
                  <a:pt x="15525" y="560"/>
                </a:moveTo>
                <a:lnTo>
                  <a:pt x="16084" y="633"/>
                </a:lnTo>
                <a:lnTo>
                  <a:pt x="16644" y="706"/>
                </a:lnTo>
                <a:lnTo>
                  <a:pt x="17204" y="828"/>
                </a:lnTo>
                <a:lnTo>
                  <a:pt x="17763" y="974"/>
                </a:lnTo>
                <a:lnTo>
                  <a:pt x="17666" y="1023"/>
                </a:lnTo>
                <a:lnTo>
                  <a:pt x="17593" y="1096"/>
                </a:lnTo>
                <a:lnTo>
                  <a:pt x="17496" y="1169"/>
                </a:lnTo>
                <a:lnTo>
                  <a:pt x="17496" y="1193"/>
                </a:lnTo>
                <a:lnTo>
                  <a:pt x="17520" y="1217"/>
                </a:lnTo>
                <a:lnTo>
                  <a:pt x="17569" y="1266"/>
                </a:lnTo>
                <a:lnTo>
                  <a:pt x="17617" y="1290"/>
                </a:lnTo>
                <a:lnTo>
                  <a:pt x="17739" y="1315"/>
                </a:lnTo>
                <a:lnTo>
                  <a:pt x="17861" y="1290"/>
                </a:lnTo>
                <a:lnTo>
                  <a:pt x="17934" y="1290"/>
                </a:lnTo>
                <a:lnTo>
                  <a:pt x="17982" y="1242"/>
                </a:lnTo>
                <a:lnTo>
                  <a:pt x="18007" y="1363"/>
                </a:lnTo>
                <a:lnTo>
                  <a:pt x="18031" y="1461"/>
                </a:lnTo>
                <a:lnTo>
                  <a:pt x="17909" y="1485"/>
                </a:lnTo>
                <a:lnTo>
                  <a:pt x="17812" y="1534"/>
                </a:lnTo>
                <a:lnTo>
                  <a:pt x="17715" y="1582"/>
                </a:lnTo>
                <a:lnTo>
                  <a:pt x="17617" y="1655"/>
                </a:lnTo>
                <a:lnTo>
                  <a:pt x="17593" y="1680"/>
                </a:lnTo>
                <a:lnTo>
                  <a:pt x="17593" y="1753"/>
                </a:lnTo>
                <a:lnTo>
                  <a:pt x="17617" y="1801"/>
                </a:lnTo>
                <a:lnTo>
                  <a:pt x="17690" y="1826"/>
                </a:lnTo>
                <a:lnTo>
                  <a:pt x="17739" y="1850"/>
                </a:lnTo>
                <a:lnTo>
                  <a:pt x="17812" y="1874"/>
                </a:lnTo>
                <a:lnTo>
                  <a:pt x="17958" y="1850"/>
                </a:lnTo>
                <a:lnTo>
                  <a:pt x="18080" y="1801"/>
                </a:lnTo>
                <a:lnTo>
                  <a:pt x="18104" y="1996"/>
                </a:lnTo>
                <a:lnTo>
                  <a:pt x="17909" y="2069"/>
                </a:lnTo>
                <a:lnTo>
                  <a:pt x="17788" y="2118"/>
                </a:lnTo>
                <a:lnTo>
                  <a:pt x="17690" y="2215"/>
                </a:lnTo>
                <a:lnTo>
                  <a:pt x="17642" y="2264"/>
                </a:lnTo>
                <a:lnTo>
                  <a:pt x="17642" y="2361"/>
                </a:lnTo>
                <a:lnTo>
                  <a:pt x="17666" y="2410"/>
                </a:lnTo>
                <a:lnTo>
                  <a:pt x="17739" y="2458"/>
                </a:lnTo>
                <a:lnTo>
                  <a:pt x="17836" y="2483"/>
                </a:lnTo>
                <a:lnTo>
                  <a:pt x="17934" y="2458"/>
                </a:lnTo>
                <a:lnTo>
                  <a:pt x="18128" y="2410"/>
                </a:lnTo>
                <a:lnTo>
                  <a:pt x="18153" y="2531"/>
                </a:lnTo>
                <a:lnTo>
                  <a:pt x="18007" y="2555"/>
                </a:lnTo>
                <a:lnTo>
                  <a:pt x="17836" y="2604"/>
                </a:lnTo>
                <a:lnTo>
                  <a:pt x="17763" y="2653"/>
                </a:lnTo>
                <a:lnTo>
                  <a:pt x="17715" y="2726"/>
                </a:lnTo>
                <a:lnTo>
                  <a:pt x="17690" y="2823"/>
                </a:lnTo>
                <a:lnTo>
                  <a:pt x="17690" y="2896"/>
                </a:lnTo>
                <a:lnTo>
                  <a:pt x="17739" y="2945"/>
                </a:lnTo>
                <a:lnTo>
                  <a:pt x="17812" y="2993"/>
                </a:lnTo>
                <a:lnTo>
                  <a:pt x="18153" y="2993"/>
                </a:lnTo>
                <a:lnTo>
                  <a:pt x="18177" y="2969"/>
                </a:lnTo>
                <a:lnTo>
                  <a:pt x="18177" y="3261"/>
                </a:lnTo>
                <a:lnTo>
                  <a:pt x="17739" y="3383"/>
                </a:lnTo>
                <a:lnTo>
                  <a:pt x="17690" y="3407"/>
                </a:lnTo>
                <a:lnTo>
                  <a:pt x="17666" y="3431"/>
                </a:lnTo>
                <a:lnTo>
                  <a:pt x="17617" y="3529"/>
                </a:lnTo>
                <a:lnTo>
                  <a:pt x="17617" y="3577"/>
                </a:lnTo>
                <a:lnTo>
                  <a:pt x="17642" y="3626"/>
                </a:lnTo>
                <a:lnTo>
                  <a:pt x="17666" y="3650"/>
                </a:lnTo>
                <a:lnTo>
                  <a:pt x="17715" y="3699"/>
                </a:lnTo>
                <a:lnTo>
                  <a:pt x="17812" y="3723"/>
                </a:lnTo>
                <a:lnTo>
                  <a:pt x="17934" y="3723"/>
                </a:lnTo>
                <a:lnTo>
                  <a:pt x="18153" y="3699"/>
                </a:lnTo>
                <a:lnTo>
                  <a:pt x="18153" y="3699"/>
                </a:lnTo>
                <a:lnTo>
                  <a:pt x="18104" y="4186"/>
                </a:lnTo>
                <a:lnTo>
                  <a:pt x="17934" y="4088"/>
                </a:lnTo>
                <a:lnTo>
                  <a:pt x="17739" y="4040"/>
                </a:lnTo>
                <a:lnTo>
                  <a:pt x="17642" y="4015"/>
                </a:lnTo>
                <a:lnTo>
                  <a:pt x="17569" y="4040"/>
                </a:lnTo>
                <a:lnTo>
                  <a:pt x="17471" y="4064"/>
                </a:lnTo>
                <a:lnTo>
                  <a:pt x="17423" y="4137"/>
                </a:lnTo>
                <a:lnTo>
                  <a:pt x="17423" y="4186"/>
                </a:lnTo>
                <a:lnTo>
                  <a:pt x="17496" y="4283"/>
                </a:lnTo>
                <a:lnTo>
                  <a:pt x="17617" y="4332"/>
                </a:lnTo>
                <a:lnTo>
                  <a:pt x="17812" y="4429"/>
                </a:lnTo>
                <a:lnTo>
                  <a:pt x="17982" y="4526"/>
                </a:lnTo>
                <a:lnTo>
                  <a:pt x="18055" y="4551"/>
                </a:lnTo>
                <a:lnTo>
                  <a:pt x="17958" y="4940"/>
                </a:lnTo>
                <a:lnTo>
                  <a:pt x="17690" y="4843"/>
                </a:lnTo>
                <a:lnTo>
                  <a:pt x="17471" y="4721"/>
                </a:lnTo>
                <a:lnTo>
                  <a:pt x="17228" y="4648"/>
                </a:lnTo>
                <a:lnTo>
                  <a:pt x="17155" y="4648"/>
                </a:lnTo>
                <a:lnTo>
                  <a:pt x="17155" y="4672"/>
                </a:lnTo>
                <a:lnTo>
                  <a:pt x="17155" y="4721"/>
                </a:lnTo>
                <a:lnTo>
                  <a:pt x="17204" y="4818"/>
                </a:lnTo>
                <a:lnTo>
                  <a:pt x="17252" y="4891"/>
                </a:lnTo>
                <a:lnTo>
                  <a:pt x="17350" y="4989"/>
                </a:lnTo>
                <a:lnTo>
                  <a:pt x="17423" y="5062"/>
                </a:lnTo>
                <a:lnTo>
                  <a:pt x="17642" y="5183"/>
                </a:lnTo>
                <a:lnTo>
                  <a:pt x="17861" y="5256"/>
                </a:lnTo>
                <a:lnTo>
                  <a:pt x="17739" y="5621"/>
                </a:lnTo>
                <a:lnTo>
                  <a:pt x="17617" y="5938"/>
                </a:lnTo>
                <a:lnTo>
                  <a:pt x="17569" y="5889"/>
                </a:lnTo>
                <a:lnTo>
                  <a:pt x="17520" y="5840"/>
                </a:lnTo>
                <a:lnTo>
                  <a:pt x="17398" y="5743"/>
                </a:lnTo>
                <a:lnTo>
                  <a:pt x="17301" y="5670"/>
                </a:lnTo>
                <a:lnTo>
                  <a:pt x="17179" y="5597"/>
                </a:lnTo>
                <a:lnTo>
                  <a:pt x="17082" y="5573"/>
                </a:lnTo>
                <a:lnTo>
                  <a:pt x="16985" y="5548"/>
                </a:lnTo>
                <a:lnTo>
                  <a:pt x="16887" y="5548"/>
                </a:lnTo>
                <a:lnTo>
                  <a:pt x="16766" y="5597"/>
                </a:lnTo>
                <a:lnTo>
                  <a:pt x="16741" y="5621"/>
                </a:lnTo>
                <a:lnTo>
                  <a:pt x="16741" y="5670"/>
                </a:lnTo>
                <a:lnTo>
                  <a:pt x="16741" y="5719"/>
                </a:lnTo>
                <a:lnTo>
                  <a:pt x="16766" y="5743"/>
                </a:lnTo>
                <a:lnTo>
                  <a:pt x="16863" y="5840"/>
                </a:lnTo>
                <a:lnTo>
                  <a:pt x="16936" y="5913"/>
                </a:lnTo>
                <a:lnTo>
                  <a:pt x="17009" y="5962"/>
                </a:lnTo>
                <a:lnTo>
                  <a:pt x="17228" y="6132"/>
                </a:lnTo>
                <a:lnTo>
                  <a:pt x="17325" y="6181"/>
                </a:lnTo>
                <a:lnTo>
                  <a:pt x="17447" y="6205"/>
                </a:lnTo>
                <a:lnTo>
                  <a:pt x="17496" y="6205"/>
                </a:lnTo>
                <a:lnTo>
                  <a:pt x="17325" y="6473"/>
                </a:lnTo>
                <a:lnTo>
                  <a:pt x="17204" y="6473"/>
                </a:lnTo>
                <a:lnTo>
                  <a:pt x="17106" y="6449"/>
                </a:lnTo>
                <a:lnTo>
                  <a:pt x="17009" y="6400"/>
                </a:lnTo>
                <a:lnTo>
                  <a:pt x="16936" y="6351"/>
                </a:lnTo>
                <a:lnTo>
                  <a:pt x="16814" y="6230"/>
                </a:lnTo>
                <a:lnTo>
                  <a:pt x="16668" y="6108"/>
                </a:lnTo>
                <a:lnTo>
                  <a:pt x="16522" y="6035"/>
                </a:lnTo>
                <a:lnTo>
                  <a:pt x="16449" y="6011"/>
                </a:lnTo>
                <a:lnTo>
                  <a:pt x="16352" y="6011"/>
                </a:lnTo>
                <a:lnTo>
                  <a:pt x="16279" y="6035"/>
                </a:lnTo>
                <a:lnTo>
                  <a:pt x="16182" y="6084"/>
                </a:lnTo>
                <a:lnTo>
                  <a:pt x="16133" y="6132"/>
                </a:lnTo>
                <a:lnTo>
                  <a:pt x="16133" y="6181"/>
                </a:lnTo>
                <a:lnTo>
                  <a:pt x="16182" y="6230"/>
                </a:lnTo>
                <a:lnTo>
                  <a:pt x="16230" y="6254"/>
                </a:lnTo>
                <a:lnTo>
                  <a:pt x="16303" y="6254"/>
                </a:lnTo>
                <a:lnTo>
                  <a:pt x="16401" y="6303"/>
                </a:lnTo>
                <a:lnTo>
                  <a:pt x="16547" y="6424"/>
                </a:lnTo>
                <a:lnTo>
                  <a:pt x="16693" y="6570"/>
                </a:lnTo>
                <a:lnTo>
                  <a:pt x="16814" y="6692"/>
                </a:lnTo>
                <a:lnTo>
                  <a:pt x="16936" y="6789"/>
                </a:lnTo>
                <a:lnTo>
                  <a:pt x="17082" y="6838"/>
                </a:lnTo>
                <a:lnTo>
                  <a:pt x="16668" y="7325"/>
                </a:lnTo>
                <a:lnTo>
                  <a:pt x="16157" y="7106"/>
                </a:lnTo>
                <a:lnTo>
                  <a:pt x="16011" y="7033"/>
                </a:lnTo>
                <a:lnTo>
                  <a:pt x="15865" y="7008"/>
                </a:lnTo>
                <a:lnTo>
                  <a:pt x="15744" y="7008"/>
                </a:lnTo>
                <a:lnTo>
                  <a:pt x="15598" y="7057"/>
                </a:lnTo>
                <a:lnTo>
                  <a:pt x="15573" y="7081"/>
                </a:lnTo>
                <a:lnTo>
                  <a:pt x="15549" y="7106"/>
                </a:lnTo>
                <a:lnTo>
                  <a:pt x="15549" y="7154"/>
                </a:lnTo>
                <a:lnTo>
                  <a:pt x="15573" y="7179"/>
                </a:lnTo>
                <a:lnTo>
                  <a:pt x="15646" y="7276"/>
                </a:lnTo>
                <a:lnTo>
                  <a:pt x="15744" y="7349"/>
                </a:lnTo>
                <a:lnTo>
                  <a:pt x="15987" y="7495"/>
                </a:lnTo>
                <a:lnTo>
                  <a:pt x="16328" y="7665"/>
                </a:lnTo>
                <a:lnTo>
                  <a:pt x="16036" y="7957"/>
                </a:lnTo>
                <a:lnTo>
                  <a:pt x="15890" y="7909"/>
                </a:lnTo>
                <a:lnTo>
                  <a:pt x="15744" y="7884"/>
                </a:lnTo>
                <a:lnTo>
                  <a:pt x="15598" y="7860"/>
                </a:lnTo>
                <a:lnTo>
                  <a:pt x="15452" y="7836"/>
                </a:lnTo>
                <a:lnTo>
                  <a:pt x="15160" y="7690"/>
                </a:lnTo>
                <a:lnTo>
                  <a:pt x="15014" y="7641"/>
                </a:lnTo>
                <a:lnTo>
                  <a:pt x="14868" y="7592"/>
                </a:lnTo>
                <a:lnTo>
                  <a:pt x="14819" y="7617"/>
                </a:lnTo>
                <a:lnTo>
                  <a:pt x="14770" y="7665"/>
                </a:lnTo>
                <a:lnTo>
                  <a:pt x="14770" y="7714"/>
                </a:lnTo>
                <a:lnTo>
                  <a:pt x="14770" y="7763"/>
                </a:lnTo>
                <a:lnTo>
                  <a:pt x="14843" y="7860"/>
                </a:lnTo>
                <a:lnTo>
                  <a:pt x="14916" y="7957"/>
                </a:lnTo>
                <a:lnTo>
                  <a:pt x="15135" y="8128"/>
                </a:lnTo>
                <a:lnTo>
                  <a:pt x="15427" y="8249"/>
                </a:lnTo>
                <a:lnTo>
                  <a:pt x="15549" y="8298"/>
                </a:lnTo>
                <a:lnTo>
                  <a:pt x="15695" y="8322"/>
                </a:lnTo>
                <a:lnTo>
                  <a:pt x="15403" y="8639"/>
                </a:lnTo>
                <a:lnTo>
                  <a:pt x="15184" y="8590"/>
                </a:lnTo>
                <a:lnTo>
                  <a:pt x="14965" y="8541"/>
                </a:lnTo>
                <a:lnTo>
                  <a:pt x="14770" y="8468"/>
                </a:lnTo>
                <a:lnTo>
                  <a:pt x="14576" y="8347"/>
                </a:lnTo>
                <a:lnTo>
                  <a:pt x="14551" y="8322"/>
                </a:lnTo>
                <a:lnTo>
                  <a:pt x="14503" y="8322"/>
                </a:lnTo>
                <a:lnTo>
                  <a:pt x="14454" y="8371"/>
                </a:lnTo>
                <a:lnTo>
                  <a:pt x="14430" y="8420"/>
                </a:lnTo>
                <a:lnTo>
                  <a:pt x="14430" y="8493"/>
                </a:lnTo>
                <a:lnTo>
                  <a:pt x="14478" y="8590"/>
                </a:lnTo>
                <a:lnTo>
                  <a:pt x="14551" y="8687"/>
                </a:lnTo>
                <a:lnTo>
                  <a:pt x="14722" y="8809"/>
                </a:lnTo>
                <a:lnTo>
                  <a:pt x="14892" y="8906"/>
                </a:lnTo>
                <a:lnTo>
                  <a:pt x="15111" y="8979"/>
                </a:lnTo>
                <a:lnTo>
                  <a:pt x="14843" y="9271"/>
                </a:lnTo>
                <a:lnTo>
                  <a:pt x="14795" y="9247"/>
                </a:lnTo>
                <a:lnTo>
                  <a:pt x="14503" y="9150"/>
                </a:lnTo>
                <a:lnTo>
                  <a:pt x="14211" y="9052"/>
                </a:lnTo>
                <a:lnTo>
                  <a:pt x="13919" y="8955"/>
                </a:lnTo>
                <a:lnTo>
                  <a:pt x="13627" y="8858"/>
                </a:lnTo>
                <a:lnTo>
                  <a:pt x="13578" y="8858"/>
                </a:lnTo>
                <a:lnTo>
                  <a:pt x="13554" y="8882"/>
                </a:lnTo>
                <a:lnTo>
                  <a:pt x="13529" y="8931"/>
                </a:lnTo>
                <a:lnTo>
                  <a:pt x="13554" y="8955"/>
                </a:lnTo>
                <a:lnTo>
                  <a:pt x="13627" y="9077"/>
                </a:lnTo>
                <a:lnTo>
                  <a:pt x="13748" y="9198"/>
                </a:lnTo>
                <a:lnTo>
                  <a:pt x="13846" y="9296"/>
                </a:lnTo>
                <a:lnTo>
                  <a:pt x="13992" y="9369"/>
                </a:lnTo>
                <a:lnTo>
                  <a:pt x="14284" y="9515"/>
                </a:lnTo>
                <a:lnTo>
                  <a:pt x="14576" y="9612"/>
                </a:lnTo>
                <a:lnTo>
                  <a:pt x="14211" y="10001"/>
                </a:lnTo>
                <a:lnTo>
                  <a:pt x="14186" y="9953"/>
                </a:lnTo>
                <a:lnTo>
                  <a:pt x="14113" y="9904"/>
                </a:lnTo>
                <a:lnTo>
                  <a:pt x="13846" y="9709"/>
                </a:lnTo>
                <a:lnTo>
                  <a:pt x="13529" y="9563"/>
                </a:lnTo>
                <a:lnTo>
                  <a:pt x="13359" y="9490"/>
                </a:lnTo>
                <a:lnTo>
                  <a:pt x="13213" y="9442"/>
                </a:lnTo>
                <a:lnTo>
                  <a:pt x="13043" y="9393"/>
                </a:lnTo>
                <a:lnTo>
                  <a:pt x="12824" y="9393"/>
                </a:lnTo>
                <a:lnTo>
                  <a:pt x="12799" y="9442"/>
                </a:lnTo>
                <a:lnTo>
                  <a:pt x="12799" y="9490"/>
                </a:lnTo>
                <a:lnTo>
                  <a:pt x="12824" y="9515"/>
                </a:lnTo>
                <a:lnTo>
                  <a:pt x="13067" y="9734"/>
                </a:lnTo>
                <a:lnTo>
                  <a:pt x="13335" y="9904"/>
                </a:lnTo>
                <a:lnTo>
                  <a:pt x="13627" y="10074"/>
                </a:lnTo>
                <a:lnTo>
                  <a:pt x="13919" y="10220"/>
                </a:lnTo>
                <a:lnTo>
                  <a:pt x="13967" y="10245"/>
                </a:lnTo>
                <a:lnTo>
                  <a:pt x="13894" y="10318"/>
                </a:lnTo>
                <a:lnTo>
                  <a:pt x="13748" y="10464"/>
                </a:lnTo>
                <a:lnTo>
                  <a:pt x="13700" y="10391"/>
                </a:lnTo>
                <a:lnTo>
                  <a:pt x="13627" y="10318"/>
                </a:lnTo>
                <a:lnTo>
                  <a:pt x="13456" y="10220"/>
                </a:lnTo>
                <a:lnTo>
                  <a:pt x="13091" y="10074"/>
                </a:lnTo>
                <a:lnTo>
                  <a:pt x="12897" y="10026"/>
                </a:lnTo>
                <a:lnTo>
                  <a:pt x="12702" y="9953"/>
                </a:lnTo>
                <a:lnTo>
                  <a:pt x="12507" y="9928"/>
                </a:lnTo>
                <a:lnTo>
                  <a:pt x="12288" y="9904"/>
                </a:lnTo>
                <a:lnTo>
                  <a:pt x="12240" y="9904"/>
                </a:lnTo>
                <a:lnTo>
                  <a:pt x="12215" y="9928"/>
                </a:lnTo>
                <a:lnTo>
                  <a:pt x="12191" y="9977"/>
                </a:lnTo>
                <a:lnTo>
                  <a:pt x="12215" y="10050"/>
                </a:lnTo>
                <a:lnTo>
                  <a:pt x="12264" y="10099"/>
                </a:lnTo>
                <a:lnTo>
                  <a:pt x="12459" y="10196"/>
                </a:lnTo>
                <a:lnTo>
                  <a:pt x="12629" y="10293"/>
                </a:lnTo>
                <a:lnTo>
                  <a:pt x="12994" y="10512"/>
                </a:lnTo>
                <a:lnTo>
                  <a:pt x="13237" y="10634"/>
                </a:lnTo>
                <a:lnTo>
                  <a:pt x="13359" y="10682"/>
                </a:lnTo>
                <a:lnTo>
                  <a:pt x="13505" y="10707"/>
                </a:lnTo>
                <a:lnTo>
                  <a:pt x="12921" y="11291"/>
                </a:lnTo>
                <a:lnTo>
                  <a:pt x="12799" y="11193"/>
                </a:lnTo>
                <a:lnTo>
                  <a:pt x="12653" y="11096"/>
                </a:lnTo>
                <a:lnTo>
                  <a:pt x="12434" y="10974"/>
                </a:lnTo>
                <a:lnTo>
                  <a:pt x="12240" y="10828"/>
                </a:lnTo>
                <a:lnTo>
                  <a:pt x="12021" y="10682"/>
                </a:lnTo>
                <a:lnTo>
                  <a:pt x="11802" y="10585"/>
                </a:lnTo>
                <a:lnTo>
                  <a:pt x="11680" y="10537"/>
                </a:lnTo>
                <a:lnTo>
                  <a:pt x="11534" y="10537"/>
                </a:lnTo>
                <a:lnTo>
                  <a:pt x="11510" y="10561"/>
                </a:lnTo>
                <a:lnTo>
                  <a:pt x="11510" y="10585"/>
                </a:lnTo>
                <a:lnTo>
                  <a:pt x="11534" y="10609"/>
                </a:lnTo>
                <a:lnTo>
                  <a:pt x="11704" y="10804"/>
                </a:lnTo>
                <a:lnTo>
                  <a:pt x="11996" y="11072"/>
                </a:lnTo>
                <a:lnTo>
                  <a:pt x="12337" y="11364"/>
                </a:lnTo>
                <a:lnTo>
                  <a:pt x="12507" y="11461"/>
                </a:lnTo>
                <a:lnTo>
                  <a:pt x="12678" y="11534"/>
                </a:lnTo>
                <a:lnTo>
                  <a:pt x="12337" y="11875"/>
                </a:lnTo>
                <a:lnTo>
                  <a:pt x="12215" y="11826"/>
                </a:lnTo>
                <a:lnTo>
                  <a:pt x="12094" y="11777"/>
                </a:lnTo>
                <a:lnTo>
                  <a:pt x="11899" y="11680"/>
                </a:lnTo>
                <a:lnTo>
                  <a:pt x="11510" y="11437"/>
                </a:lnTo>
                <a:lnTo>
                  <a:pt x="11291" y="11339"/>
                </a:lnTo>
                <a:lnTo>
                  <a:pt x="11193" y="11315"/>
                </a:lnTo>
                <a:lnTo>
                  <a:pt x="11072" y="11291"/>
                </a:lnTo>
                <a:lnTo>
                  <a:pt x="10999" y="11315"/>
                </a:lnTo>
                <a:lnTo>
                  <a:pt x="10974" y="11364"/>
                </a:lnTo>
                <a:lnTo>
                  <a:pt x="10950" y="11437"/>
                </a:lnTo>
                <a:lnTo>
                  <a:pt x="10999" y="11485"/>
                </a:lnTo>
                <a:lnTo>
                  <a:pt x="11266" y="11704"/>
                </a:lnTo>
                <a:lnTo>
                  <a:pt x="11558" y="11923"/>
                </a:lnTo>
                <a:lnTo>
                  <a:pt x="11777" y="12069"/>
                </a:lnTo>
                <a:lnTo>
                  <a:pt x="12045" y="12191"/>
                </a:lnTo>
                <a:lnTo>
                  <a:pt x="11753" y="12483"/>
                </a:lnTo>
                <a:lnTo>
                  <a:pt x="11485" y="12264"/>
                </a:lnTo>
                <a:lnTo>
                  <a:pt x="11218" y="12045"/>
                </a:lnTo>
                <a:lnTo>
                  <a:pt x="11047" y="11899"/>
                </a:lnTo>
                <a:lnTo>
                  <a:pt x="10877" y="11777"/>
                </a:lnTo>
                <a:lnTo>
                  <a:pt x="10682" y="11680"/>
                </a:lnTo>
                <a:lnTo>
                  <a:pt x="10488" y="11631"/>
                </a:lnTo>
                <a:lnTo>
                  <a:pt x="10439" y="11656"/>
                </a:lnTo>
                <a:lnTo>
                  <a:pt x="10439" y="11680"/>
                </a:lnTo>
                <a:lnTo>
                  <a:pt x="10415" y="11704"/>
                </a:lnTo>
                <a:lnTo>
                  <a:pt x="10439" y="11753"/>
                </a:lnTo>
                <a:lnTo>
                  <a:pt x="11072" y="12410"/>
                </a:lnTo>
                <a:lnTo>
                  <a:pt x="11242" y="12605"/>
                </a:lnTo>
                <a:lnTo>
                  <a:pt x="11461" y="12775"/>
                </a:lnTo>
                <a:lnTo>
                  <a:pt x="11315" y="12945"/>
                </a:lnTo>
                <a:lnTo>
                  <a:pt x="11193" y="12848"/>
                </a:lnTo>
                <a:lnTo>
                  <a:pt x="11047" y="12775"/>
                </a:lnTo>
                <a:lnTo>
                  <a:pt x="10780" y="12629"/>
                </a:lnTo>
                <a:lnTo>
                  <a:pt x="10366" y="12361"/>
                </a:lnTo>
                <a:lnTo>
                  <a:pt x="10172" y="12215"/>
                </a:lnTo>
                <a:lnTo>
                  <a:pt x="9977" y="12069"/>
                </a:lnTo>
                <a:lnTo>
                  <a:pt x="9953" y="12045"/>
                </a:lnTo>
                <a:lnTo>
                  <a:pt x="9928" y="12069"/>
                </a:lnTo>
                <a:lnTo>
                  <a:pt x="9904" y="12094"/>
                </a:lnTo>
                <a:lnTo>
                  <a:pt x="9928" y="12118"/>
                </a:lnTo>
                <a:lnTo>
                  <a:pt x="10220" y="12532"/>
                </a:lnTo>
                <a:lnTo>
                  <a:pt x="10391" y="12702"/>
                </a:lnTo>
                <a:lnTo>
                  <a:pt x="10585" y="12897"/>
                </a:lnTo>
                <a:lnTo>
                  <a:pt x="10804" y="13067"/>
                </a:lnTo>
                <a:lnTo>
                  <a:pt x="10926" y="13140"/>
                </a:lnTo>
                <a:lnTo>
                  <a:pt x="11047" y="13213"/>
                </a:lnTo>
                <a:lnTo>
                  <a:pt x="10780" y="13456"/>
                </a:lnTo>
                <a:lnTo>
                  <a:pt x="10439" y="13213"/>
                </a:lnTo>
                <a:lnTo>
                  <a:pt x="10099" y="12970"/>
                </a:lnTo>
                <a:lnTo>
                  <a:pt x="9928" y="12872"/>
                </a:lnTo>
                <a:lnTo>
                  <a:pt x="9734" y="12799"/>
                </a:lnTo>
                <a:lnTo>
                  <a:pt x="9563" y="12726"/>
                </a:lnTo>
                <a:lnTo>
                  <a:pt x="9369" y="12726"/>
                </a:lnTo>
                <a:lnTo>
                  <a:pt x="9320" y="12751"/>
                </a:lnTo>
                <a:lnTo>
                  <a:pt x="9320" y="12775"/>
                </a:lnTo>
                <a:lnTo>
                  <a:pt x="9320" y="12799"/>
                </a:lnTo>
                <a:lnTo>
                  <a:pt x="9442" y="12921"/>
                </a:lnTo>
                <a:lnTo>
                  <a:pt x="9588" y="13043"/>
                </a:lnTo>
                <a:lnTo>
                  <a:pt x="9855" y="13262"/>
                </a:lnTo>
                <a:lnTo>
                  <a:pt x="10464" y="13773"/>
                </a:lnTo>
                <a:lnTo>
                  <a:pt x="10293" y="13943"/>
                </a:lnTo>
                <a:lnTo>
                  <a:pt x="10123" y="13821"/>
                </a:lnTo>
                <a:lnTo>
                  <a:pt x="9953" y="13724"/>
                </a:lnTo>
                <a:lnTo>
                  <a:pt x="9612" y="13554"/>
                </a:lnTo>
                <a:lnTo>
                  <a:pt x="9393" y="13408"/>
                </a:lnTo>
                <a:lnTo>
                  <a:pt x="9223" y="13237"/>
                </a:lnTo>
                <a:lnTo>
                  <a:pt x="9052" y="13067"/>
                </a:lnTo>
                <a:lnTo>
                  <a:pt x="8906" y="12848"/>
                </a:lnTo>
                <a:lnTo>
                  <a:pt x="8833" y="12799"/>
                </a:lnTo>
                <a:lnTo>
                  <a:pt x="8760" y="12799"/>
                </a:lnTo>
                <a:lnTo>
                  <a:pt x="8712" y="12824"/>
                </a:lnTo>
                <a:lnTo>
                  <a:pt x="8663" y="12897"/>
                </a:lnTo>
                <a:lnTo>
                  <a:pt x="8639" y="13018"/>
                </a:lnTo>
                <a:lnTo>
                  <a:pt x="8663" y="13164"/>
                </a:lnTo>
                <a:lnTo>
                  <a:pt x="8687" y="13286"/>
                </a:lnTo>
                <a:lnTo>
                  <a:pt x="8760" y="13408"/>
                </a:lnTo>
                <a:lnTo>
                  <a:pt x="8833" y="13529"/>
                </a:lnTo>
                <a:lnTo>
                  <a:pt x="8931" y="13627"/>
                </a:lnTo>
                <a:lnTo>
                  <a:pt x="9125" y="13821"/>
                </a:lnTo>
                <a:lnTo>
                  <a:pt x="9490" y="14089"/>
                </a:lnTo>
                <a:lnTo>
                  <a:pt x="9685" y="14211"/>
                </a:lnTo>
                <a:lnTo>
                  <a:pt x="9904" y="14308"/>
                </a:lnTo>
                <a:lnTo>
                  <a:pt x="9661" y="14527"/>
                </a:lnTo>
                <a:lnTo>
                  <a:pt x="9369" y="14381"/>
                </a:lnTo>
                <a:lnTo>
                  <a:pt x="9052" y="14235"/>
                </a:lnTo>
                <a:lnTo>
                  <a:pt x="8760" y="14089"/>
                </a:lnTo>
                <a:lnTo>
                  <a:pt x="8614" y="13992"/>
                </a:lnTo>
                <a:lnTo>
                  <a:pt x="8468" y="13919"/>
                </a:lnTo>
                <a:lnTo>
                  <a:pt x="8444" y="13894"/>
                </a:lnTo>
                <a:lnTo>
                  <a:pt x="8420" y="13894"/>
                </a:lnTo>
                <a:lnTo>
                  <a:pt x="8395" y="13919"/>
                </a:lnTo>
                <a:lnTo>
                  <a:pt x="8395" y="13967"/>
                </a:lnTo>
                <a:lnTo>
                  <a:pt x="8468" y="14138"/>
                </a:lnTo>
                <a:lnTo>
                  <a:pt x="8566" y="14308"/>
                </a:lnTo>
                <a:lnTo>
                  <a:pt x="8687" y="14430"/>
                </a:lnTo>
                <a:lnTo>
                  <a:pt x="8833" y="14551"/>
                </a:lnTo>
                <a:lnTo>
                  <a:pt x="9296" y="14868"/>
                </a:lnTo>
                <a:lnTo>
                  <a:pt x="9004" y="15160"/>
                </a:lnTo>
                <a:lnTo>
                  <a:pt x="8614" y="14770"/>
                </a:lnTo>
                <a:lnTo>
                  <a:pt x="8201" y="14405"/>
                </a:lnTo>
                <a:lnTo>
                  <a:pt x="7398" y="13700"/>
                </a:lnTo>
                <a:lnTo>
                  <a:pt x="6984" y="13359"/>
                </a:lnTo>
                <a:lnTo>
                  <a:pt x="6595" y="12994"/>
                </a:lnTo>
                <a:lnTo>
                  <a:pt x="6205" y="12605"/>
                </a:lnTo>
                <a:lnTo>
                  <a:pt x="5840" y="12215"/>
                </a:lnTo>
                <a:lnTo>
                  <a:pt x="5500" y="11777"/>
                </a:lnTo>
                <a:lnTo>
                  <a:pt x="5135" y="11315"/>
                </a:lnTo>
                <a:lnTo>
                  <a:pt x="4794" y="10901"/>
                </a:lnTo>
                <a:lnTo>
                  <a:pt x="4599" y="10682"/>
                </a:lnTo>
                <a:lnTo>
                  <a:pt x="4405" y="10488"/>
                </a:lnTo>
                <a:lnTo>
                  <a:pt x="4137" y="10269"/>
                </a:lnTo>
                <a:lnTo>
                  <a:pt x="3845" y="10074"/>
                </a:lnTo>
                <a:lnTo>
                  <a:pt x="3553" y="9855"/>
                </a:lnTo>
                <a:lnTo>
                  <a:pt x="3285" y="9661"/>
                </a:lnTo>
                <a:lnTo>
                  <a:pt x="3261" y="9588"/>
                </a:lnTo>
                <a:lnTo>
                  <a:pt x="3602" y="9296"/>
                </a:lnTo>
                <a:lnTo>
                  <a:pt x="3967" y="9004"/>
                </a:lnTo>
                <a:lnTo>
                  <a:pt x="4332" y="8712"/>
                </a:lnTo>
                <a:lnTo>
                  <a:pt x="4672" y="8420"/>
                </a:lnTo>
                <a:lnTo>
                  <a:pt x="5646" y="7519"/>
                </a:lnTo>
                <a:lnTo>
                  <a:pt x="6595" y="6595"/>
                </a:lnTo>
                <a:lnTo>
                  <a:pt x="6984" y="6205"/>
                </a:lnTo>
                <a:lnTo>
                  <a:pt x="7349" y="5792"/>
                </a:lnTo>
                <a:lnTo>
                  <a:pt x="8055" y="4940"/>
                </a:lnTo>
                <a:lnTo>
                  <a:pt x="8760" y="4088"/>
                </a:lnTo>
                <a:lnTo>
                  <a:pt x="9466" y="3237"/>
                </a:lnTo>
                <a:lnTo>
                  <a:pt x="9855" y="2799"/>
                </a:lnTo>
                <a:lnTo>
                  <a:pt x="10269" y="2410"/>
                </a:lnTo>
                <a:lnTo>
                  <a:pt x="10707" y="2045"/>
                </a:lnTo>
                <a:lnTo>
                  <a:pt x="11169" y="1704"/>
                </a:lnTo>
                <a:lnTo>
                  <a:pt x="11631" y="1412"/>
                </a:lnTo>
                <a:lnTo>
                  <a:pt x="12142" y="1144"/>
                </a:lnTo>
                <a:lnTo>
                  <a:pt x="12678" y="950"/>
                </a:lnTo>
                <a:lnTo>
                  <a:pt x="13237" y="779"/>
                </a:lnTo>
                <a:lnTo>
                  <a:pt x="13797" y="658"/>
                </a:lnTo>
                <a:lnTo>
                  <a:pt x="14381" y="585"/>
                </a:lnTo>
                <a:lnTo>
                  <a:pt x="14941" y="560"/>
                </a:lnTo>
                <a:close/>
                <a:moveTo>
                  <a:pt x="11777" y="13237"/>
                </a:moveTo>
                <a:lnTo>
                  <a:pt x="11777" y="13602"/>
                </a:lnTo>
                <a:lnTo>
                  <a:pt x="11753" y="13967"/>
                </a:lnTo>
                <a:lnTo>
                  <a:pt x="11704" y="14746"/>
                </a:lnTo>
                <a:lnTo>
                  <a:pt x="11680" y="15549"/>
                </a:lnTo>
                <a:lnTo>
                  <a:pt x="11656" y="16328"/>
                </a:lnTo>
                <a:lnTo>
                  <a:pt x="11485" y="16084"/>
                </a:lnTo>
                <a:lnTo>
                  <a:pt x="11291" y="15865"/>
                </a:lnTo>
                <a:lnTo>
                  <a:pt x="10877" y="15427"/>
                </a:lnTo>
                <a:lnTo>
                  <a:pt x="10755" y="15257"/>
                </a:lnTo>
                <a:lnTo>
                  <a:pt x="10610" y="15062"/>
                </a:lnTo>
                <a:lnTo>
                  <a:pt x="10464" y="14868"/>
                </a:lnTo>
                <a:lnTo>
                  <a:pt x="10366" y="14770"/>
                </a:lnTo>
                <a:lnTo>
                  <a:pt x="10293" y="14722"/>
                </a:lnTo>
                <a:lnTo>
                  <a:pt x="10731" y="14284"/>
                </a:lnTo>
                <a:lnTo>
                  <a:pt x="11266" y="13773"/>
                </a:lnTo>
                <a:lnTo>
                  <a:pt x="11777" y="13237"/>
                </a:lnTo>
                <a:close/>
                <a:moveTo>
                  <a:pt x="3431" y="14381"/>
                </a:moveTo>
                <a:lnTo>
                  <a:pt x="3553" y="14405"/>
                </a:lnTo>
                <a:lnTo>
                  <a:pt x="3699" y="14454"/>
                </a:lnTo>
                <a:lnTo>
                  <a:pt x="3699" y="14527"/>
                </a:lnTo>
                <a:lnTo>
                  <a:pt x="3723" y="14576"/>
                </a:lnTo>
                <a:lnTo>
                  <a:pt x="3602" y="14576"/>
                </a:lnTo>
                <a:lnTo>
                  <a:pt x="3553" y="14600"/>
                </a:lnTo>
                <a:lnTo>
                  <a:pt x="3504" y="14649"/>
                </a:lnTo>
                <a:lnTo>
                  <a:pt x="3334" y="14843"/>
                </a:lnTo>
                <a:lnTo>
                  <a:pt x="3164" y="15038"/>
                </a:lnTo>
                <a:lnTo>
                  <a:pt x="2969" y="15233"/>
                </a:lnTo>
                <a:lnTo>
                  <a:pt x="2896" y="15330"/>
                </a:lnTo>
                <a:lnTo>
                  <a:pt x="2847" y="15452"/>
                </a:lnTo>
                <a:lnTo>
                  <a:pt x="2847" y="15525"/>
                </a:lnTo>
                <a:lnTo>
                  <a:pt x="2872" y="15573"/>
                </a:lnTo>
                <a:lnTo>
                  <a:pt x="2896" y="15622"/>
                </a:lnTo>
                <a:lnTo>
                  <a:pt x="2945" y="15646"/>
                </a:lnTo>
                <a:lnTo>
                  <a:pt x="3115" y="15646"/>
                </a:lnTo>
                <a:lnTo>
                  <a:pt x="3237" y="15598"/>
                </a:lnTo>
                <a:lnTo>
                  <a:pt x="3358" y="15525"/>
                </a:lnTo>
                <a:lnTo>
                  <a:pt x="3480" y="15427"/>
                </a:lnTo>
                <a:lnTo>
                  <a:pt x="3699" y="15208"/>
                </a:lnTo>
                <a:lnTo>
                  <a:pt x="3894" y="14941"/>
                </a:lnTo>
                <a:lnTo>
                  <a:pt x="3918" y="14868"/>
                </a:lnTo>
                <a:lnTo>
                  <a:pt x="3918" y="14795"/>
                </a:lnTo>
                <a:lnTo>
                  <a:pt x="3918" y="14722"/>
                </a:lnTo>
                <a:lnTo>
                  <a:pt x="3869" y="14673"/>
                </a:lnTo>
                <a:lnTo>
                  <a:pt x="3918" y="14697"/>
                </a:lnTo>
                <a:lnTo>
                  <a:pt x="3967" y="14770"/>
                </a:lnTo>
                <a:lnTo>
                  <a:pt x="3967" y="14819"/>
                </a:lnTo>
                <a:lnTo>
                  <a:pt x="3967" y="14892"/>
                </a:lnTo>
                <a:lnTo>
                  <a:pt x="3942" y="15087"/>
                </a:lnTo>
                <a:lnTo>
                  <a:pt x="3894" y="15281"/>
                </a:lnTo>
                <a:lnTo>
                  <a:pt x="3699" y="15671"/>
                </a:lnTo>
                <a:lnTo>
                  <a:pt x="3553" y="15938"/>
                </a:lnTo>
                <a:lnTo>
                  <a:pt x="3480" y="16060"/>
                </a:lnTo>
                <a:lnTo>
                  <a:pt x="3358" y="16157"/>
                </a:lnTo>
                <a:lnTo>
                  <a:pt x="3261" y="16230"/>
                </a:lnTo>
                <a:lnTo>
                  <a:pt x="3115" y="16303"/>
                </a:lnTo>
                <a:lnTo>
                  <a:pt x="2847" y="16376"/>
                </a:lnTo>
                <a:lnTo>
                  <a:pt x="2556" y="16425"/>
                </a:lnTo>
                <a:lnTo>
                  <a:pt x="2361" y="16449"/>
                </a:lnTo>
                <a:lnTo>
                  <a:pt x="2166" y="16449"/>
                </a:lnTo>
                <a:lnTo>
                  <a:pt x="2312" y="16182"/>
                </a:lnTo>
                <a:lnTo>
                  <a:pt x="2434" y="15890"/>
                </a:lnTo>
                <a:lnTo>
                  <a:pt x="2629" y="15403"/>
                </a:lnTo>
                <a:lnTo>
                  <a:pt x="2726" y="15160"/>
                </a:lnTo>
                <a:lnTo>
                  <a:pt x="2847" y="14916"/>
                </a:lnTo>
                <a:lnTo>
                  <a:pt x="2993" y="14697"/>
                </a:lnTo>
                <a:lnTo>
                  <a:pt x="3164" y="14503"/>
                </a:lnTo>
                <a:lnTo>
                  <a:pt x="3237" y="14430"/>
                </a:lnTo>
                <a:lnTo>
                  <a:pt x="3310" y="14405"/>
                </a:lnTo>
                <a:lnTo>
                  <a:pt x="3358" y="14381"/>
                </a:lnTo>
                <a:close/>
                <a:moveTo>
                  <a:pt x="3066" y="10001"/>
                </a:moveTo>
                <a:lnTo>
                  <a:pt x="3188" y="10147"/>
                </a:lnTo>
                <a:lnTo>
                  <a:pt x="3334" y="10293"/>
                </a:lnTo>
                <a:lnTo>
                  <a:pt x="3650" y="10488"/>
                </a:lnTo>
                <a:lnTo>
                  <a:pt x="3894" y="10682"/>
                </a:lnTo>
                <a:lnTo>
                  <a:pt x="4113" y="10877"/>
                </a:lnTo>
                <a:lnTo>
                  <a:pt x="4332" y="11096"/>
                </a:lnTo>
                <a:lnTo>
                  <a:pt x="4526" y="11315"/>
                </a:lnTo>
                <a:lnTo>
                  <a:pt x="4891" y="11777"/>
                </a:lnTo>
                <a:lnTo>
                  <a:pt x="5256" y="12264"/>
                </a:lnTo>
                <a:lnTo>
                  <a:pt x="5621" y="12702"/>
                </a:lnTo>
                <a:lnTo>
                  <a:pt x="6011" y="13140"/>
                </a:lnTo>
                <a:lnTo>
                  <a:pt x="6449" y="13529"/>
                </a:lnTo>
                <a:lnTo>
                  <a:pt x="6862" y="13919"/>
                </a:lnTo>
                <a:lnTo>
                  <a:pt x="7763" y="14697"/>
                </a:lnTo>
                <a:lnTo>
                  <a:pt x="8176" y="15087"/>
                </a:lnTo>
                <a:lnTo>
                  <a:pt x="8614" y="15500"/>
                </a:lnTo>
                <a:lnTo>
                  <a:pt x="8590" y="15525"/>
                </a:lnTo>
                <a:lnTo>
                  <a:pt x="8517" y="15573"/>
                </a:lnTo>
                <a:lnTo>
                  <a:pt x="8468" y="15646"/>
                </a:lnTo>
                <a:lnTo>
                  <a:pt x="8468" y="15719"/>
                </a:lnTo>
                <a:lnTo>
                  <a:pt x="8395" y="15914"/>
                </a:lnTo>
                <a:lnTo>
                  <a:pt x="8322" y="16133"/>
                </a:lnTo>
                <a:lnTo>
                  <a:pt x="8176" y="16547"/>
                </a:lnTo>
                <a:lnTo>
                  <a:pt x="7227" y="15817"/>
                </a:lnTo>
                <a:lnTo>
                  <a:pt x="6303" y="15062"/>
                </a:lnTo>
                <a:lnTo>
                  <a:pt x="5840" y="14649"/>
                </a:lnTo>
                <a:lnTo>
                  <a:pt x="5378" y="14259"/>
                </a:lnTo>
                <a:lnTo>
                  <a:pt x="4964" y="13846"/>
                </a:lnTo>
                <a:lnTo>
                  <a:pt x="4551" y="13408"/>
                </a:lnTo>
                <a:lnTo>
                  <a:pt x="3821" y="12580"/>
                </a:lnTo>
                <a:lnTo>
                  <a:pt x="3456" y="12142"/>
                </a:lnTo>
                <a:lnTo>
                  <a:pt x="3091" y="11729"/>
                </a:lnTo>
                <a:lnTo>
                  <a:pt x="2702" y="11315"/>
                </a:lnTo>
                <a:lnTo>
                  <a:pt x="2288" y="10950"/>
                </a:lnTo>
                <a:lnTo>
                  <a:pt x="1850" y="10609"/>
                </a:lnTo>
                <a:lnTo>
                  <a:pt x="1607" y="10464"/>
                </a:lnTo>
                <a:lnTo>
                  <a:pt x="1388" y="10318"/>
                </a:lnTo>
                <a:lnTo>
                  <a:pt x="1534" y="10318"/>
                </a:lnTo>
                <a:lnTo>
                  <a:pt x="1655" y="10293"/>
                </a:lnTo>
                <a:lnTo>
                  <a:pt x="1947" y="10245"/>
                </a:lnTo>
                <a:lnTo>
                  <a:pt x="2507" y="10147"/>
                </a:lnTo>
                <a:lnTo>
                  <a:pt x="3066" y="10001"/>
                </a:lnTo>
                <a:close/>
                <a:moveTo>
                  <a:pt x="4989" y="16328"/>
                </a:moveTo>
                <a:lnTo>
                  <a:pt x="5110" y="16352"/>
                </a:lnTo>
                <a:lnTo>
                  <a:pt x="5086" y="16401"/>
                </a:lnTo>
                <a:lnTo>
                  <a:pt x="5062" y="16474"/>
                </a:lnTo>
                <a:lnTo>
                  <a:pt x="4989" y="16522"/>
                </a:lnTo>
                <a:lnTo>
                  <a:pt x="4843" y="16620"/>
                </a:lnTo>
                <a:lnTo>
                  <a:pt x="4551" y="16741"/>
                </a:lnTo>
                <a:lnTo>
                  <a:pt x="4551" y="16741"/>
                </a:lnTo>
                <a:lnTo>
                  <a:pt x="4599" y="16620"/>
                </a:lnTo>
                <a:lnTo>
                  <a:pt x="4672" y="16474"/>
                </a:lnTo>
                <a:lnTo>
                  <a:pt x="4770" y="16376"/>
                </a:lnTo>
                <a:lnTo>
                  <a:pt x="4867" y="16328"/>
                </a:lnTo>
                <a:close/>
                <a:moveTo>
                  <a:pt x="3237" y="13846"/>
                </a:moveTo>
                <a:lnTo>
                  <a:pt x="3115" y="13894"/>
                </a:lnTo>
                <a:lnTo>
                  <a:pt x="2993" y="13943"/>
                </a:lnTo>
                <a:lnTo>
                  <a:pt x="2896" y="14016"/>
                </a:lnTo>
                <a:lnTo>
                  <a:pt x="2702" y="14211"/>
                </a:lnTo>
                <a:lnTo>
                  <a:pt x="2531" y="14430"/>
                </a:lnTo>
                <a:lnTo>
                  <a:pt x="2385" y="14673"/>
                </a:lnTo>
                <a:lnTo>
                  <a:pt x="2264" y="14941"/>
                </a:lnTo>
                <a:lnTo>
                  <a:pt x="2045" y="15500"/>
                </a:lnTo>
                <a:lnTo>
                  <a:pt x="1923" y="15768"/>
                </a:lnTo>
                <a:lnTo>
                  <a:pt x="1777" y="16036"/>
                </a:lnTo>
                <a:lnTo>
                  <a:pt x="1607" y="16279"/>
                </a:lnTo>
                <a:lnTo>
                  <a:pt x="1509" y="16376"/>
                </a:lnTo>
                <a:lnTo>
                  <a:pt x="1412" y="16449"/>
                </a:lnTo>
                <a:lnTo>
                  <a:pt x="1363" y="16522"/>
                </a:lnTo>
                <a:lnTo>
                  <a:pt x="1315" y="16595"/>
                </a:lnTo>
                <a:lnTo>
                  <a:pt x="1290" y="16668"/>
                </a:lnTo>
                <a:lnTo>
                  <a:pt x="1315" y="16741"/>
                </a:lnTo>
                <a:lnTo>
                  <a:pt x="1339" y="16814"/>
                </a:lnTo>
                <a:lnTo>
                  <a:pt x="1388" y="16863"/>
                </a:lnTo>
                <a:lnTo>
                  <a:pt x="1436" y="16887"/>
                </a:lnTo>
                <a:lnTo>
                  <a:pt x="1534" y="16912"/>
                </a:lnTo>
                <a:lnTo>
                  <a:pt x="1631" y="16912"/>
                </a:lnTo>
                <a:lnTo>
                  <a:pt x="1728" y="16887"/>
                </a:lnTo>
                <a:lnTo>
                  <a:pt x="2288" y="16887"/>
                </a:lnTo>
                <a:lnTo>
                  <a:pt x="2556" y="16863"/>
                </a:lnTo>
                <a:lnTo>
                  <a:pt x="2799" y="16839"/>
                </a:lnTo>
                <a:lnTo>
                  <a:pt x="3042" y="16790"/>
                </a:lnTo>
                <a:lnTo>
                  <a:pt x="3285" y="16717"/>
                </a:lnTo>
                <a:lnTo>
                  <a:pt x="3431" y="16644"/>
                </a:lnTo>
                <a:lnTo>
                  <a:pt x="3553" y="16571"/>
                </a:lnTo>
                <a:lnTo>
                  <a:pt x="3650" y="16474"/>
                </a:lnTo>
                <a:lnTo>
                  <a:pt x="3772" y="16376"/>
                </a:lnTo>
                <a:lnTo>
                  <a:pt x="3918" y="16157"/>
                </a:lnTo>
                <a:lnTo>
                  <a:pt x="4064" y="15865"/>
                </a:lnTo>
                <a:lnTo>
                  <a:pt x="4210" y="15549"/>
                </a:lnTo>
                <a:lnTo>
                  <a:pt x="4283" y="15306"/>
                </a:lnTo>
                <a:lnTo>
                  <a:pt x="4332" y="15062"/>
                </a:lnTo>
                <a:lnTo>
                  <a:pt x="4380" y="14795"/>
                </a:lnTo>
                <a:lnTo>
                  <a:pt x="4356" y="14576"/>
                </a:lnTo>
                <a:lnTo>
                  <a:pt x="4356" y="14478"/>
                </a:lnTo>
                <a:lnTo>
                  <a:pt x="4307" y="14405"/>
                </a:lnTo>
                <a:lnTo>
                  <a:pt x="4259" y="14332"/>
                </a:lnTo>
                <a:lnTo>
                  <a:pt x="4186" y="14284"/>
                </a:lnTo>
                <a:lnTo>
                  <a:pt x="4113" y="14186"/>
                </a:lnTo>
                <a:lnTo>
                  <a:pt x="4040" y="14089"/>
                </a:lnTo>
                <a:lnTo>
                  <a:pt x="3942" y="14016"/>
                </a:lnTo>
                <a:lnTo>
                  <a:pt x="3845" y="13967"/>
                </a:lnTo>
                <a:lnTo>
                  <a:pt x="3626" y="13870"/>
                </a:lnTo>
                <a:lnTo>
                  <a:pt x="3383" y="13846"/>
                </a:lnTo>
                <a:close/>
                <a:moveTo>
                  <a:pt x="4818" y="15817"/>
                </a:moveTo>
                <a:lnTo>
                  <a:pt x="4697" y="15865"/>
                </a:lnTo>
                <a:lnTo>
                  <a:pt x="4575" y="15914"/>
                </a:lnTo>
                <a:lnTo>
                  <a:pt x="4453" y="15987"/>
                </a:lnTo>
                <a:lnTo>
                  <a:pt x="4356" y="16084"/>
                </a:lnTo>
                <a:lnTo>
                  <a:pt x="4259" y="16206"/>
                </a:lnTo>
                <a:lnTo>
                  <a:pt x="4161" y="16328"/>
                </a:lnTo>
                <a:lnTo>
                  <a:pt x="4088" y="16474"/>
                </a:lnTo>
                <a:lnTo>
                  <a:pt x="4040" y="16620"/>
                </a:lnTo>
                <a:lnTo>
                  <a:pt x="3991" y="16766"/>
                </a:lnTo>
                <a:lnTo>
                  <a:pt x="3967" y="16912"/>
                </a:lnTo>
                <a:lnTo>
                  <a:pt x="3967" y="17058"/>
                </a:lnTo>
                <a:lnTo>
                  <a:pt x="3991" y="17155"/>
                </a:lnTo>
                <a:lnTo>
                  <a:pt x="4064" y="17252"/>
                </a:lnTo>
                <a:lnTo>
                  <a:pt x="4161" y="17301"/>
                </a:lnTo>
                <a:lnTo>
                  <a:pt x="4210" y="17325"/>
                </a:lnTo>
                <a:lnTo>
                  <a:pt x="4259" y="17301"/>
                </a:lnTo>
                <a:lnTo>
                  <a:pt x="4502" y="17228"/>
                </a:lnTo>
                <a:lnTo>
                  <a:pt x="4721" y="17131"/>
                </a:lnTo>
                <a:lnTo>
                  <a:pt x="4989" y="17009"/>
                </a:lnTo>
                <a:lnTo>
                  <a:pt x="5135" y="16936"/>
                </a:lnTo>
                <a:lnTo>
                  <a:pt x="5256" y="16863"/>
                </a:lnTo>
                <a:lnTo>
                  <a:pt x="5354" y="16766"/>
                </a:lnTo>
                <a:lnTo>
                  <a:pt x="5427" y="16668"/>
                </a:lnTo>
                <a:lnTo>
                  <a:pt x="5500" y="16547"/>
                </a:lnTo>
                <a:lnTo>
                  <a:pt x="5524" y="16401"/>
                </a:lnTo>
                <a:lnTo>
                  <a:pt x="5524" y="16328"/>
                </a:lnTo>
                <a:lnTo>
                  <a:pt x="5500" y="16230"/>
                </a:lnTo>
                <a:lnTo>
                  <a:pt x="5451" y="16133"/>
                </a:lnTo>
                <a:lnTo>
                  <a:pt x="5402" y="16060"/>
                </a:lnTo>
                <a:lnTo>
                  <a:pt x="5305" y="15963"/>
                </a:lnTo>
                <a:lnTo>
                  <a:pt x="5208" y="15890"/>
                </a:lnTo>
                <a:lnTo>
                  <a:pt x="5086" y="15841"/>
                </a:lnTo>
                <a:lnTo>
                  <a:pt x="4964" y="15817"/>
                </a:lnTo>
                <a:close/>
                <a:moveTo>
                  <a:pt x="10001" y="14965"/>
                </a:moveTo>
                <a:lnTo>
                  <a:pt x="10099" y="15184"/>
                </a:lnTo>
                <a:lnTo>
                  <a:pt x="10220" y="15379"/>
                </a:lnTo>
                <a:lnTo>
                  <a:pt x="10488" y="15719"/>
                </a:lnTo>
                <a:lnTo>
                  <a:pt x="10731" y="16011"/>
                </a:lnTo>
                <a:lnTo>
                  <a:pt x="10999" y="16303"/>
                </a:lnTo>
                <a:lnTo>
                  <a:pt x="11242" y="16595"/>
                </a:lnTo>
                <a:lnTo>
                  <a:pt x="11339" y="16766"/>
                </a:lnTo>
                <a:lnTo>
                  <a:pt x="11412" y="16936"/>
                </a:lnTo>
                <a:lnTo>
                  <a:pt x="11437" y="17009"/>
                </a:lnTo>
                <a:lnTo>
                  <a:pt x="11485" y="17058"/>
                </a:lnTo>
                <a:lnTo>
                  <a:pt x="11558" y="17082"/>
                </a:lnTo>
                <a:lnTo>
                  <a:pt x="11607" y="17106"/>
                </a:lnTo>
                <a:lnTo>
                  <a:pt x="11607" y="17350"/>
                </a:lnTo>
                <a:lnTo>
                  <a:pt x="11583" y="17593"/>
                </a:lnTo>
                <a:lnTo>
                  <a:pt x="11412" y="17471"/>
                </a:lnTo>
                <a:lnTo>
                  <a:pt x="11266" y="17325"/>
                </a:lnTo>
                <a:lnTo>
                  <a:pt x="10974" y="17009"/>
                </a:lnTo>
                <a:lnTo>
                  <a:pt x="10488" y="16328"/>
                </a:lnTo>
                <a:lnTo>
                  <a:pt x="10099" y="15817"/>
                </a:lnTo>
                <a:lnTo>
                  <a:pt x="9855" y="15549"/>
                </a:lnTo>
                <a:lnTo>
                  <a:pt x="9709" y="15427"/>
                </a:lnTo>
                <a:lnTo>
                  <a:pt x="9588" y="15306"/>
                </a:lnTo>
                <a:lnTo>
                  <a:pt x="9855" y="15111"/>
                </a:lnTo>
                <a:lnTo>
                  <a:pt x="9928" y="15038"/>
                </a:lnTo>
                <a:lnTo>
                  <a:pt x="10001" y="14965"/>
                </a:lnTo>
                <a:close/>
                <a:moveTo>
                  <a:pt x="15135" y="1"/>
                </a:moveTo>
                <a:lnTo>
                  <a:pt x="14551" y="25"/>
                </a:lnTo>
                <a:lnTo>
                  <a:pt x="13967" y="74"/>
                </a:lnTo>
                <a:lnTo>
                  <a:pt x="13408" y="171"/>
                </a:lnTo>
                <a:lnTo>
                  <a:pt x="12824" y="293"/>
                </a:lnTo>
                <a:lnTo>
                  <a:pt x="12264" y="487"/>
                </a:lnTo>
                <a:lnTo>
                  <a:pt x="11753" y="706"/>
                </a:lnTo>
                <a:lnTo>
                  <a:pt x="11242" y="974"/>
                </a:lnTo>
                <a:lnTo>
                  <a:pt x="10755" y="1290"/>
                </a:lnTo>
                <a:lnTo>
                  <a:pt x="10318" y="1631"/>
                </a:lnTo>
                <a:lnTo>
                  <a:pt x="9880" y="2020"/>
                </a:lnTo>
                <a:lnTo>
                  <a:pt x="9466" y="2434"/>
                </a:lnTo>
                <a:lnTo>
                  <a:pt x="9052" y="2847"/>
                </a:lnTo>
                <a:lnTo>
                  <a:pt x="8663" y="3310"/>
                </a:lnTo>
                <a:lnTo>
                  <a:pt x="7933" y="4234"/>
                </a:lnTo>
                <a:lnTo>
                  <a:pt x="7203" y="5135"/>
                </a:lnTo>
                <a:lnTo>
                  <a:pt x="6814" y="5597"/>
                </a:lnTo>
                <a:lnTo>
                  <a:pt x="6400" y="6011"/>
                </a:lnTo>
                <a:lnTo>
                  <a:pt x="6205" y="6205"/>
                </a:lnTo>
                <a:lnTo>
                  <a:pt x="5889" y="6205"/>
                </a:lnTo>
                <a:lnTo>
                  <a:pt x="5548" y="6230"/>
                </a:lnTo>
                <a:lnTo>
                  <a:pt x="4916" y="6303"/>
                </a:lnTo>
                <a:lnTo>
                  <a:pt x="3991" y="6376"/>
                </a:lnTo>
                <a:lnTo>
                  <a:pt x="3066" y="6400"/>
                </a:lnTo>
                <a:lnTo>
                  <a:pt x="901" y="6400"/>
                </a:lnTo>
                <a:lnTo>
                  <a:pt x="171" y="6351"/>
                </a:lnTo>
                <a:lnTo>
                  <a:pt x="122" y="6351"/>
                </a:lnTo>
                <a:lnTo>
                  <a:pt x="74" y="6376"/>
                </a:lnTo>
                <a:lnTo>
                  <a:pt x="25" y="6449"/>
                </a:lnTo>
                <a:lnTo>
                  <a:pt x="1" y="6546"/>
                </a:lnTo>
                <a:lnTo>
                  <a:pt x="25" y="6619"/>
                </a:lnTo>
                <a:lnTo>
                  <a:pt x="1" y="6716"/>
                </a:lnTo>
                <a:lnTo>
                  <a:pt x="49" y="6789"/>
                </a:lnTo>
                <a:lnTo>
                  <a:pt x="195" y="7008"/>
                </a:lnTo>
                <a:lnTo>
                  <a:pt x="366" y="7227"/>
                </a:lnTo>
                <a:lnTo>
                  <a:pt x="731" y="7617"/>
                </a:lnTo>
                <a:lnTo>
                  <a:pt x="1120" y="7982"/>
                </a:lnTo>
                <a:lnTo>
                  <a:pt x="1534" y="8347"/>
                </a:lnTo>
                <a:lnTo>
                  <a:pt x="1923" y="8712"/>
                </a:lnTo>
                <a:lnTo>
                  <a:pt x="2337" y="9101"/>
                </a:lnTo>
                <a:lnTo>
                  <a:pt x="2507" y="9296"/>
                </a:lnTo>
                <a:lnTo>
                  <a:pt x="2702" y="9466"/>
                </a:lnTo>
                <a:lnTo>
                  <a:pt x="1923" y="9661"/>
                </a:lnTo>
                <a:lnTo>
                  <a:pt x="1680" y="9709"/>
                </a:lnTo>
                <a:lnTo>
                  <a:pt x="1412" y="9734"/>
                </a:lnTo>
                <a:lnTo>
                  <a:pt x="1193" y="9807"/>
                </a:lnTo>
                <a:lnTo>
                  <a:pt x="1071" y="9855"/>
                </a:lnTo>
                <a:lnTo>
                  <a:pt x="974" y="9928"/>
                </a:lnTo>
                <a:lnTo>
                  <a:pt x="925" y="9953"/>
                </a:lnTo>
                <a:lnTo>
                  <a:pt x="925" y="10001"/>
                </a:lnTo>
                <a:lnTo>
                  <a:pt x="925" y="10099"/>
                </a:lnTo>
                <a:lnTo>
                  <a:pt x="852" y="10123"/>
                </a:lnTo>
                <a:lnTo>
                  <a:pt x="804" y="10172"/>
                </a:lnTo>
                <a:lnTo>
                  <a:pt x="779" y="10220"/>
                </a:lnTo>
                <a:lnTo>
                  <a:pt x="755" y="10293"/>
                </a:lnTo>
                <a:lnTo>
                  <a:pt x="755" y="10342"/>
                </a:lnTo>
                <a:lnTo>
                  <a:pt x="755" y="10391"/>
                </a:lnTo>
                <a:lnTo>
                  <a:pt x="779" y="10439"/>
                </a:lnTo>
                <a:lnTo>
                  <a:pt x="852" y="10512"/>
                </a:lnTo>
                <a:lnTo>
                  <a:pt x="1363" y="10901"/>
                </a:lnTo>
                <a:lnTo>
                  <a:pt x="1850" y="11291"/>
                </a:lnTo>
                <a:lnTo>
                  <a:pt x="2312" y="11729"/>
                </a:lnTo>
                <a:lnTo>
                  <a:pt x="2774" y="12167"/>
                </a:lnTo>
                <a:lnTo>
                  <a:pt x="3164" y="12629"/>
                </a:lnTo>
                <a:lnTo>
                  <a:pt x="3553" y="13091"/>
                </a:lnTo>
                <a:lnTo>
                  <a:pt x="3967" y="13554"/>
                </a:lnTo>
                <a:lnTo>
                  <a:pt x="4356" y="13992"/>
                </a:lnTo>
                <a:lnTo>
                  <a:pt x="4794" y="14454"/>
                </a:lnTo>
                <a:lnTo>
                  <a:pt x="5256" y="14892"/>
                </a:lnTo>
                <a:lnTo>
                  <a:pt x="5743" y="15330"/>
                </a:lnTo>
                <a:lnTo>
                  <a:pt x="6230" y="15744"/>
                </a:lnTo>
                <a:lnTo>
                  <a:pt x="7227" y="16522"/>
                </a:lnTo>
                <a:lnTo>
                  <a:pt x="8249" y="17301"/>
                </a:lnTo>
                <a:lnTo>
                  <a:pt x="8347" y="17350"/>
                </a:lnTo>
                <a:lnTo>
                  <a:pt x="8444" y="17350"/>
                </a:lnTo>
                <a:lnTo>
                  <a:pt x="8517" y="17325"/>
                </a:lnTo>
                <a:lnTo>
                  <a:pt x="8590" y="17277"/>
                </a:lnTo>
                <a:lnTo>
                  <a:pt x="8639" y="17204"/>
                </a:lnTo>
                <a:lnTo>
                  <a:pt x="8663" y="17106"/>
                </a:lnTo>
                <a:lnTo>
                  <a:pt x="8663" y="17009"/>
                </a:lnTo>
                <a:lnTo>
                  <a:pt x="8614" y="16912"/>
                </a:lnTo>
                <a:lnTo>
                  <a:pt x="8760" y="16620"/>
                </a:lnTo>
                <a:lnTo>
                  <a:pt x="8858" y="16328"/>
                </a:lnTo>
                <a:lnTo>
                  <a:pt x="8955" y="16011"/>
                </a:lnTo>
                <a:lnTo>
                  <a:pt x="9004" y="15695"/>
                </a:lnTo>
                <a:lnTo>
                  <a:pt x="9174" y="15598"/>
                </a:lnTo>
                <a:lnTo>
                  <a:pt x="9466" y="15914"/>
                </a:lnTo>
                <a:lnTo>
                  <a:pt x="9831" y="16376"/>
                </a:lnTo>
                <a:lnTo>
                  <a:pt x="10196" y="16887"/>
                </a:lnTo>
                <a:lnTo>
                  <a:pt x="10464" y="17252"/>
                </a:lnTo>
                <a:lnTo>
                  <a:pt x="10755" y="17617"/>
                </a:lnTo>
                <a:lnTo>
                  <a:pt x="10901" y="17788"/>
                </a:lnTo>
                <a:lnTo>
                  <a:pt x="11072" y="17934"/>
                </a:lnTo>
                <a:lnTo>
                  <a:pt x="11242" y="18080"/>
                </a:lnTo>
                <a:lnTo>
                  <a:pt x="11437" y="18201"/>
                </a:lnTo>
                <a:lnTo>
                  <a:pt x="11510" y="18226"/>
                </a:lnTo>
                <a:lnTo>
                  <a:pt x="11558" y="18250"/>
                </a:lnTo>
                <a:lnTo>
                  <a:pt x="11631" y="18250"/>
                </a:lnTo>
                <a:lnTo>
                  <a:pt x="11704" y="18226"/>
                </a:lnTo>
                <a:lnTo>
                  <a:pt x="11826" y="18226"/>
                </a:lnTo>
                <a:lnTo>
                  <a:pt x="11948" y="18177"/>
                </a:lnTo>
                <a:lnTo>
                  <a:pt x="12045" y="18128"/>
                </a:lnTo>
                <a:lnTo>
                  <a:pt x="12094" y="18007"/>
                </a:lnTo>
                <a:lnTo>
                  <a:pt x="12167" y="17763"/>
                </a:lnTo>
                <a:lnTo>
                  <a:pt x="12191" y="17520"/>
                </a:lnTo>
                <a:lnTo>
                  <a:pt x="12240" y="17033"/>
                </a:lnTo>
                <a:lnTo>
                  <a:pt x="12264" y="16279"/>
                </a:lnTo>
                <a:lnTo>
                  <a:pt x="12264" y="15549"/>
                </a:lnTo>
                <a:lnTo>
                  <a:pt x="12288" y="14746"/>
                </a:lnTo>
                <a:lnTo>
                  <a:pt x="12337" y="13967"/>
                </a:lnTo>
                <a:lnTo>
                  <a:pt x="12361" y="13651"/>
                </a:lnTo>
                <a:lnTo>
                  <a:pt x="12386" y="13335"/>
                </a:lnTo>
                <a:lnTo>
                  <a:pt x="12361" y="13018"/>
                </a:lnTo>
                <a:lnTo>
                  <a:pt x="12337" y="12848"/>
                </a:lnTo>
                <a:lnTo>
                  <a:pt x="12288" y="12726"/>
                </a:lnTo>
                <a:lnTo>
                  <a:pt x="12775" y="12191"/>
                </a:lnTo>
                <a:lnTo>
                  <a:pt x="13335" y="11607"/>
                </a:lnTo>
                <a:lnTo>
                  <a:pt x="13943" y="11047"/>
                </a:lnTo>
                <a:lnTo>
                  <a:pt x="14527" y="10464"/>
                </a:lnTo>
                <a:lnTo>
                  <a:pt x="15087" y="9880"/>
                </a:lnTo>
                <a:lnTo>
                  <a:pt x="15622" y="9247"/>
                </a:lnTo>
                <a:lnTo>
                  <a:pt x="15865" y="8931"/>
                </a:lnTo>
                <a:lnTo>
                  <a:pt x="16157" y="8639"/>
                </a:lnTo>
                <a:lnTo>
                  <a:pt x="16717" y="8055"/>
                </a:lnTo>
                <a:lnTo>
                  <a:pt x="17277" y="7446"/>
                </a:lnTo>
                <a:lnTo>
                  <a:pt x="17471" y="7227"/>
                </a:lnTo>
                <a:lnTo>
                  <a:pt x="17666" y="6960"/>
                </a:lnTo>
                <a:lnTo>
                  <a:pt x="17836" y="6716"/>
                </a:lnTo>
                <a:lnTo>
                  <a:pt x="17982" y="6449"/>
                </a:lnTo>
                <a:lnTo>
                  <a:pt x="18104" y="6157"/>
                </a:lnTo>
                <a:lnTo>
                  <a:pt x="18250" y="5889"/>
                </a:lnTo>
                <a:lnTo>
                  <a:pt x="18347" y="5597"/>
                </a:lnTo>
                <a:lnTo>
                  <a:pt x="18445" y="5305"/>
                </a:lnTo>
                <a:lnTo>
                  <a:pt x="18591" y="4721"/>
                </a:lnTo>
                <a:lnTo>
                  <a:pt x="18688" y="4113"/>
                </a:lnTo>
                <a:lnTo>
                  <a:pt x="18736" y="3480"/>
                </a:lnTo>
                <a:lnTo>
                  <a:pt x="18736" y="2872"/>
                </a:lnTo>
                <a:lnTo>
                  <a:pt x="18712" y="2312"/>
                </a:lnTo>
                <a:lnTo>
                  <a:pt x="18688" y="1899"/>
                </a:lnTo>
                <a:lnTo>
                  <a:pt x="18639" y="1436"/>
                </a:lnTo>
                <a:lnTo>
                  <a:pt x="18542" y="998"/>
                </a:lnTo>
                <a:lnTo>
                  <a:pt x="18493" y="828"/>
                </a:lnTo>
                <a:lnTo>
                  <a:pt x="18420" y="658"/>
                </a:lnTo>
                <a:lnTo>
                  <a:pt x="18323" y="536"/>
                </a:lnTo>
                <a:lnTo>
                  <a:pt x="18226" y="463"/>
                </a:lnTo>
                <a:lnTo>
                  <a:pt x="18104" y="414"/>
                </a:lnTo>
                <a:lnTo>
                  <a:pt x="17982" y="439"/>
                </a:lnTo>
                <a:lnTo>
                  <a:pt x="17447" y="268"/>
                </a:lnTo>
                <a:lnTo>
                  <a:pt x="16863" y="147"/>
                </a:lnTo>
                <a:lnTo>
                  <a:pt x="16303" y="49"/>
                </a:lnTo>
                <a:lnTo>
                  <a:pt x="1571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07" name="Google Shape;107;p19"/>
          <p:cNvSpPr/>
          <p:nvPr/>
        </p:nvSpPr>
        <p:spPr>
          <a:xfrm>
            <a:off x="9430129" y="1470039"/>
            <a:ext cx="390987" cy="379939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108" name="Google Shape;108;p19"/>
          <p:cNvSpPr/>
          <p:nvPr/>
        </p:nvSpPr>
        <p:spPr>
          <a:xfrm rot="2487194">
            <a:off x="10252039" y="1569515"/>
            <a:ext cx="278172" cy="270312"/>
          </a:xfrm>
          <a:custGeom>
            <a:avLst/>
            <a:gdLst/>
            <a:ahLst/>
            <a:cxnLst/>
            <a:rect l="l" t="t" r="r" b="b"/>
            <a:pathLst>
              <a:path w="15501" h="15063" extrusionOk="0">
                <a:moveTo>
                  <a:pt x="7957" y="925"/>
                </a:moveTo>
                <a:lnTo>
                  <a:pt x="8249" y="1533"/>
                </a:lnTo>
                <a:lnTo>
                  <a:pt x="8103" y="1606"/>
                </a:lnTo>
                <a:lnTo>
                  <a:pt x="7957" y="1704"/>
                </a:lnTo>
                <a:lnTo>
                  <a:pt x="7933" y="1752"/>
                </a:lnTo>
                <a:lnTo>
                  <a:pt x="7933" y="1339"/>
                </a:lnTo>
                <a:lnTo>
                  <a:pt x="7957" y="925"/>
                </a:lnTo>
                <a:close/>
                <a:moveTo>
                  <a:pt x="8371" y="1801"/>
                </a:moveTo>
                <a:lnTo>
                  <a:pt x="8492" y="2020"/>
                </a:lnTo>
                <a:lnTo>
                  <a:pt x="8346" y="2117"/>
                </a:lnTo>
                <a:lnTo>
                  <a:pt x="8200" y="2215"/>
                </a:lnTo>
                <a:lnTo>
                  <a:pt x="8079" y="2288"/>
                </a:lnTo>
                <a:lnTo>
                  <a:pt x="7957" y="2409"/>
                </a:lnTo>
                <a:lnTo>
                  <a:pt x="7933" y="2069"/>
                </a:lnTo>
                <a:lnTo>
                  <a:pt x="8127" y="1971"/>
                </a:lnTo>
                <a:lnTo>
                  <a:pt x="8249" y="1898"/>
                </a:lnTo>
                <a:lnTo>
                  <a:pt x="8371" y="1801"/>
                </a:lnTo>
                <a:close/>
                <a:moveTo>
                  <a:pt x="8663" y="2336"/>
                </a:moveTo>
                <a:lnTo>
                  <a:pt x="8784" y="2628"/>
                </a:lnTo>
                <a:lnTo>
                  <a:pt x="8687" y="2653"/>
                </a:lnTo>
                <a:lnTo>
                  <a:pt x="8590" y="2726"/>
                </a:lnTo>
                <a:lnTo>
                  <a:pt x="8419" y="2847"/>
                </a:lnTo>
                <a:lnTo>
                  <a:pt x="8225" y="2993"/>
                </a:lnTo>
                <a:lnTo>
                  <a:pt x="8054" y="3164"/>
                </a:lnTo>
                <a:lnTo>
                  <a:pt x="8006" y="2750"/>
                </a:lnTo>
                <a:lnTo>
                  <a:pt x="8176" y="2653"/>
                </a:lnTo>
                <a:lnTo>
                  <a:pt x="8322" y="2531"/>
                </a:lnTo>
                <a:lnTo>
                  <a:pt x="8565" y="2385"/>
                </a:lnTo>
                <a:lnTo>
                  <a:pt x="8663" y="2336"/>
                </a:lnTo>
                <a:close/>
                <a:moveTo>
                  <a:pt x="8979" y="2945"/>
                </a:moveTo>
                <a:lnTo>
                  <a:pt x="8979" y="2969"/>
                </a:lnTo>
                <a:lnTo>
                  <a:pt x="9076" y="3164"/>
                </a:lnTo>
                <a:lnTo>
                  <a:pt x="8857" y="3285"/>
                </a:lnTo>
                <a:lnTo>
                  <a:pt x="8663" y="3431"/>
                </a:lnTo>
                <a:lnTo>
                  <a:pt x="8371" y="3626"/>
                </a:lnTo>
                <a:lnTo>
                  <a:pt x="8079" y="3821"/>
                </a:lnTo>
                <a:lnTo>
                  <a:pt x="8054" y="3504"/>
                </a:lnTo>
                <a:lnTo>
                  <a:pt x="8200" y="3456"/>
                </a:lnTo>
                <a:lnTo>
                  <a:pt x="8322" y="3383"/>
                </a:lnTo>
                <a:lnTo>
                  <a:pt x="8541" y="3212"/>
                </a:lnTo>
                <a:lnTo>
                  <a:pt x="8833" y="3018"/>
                </a:lnTo>
                <a:lnTo>
                  <a:pt x="8979" y="2945"/>
                </a:lnTo>
                <a:close/>
                <a:moveTo>
                  <a:pt x="9271" y="3529"/>
                </a:moveTo>
                <a:lnTo>
                  <a:pt x="9393" y="3796"/>
                </a:lnTo>
                <a:lnTo>
                  <a:pt x="8736" y="4186"/>
                </a:lnTo>
                <a:lnTo>
                  <a:pt x="8419" y="4380"/>
                </a:lnTo>
                <a:lnTo>
                  <a:pt x="8249" y="4478"/>
                </a:lnTo>
                <a:lnTo>
                  <a:pt x="8103" y="4599"/>
                </a:lnTo>
                <a:lnTo>
                  <a:pt x="8079" y="4113"/>
                </a:lnTo>
                <a:lnTo>
                  <a:pt x="8225" y="4088"/>
                </a:lnTo>
                <a:lnTo>
                  <a:pt x="8371" y="4040"/>
                </a:lnTo>
                <a:lnTo>
                  <a:pt x="8663" y="3894"/>
                </a:lnTo>
                <a:lnTo>
                  <a:pt x="9052" y="3650"/>
                </a:lnTo>
                <a:lnTo>
                  <a:pt x="9271" y="3529"/>
                </a:lnTo>
                <a:close/>
                <a:moveTo>
                  <a:pt x="9587" y="4186"/>
                </a:moveTo>
                <a:lnTo>
                  <a:pt x="9660" y="4332"/>
                </a:lnTo>
                <a:lnTo>
                  <a:pt x="9490" y="4429"/>
                </a:lnTo>
                <a:lnTo>
                  <a:pt x="9344" y="4551"/>
                </a:lnTo>
                <a:lnTo>
                  <a:pt x="9052" y="4770"/>
                </a:lnTo>
                <a:lnTo>
                  <a:pt x="8809" y="4916"/>
                </a:lnTo>
                <a:lnTo>
                  <a:pt x="8590" y="5110"/>
                </a:lnTo>
                <a:lnTo>
                  <a:pt x="8371" y="5305"/>
                </a:lnTo>
                <a:lnTo>
                  <a:pt x="8176" y="5524"/>
                </a:lnTo>
                <a:lnTo>
                  <a:pt x="8127" y="4794"/>
                </a:lnTo>
                <a:lnTo>
                  <a:pt x="8322" y="4794"/>
                </a:lnTo>
                <a:lnTo>
                  <a:pt x="8492" y="4721"/>
                </a:lnTo>
                <a:lnTo>
                  <a:pt x="8833" y="4575"/>
                </a:lnTo>
                <a:lnTo>
                  <a:pt x="9222" y="4380"/>
                </a:lnTo>
                <a:lnTo>
                  <a:pt x="9587" y="4186"/>
                </a:lnTo>
                <a:close/>
                <a:moveTo>
                  <a:pt x="14965" y="5938"/>
                </a:moveTo>
                <a:lnTo>
                  <a:pt x="14795" y="6059"/>
                </a:lnTo>
                <a:lnTo>
                  <a:pt x="14649" y="6205"/>
                </a:lnTo>
                <a:lnTo>
                  <a:pt x="14576" y="6181"/>
                </a:lnTo>
                <a:lnTo>
                  <a:pt x="14332" y="6157"/>
                </a:lnTo>
                <a:lnTo>
                  <a:pt x="14965" y="5938"/>
                </a:lnTo>
                <a:close/>
                <a:moveTo>
                  <a:pt x="2190" y="5840"/>
                </a:moveTo>
                <a:lnTo>
                  <a:pt x="2093" y="5986"/>
                </a:lnTo>
                <a:lnTo>
                  <a:pt x="2044" y="6132"/>
                </a:lnTo>
                <a:lnTo>
                  <a:pt x="2044" y="6181"/>
                </a:lnTo>
                <a:lnTo>
                  <a:pt x="2044" y="6254"/>
                </a:lnTo>
                <a:lnTo>
                  <a:pt x="1874" y="6181"/>
                </a:lnTo>
                <a:lnTo>
                  <a:pt x="1679" y="6108"/>
                </a:lnTo>
                <a:lnTo>
                  <a:pt x="1266" y="5962"/>
                </a:lnTo>
                <a:lnTo>
                  <a:pt x="2190" y="5840"/>
                </a:lnTo>
                <a:close/>
                <a:moveTo>
                  <a:pt x="3018" y="5743"/>
                </a:moveTo>
                <a:lnTo>
                  <a:pt x="2677" y="6132"/>
                </a:lnTo>
                <a:lnTo>
                  <a:pt x="2555" y="6302"/>
                </a:lnTo>
                <a:lnTo>
                  <a:pt x="2288" y="6278"/>
                </a:lnTo>
                <a:lnTo>
                  <a:pt x="2312" y="6254"/>
                </a:lnTo>
                <a:lnTo>
                  <a:pt x="2409" y="6181"/>
                </a:lnTo>
                <a:lnTo>
                  <a:pt x="2482" y="6059"/>
                </a:lnTo>
                <a:lnTo>
                  <a:pt x="2604" y="5938"/>
                </a:lnTo>
                <a:lnTo>
                  <a:pt x="2750" y="5816"/>
                </a:lnTo>
                <a:lnTo>
                  <a:pt x="2823" y="5767"/>
                </a:lnTo>
                <a:lnTo>
                  <a:pt x="3018" y="5743"/>
                </a:lnTo>
                <a:close/>
                <a:moveTo>
                  <a:pt x="9879" y="4672"/>
                </a:moveTo>
                <a:lnTo>
                  <a:pt x="9977" y="4818"/>
                </a:lnTo>
                <a:lnTo>
                  <a:pt x="9952" y="4818"/>
                </a:lnTo>
                <a:lnTo>
                  <a:pt x="9733" y="5062"/>
                </a:lnTo>
                <a:lnTo>
                  <a:pt x="9490" y="5281"/>
                </a:lnTo>
                <a:lnTo>
                  <a:pt x="8979" y="5719"/>
                </a:lnTo>
                <a:lnTo>
                  <a:pt x="8590" y="6035"/>
                </a:lnTo>
                <a:lnTo>
                  <a:pt x="8395" y="6181"/>
                </a:lnTo>
                <a:lnTo>
                  <a:pt x="8200" y="6351"/>
                </a:lnTo>
                <a:lnTo>
                  <a:pt x="8176" y="5694"/>
                </a:lnTo>
                <a:lnTo>
                  <a:pt x="8468" y="5573"/>
                </a:lnTo>
                <a:lnTo>
                  <a:pt x="8736" y="5402"/>
                </a:lnTo>
                <a:lnTo>
                  <a:pt x="9247" y="5086"/>
                </a:lnTo>
                <a:lnTo>
                  <a:pt x="9539" y="4916"/>
                </a:lnTo>
                <a:lnTo>
                  <a:pt x="9709" y="4794"/>
                </a:lnTo>
                <a:lnTo>
                  <a:pt x="9879" y="4672"/>
                </a:lnTo>
                <a:close/>
                <a:moveTo>
                  <a:pt x="3967" y="5597"/>
                </a:moveTo>
                <a:lnTo>
                  <a:pt x="3869" y="5719"/>
                </a:lnTo>
                <a:lnTo>
                  <a:pt x="3723" y="5986"/>
                </a:lnTo>
                <a:lnTo>
                  <a:pt x="3553" y="6229"/>
                </a:lnTo>
                <a:lnTo>
                  <a:pt x="3504" y="6327"/>
                </a:lnTo>
                <a:lnTo>
                  <a:pt x="3456" y="6424"/>
                </a:lnTo>
                <a:lnTo>
                  <a:pt x="3164" y="6375"/>
                </a:lnTo>
                <a:lnTo>
                  <a:pt x="2920" y="6327"/>
                </a:lnTo>
                <a:lnTo>
                  <a:pt x="3066" y="6181"/>
                </a:lnTo>
                <a:lnTo>
                  <a:pt x="3431" y="5792"/>
                </a:lnTo>
                <a:lnTo>
                  <a:pt x="3602" y="5646"/>
                </a:lnTo>
                <a:lnTo>
                  <a:pt x="3967" y="5597"/>
                </a:lnTo>
                <a:close/>
                <a:moveTo>
                  <a:pt x="5110" y="5354"/>
                </a:moveTo>
                <a:lnTo>
                  <a:pt x="4989" y="5475"/>
                </a:lnTo>
                <a:lnTo>
                  <a:pt x="4867" y="5597"/>
                </a:lnTo>
                <a:lnTo>
                  <a:pt x="4648" y="5865"/>
                </a:lnTo>
                <a:lnTo>
                  <a:pt x="4380" y="6205"/>
                </a:lnTo>
                <a:lnTo>
                  <a:pt x="4234" y="6400"/>
                </a:lnTo>
                <a:lnTo>
                  <a:pt x="4113" y="6594"/>
                </a:lnTo>
                <a:lnTo>
                  <a:pt x="3723" y="6497"/>
                </a:lnTo>
                <a:lnTo>
                  <a:pt x="3821" y="6400"/>
                </a:lnTo>
                <a:lnTo>
                  <a:pt x="3869" y="6278"/>
                </a:lnTo>
                <a:lnTo>
                  <a:pt x="3991" y="6084"/>
                </a:lnTo>
                <a:lnTo>
                  <a:pt x="4137" y="5865"/>
                </a:lnTo>
                <a:lnTo>
                  <a:pt x="4307" y="5694"/>
                </a:lnTo>
                <a:lnTo>
                  <a:pt x="4405" y="5597"/>
                </a:lnTo>
                <a:lnTo>
                  <a:pt x="4526" y="5500"/>
                </a:lnTo>
                <a:lnTo>
                  <a:pt x="5110" y="5354"/>
                </a:lnTo>
                <a:close/>
                <a:moveTo>
                  <a:pt x="14065" y="6254"/>
                </a:moveTo>
                <a:lnTo>
                  <a:pt x="14138" y="6327"/>
                </a:lnTo>
                <a:lnTo>
                  <a:pt x="14235" y="6375"/>
                </a:lnTo>
                <a:lnTo>
                  <a:pt x="14430" y="6448"/>
                </a:lnTo>
                <a:lnTo>
                  <a:pt x="14186" y="6740"/>
                </a:lnTo>
                <a:lnTo>
                  <a:pt x="14016" y="6643"/>
                </a:lnTo>
                <a:lnTo>
                  <a:pt x="13846" y="6546"/>
                </a:lnTo>
                <a:lnTo>
                  <a:pt x="13675" y="6497"/>
                </a:lnTo>
                <a:lnTo>
                  <a:pt x="13481" y="6448"/>
                </a:lnTo>
                <a:lnTo>
                  <a:pt x="14065" y="6254"/>
                </a:lnTo>
                <a:close/>
                <a:moveTo>
                  <a:pt x="5573" y="5451"/>
                </a:moveTo>
                <a:lnTo>
                  <a:pt x="5719" y="5621"/>
                </a:lnTo>
                <a:lnTo>
                  <a:pt x="5840" y="5767"/>
                </a:lnTo>
                <a:lnTo>
                  <a:pt x="5816" y="5767"/>
                </a:lnTo>
                <a:lnTo>
                  <a:pt x="5670" y="5840"/>
                </a:lnTo>
                <a:lnTo>
                  <a:pt x="5548" y="5962"/>
                </a:lnTo>
                <a:lnTo>
                  <a:pt x="5354" y="6205"/>
                </a:lnTo>
                <a:lnTo>
                  <a:pt x="5110" y="6473"/>
                </a:lnTo>
                <a:lnTo>
                  <a:pt x="4989" y="6619"/>
                </a:lnTo>
                <a:lnTo>
                  <a:pt x="4916" y="6765"/>
                </a:lnTo>
                <a:lnTo>
                  <a:pt x="4429" y="6667"/>
                </a:lnTo>
                <a:lnTo>
                  <a:pt x="4551" y="6546"/>
                </a:lnTo>
                <a:lnTo>
                  <a:pt x="4648" y="6424"/>
                </a:lnTo>
                <a:lnTo>
                  <a:pt x="4843" y="6157"/>
                </a:lnTo>
                <a:lnTo>
                  <a:pt x="5159" y="5816"/>
                </a:lnTo>
                <a:lnTo>
                  <a:pt x="5354" y="5646"/>
                </a:lnTo>
                <a:lnTo>
                  <a:pt x="5475" y="5548"/>
                </a:lnTo>
                <a:lnTo>
                  <a:pt x="5548" y="5451"/>
                </a:lnTo>
                <a:close/>
                <a:moveTo>
                  <a:pt x="6035" y="5962"/>
                </a:moveTo>
                <a:lnTo>
                  <a:pt x="6278" y="6254"/>
                </a:lnTo>
                <a:lnTo>
                  <a:pt x="6157" y="6424"/>
                </a:lnTo>
                <a:lnTo>
                  <a:pt x="6011" y="6643"/>
                </a:lnTo>
                <a:lnTo>
                  <a:pt x="5889" y="6862"/>
                </a:lnTo>
                <a:lnTo>
                  <a:pt x="5840" y="6935"/>
                </a:lnTo>
                <a:lnTo>
                  <a:pt x="5840" y="7008"/>
                </a:lnTo>
                <a:lnTo>
                  <a:pt x="5232" y="6838"/>
                </a:lnTo>
                <a:lnTo>
                  <a:pt x="5402" y="6692"/>
                </a:lnTo>
                <a:lnTo>
                  <a:pt x="5548" y="6546"/>
                </a:lnTo>
                <a:lnTo>
                  <a:pt x="5767" y="6278"/>
                </a:lnTo>
                <a:lnTo>
                  <a:pt x="5889" y="6157"/>
                </a:lnTo>
                <a:lnTo>
                  <a:pt x="6011" y="6011"/>
                </a:lnTo>
                <a:lnTo>
                  <a:pt x="6035" y="5962"/>
                </a:lnTo>
                <a:close/>
                <a:moveTo>
                  <a:pt x="7519" y="925"/>
                </a:moveTo>
                <a:lnTo>
                  <a:pt x="7470" y="1120"/>
                </a:lnTo>
                <a:lnTo>
                  <a:pt x="7470" y="1314"/>
                </a:lnTo>
                <a:lnTo>
                  <a:pt x="7470" y="1704"/>
                </a:lnTo>
                <a:lnTo>
                  <a:pt x="7495" y="2093"/>
                </a:lnTo>
                <a:lnTo>
                  <a:pt x="7519" y="2482"/>
                </a:lnTo>
                <a:lnTo>
                  <a:pt x="7592" y="3285"/>
                </a:lnTo>
                <a:lnTo>
                  <a:pt x="7665" y="4234"/>
                </a:lnTo>
                <a:lnTo>
                  <a:pt x="7714" y="5183"/>
                </a:lnTo>
                <a:lnTo>
                  <a:pt x="7714" y="6132"/>
                </a:lnTo>
                <a:lnTo>
                  <a:pt x="7714" y="7081"/>
                </a:lnTo>
                <a:lnTo>
                  <a:pt x="7519" y="6886"/>
                </a:lnTo>
                <a:lnTo>
                  <a:pt x="7324" y="6716"/>
                </a:lnTo>
                <a:lnTo>
                  <a:pt x="7032" y="6473"/>
                </a:lnTo>
                <a:lnTo>
                  <a:pt x="6522" y="5913"/>
                </a:lnTo>
                <a:lnTo>
                  <a:pt x="5986" y="5354"/>
                </a:lnTo>
                <a:lnTo>
                  <a:pt x="5792" y="5159"/>
                </a:lnTo>
                <a:lnTo>
                  <a:pt x="5670" y="5086"/>
                </a:lnTo>
                <a:lnTo>
                  <a:pt x="5573" y="5013"/>
                </a:lnTo>
                <a:lnTo>
                  <a:pt x="5719" y="4721"/>
                </a:lnTo>
                <a:lnTo>
                  <a:pt x="5913" y="4453"/>
                </a:lnTo>
                <a:lnTo>
                  <a:pt x="6278" y="3894"/>
                </a:lnTo>
                <a:lnTo>
                  <a:pt x="6449" y="3626"/>
                </a:lnTo>
                <a:lnTo>
                  <a:pt x="6570" y="3358"/>
                </a:lnTo>
                <a:lnTo>
                  <a:pt x="6692" y="3066"/>
                </a:lnTo>
                <a:lnTo>
                  <a:pt x="6789" y="2774"/>
                </a:lnTo>
                <a:lnTo>
                  <a:pt x="6984" y="2166"/>
                </a:lnTo>
                <a:lnTo>
                  <a:pt x="7203" y="1558"/>
                </a:lnTo>
                <a:lnTo>
                  <a:pt x="7349" y="1217"/>
                </a:lnTo>
                <a:lnTo>
                  <a:pt x="7519" y="925"/>
                </a:lnTo>
                <a:close/>
                <a:moveTo>
                  <a:pt x="6497" y="6497"/>
                </a:moveTo>
                <a:lnTo>
                  <a:pt x="6522" y="6521"/>
                </a:lnTo>
                <a:lnTo>
                  <a:pt x="6716" y="6716"/>
                </a:lnTo>
                <a:lnTo>
                  <a:pt x="6643" y="6765"/>
                </a:lnTo>
                <a:lnTo>
                  <a:pt x="6595" y="6789"/>
                </a:lnTo>
                <a:lnTo>
                  <a:pt x="6497" y="6911"/>
                </a:lnTo>
                <a:lnTo>
                  <a:pt x="6400" y="7008"/>
                </a:lnTo>
                <a:lnTo>
                  <a:pt x="6327" y="7130"/>
                </a:lnTo>
                <a:lnTo>
                  <a:pt x="5986" y="7057"/>
                </a:lnTo>
                <a:lnTo>
                  <a:pt x="6059" y="7008"/>
                </a:lnTo>
                <a:lnTo>
                  <a:pt x="6132" y="6935"/>
                </a:lnTo>
                <a:lnTo>
                  <a:pt x="6254" y="6838"/>
                </a:lnTo>
                <a:lnTo>
                  <a:pt x="6497" y="6497"/>
                </a:lnTo>
                <a:close/>
                <a:moveTo>
                  <a:pt x="13286" y="6521"/>
                </a:moveTo>
                <a:lnTo>
                  <a:pt x="13627" y="6740"/>
                </a:lnTo>
                <a:lnTo>
                  <a:pt x="13967" y="6935"/>
                </a:lnTo>
                <a:lnTo>
                  <a:pt x="13870" y="7032"/>
                </a:lnTo>
                <a:lnTo>
                  <a:pt x="13724" y="7178"/>
                </a:lnTo>
                <a:lnTo>
                  <a:pt x="13578" y="7081"/>
                </a:lnTo>
                <a:lnTo>
                  <a:pt x="13456" y="7032"/>
                </a:lnTo>
                <a:lnTo>
                  <a:pt x="13164" y="6911"/>
                </a:lnTo>
                <a:lnTo>
                  <a:pt x="12897" y="6813"/>
                </a:lnTo>
                <a:lnTo>
                  <a:pt x="12653" y="6716"/>
                </a:lnTo>
                <a:lnTo>
                  <a:pt x="13286" y="6521"/>
                </a:lnTo>
                <a:close/>
                <a:moveTo>
                  <a:pt x="10171" y="5062"/>
                </a:moveTo>
                <a:lnTo>
                  <a:pt x="10220" y="5135"/>
                </a:lnTo>
                <a:lnTo>
                  <a:pt x="10196" y="5159"/>
                </a:lnTo>
                <a:lnTo>
                  <a:pt x="9587" y="5816"/>
                </a:lnTo>
                <a:lnTo>
                  <a:pt x="9003" y="6521"/>
                </a:lnTo>
                <a:lnTo>
                  <a:pt x="8809" y="6716"/>
                </a:lnTo>
                <a:lnTo>
                  <a:pt x="8590" y="6935"/>
                </a:lnTo>
                <a:lnTo>
                  <a:pt x="8371" y="7154"/>
                </a:lnTo>
                <a:lnTo>
                  <a:pt x="8152" y="7373"/>
                </a:lnTo>
                <a:lnTo>
                  <a:pt x="8200" y="6740"/>
                </a:lnTo>
                <a:lnTo>
                  <a:pt x="8444" y="6570"/>
                </a:lnTo>
                <a:lnTo>
                  <a:pt x="8663" y="6400"/>
                </a:lnTo>
                <a:lnTo>
                  <a:pt x="9101" y="6035"/>
                </a:lnTo>
                <a:lnTo>
                  <a:pt x="9660" y="5573"/>
                </a:lnTo>
                <a:lnTo>
                  <a:pt x="9928" y="5329"/>
                </a:lnTo>
                <a:lnTo>
                  <a:pt x="10171" y="5062"/>
                </a:lnTo>
                <a:close/>
                <a:moveTo>
                  <a:pt x="10488" y="5329"/>
                </a:moveTo>
                <a:lnTo>
                  <a:pt x="10731" y="5427"/>
                </a:lnTo>
                <a:lnTo>
                  <a:pt x="10999" y="5500"/>
                </a:lnTo>
                <a:lnTo>
                  <a:pt x="11510" y="5597"/>
                </a:lnTo>
                <a:lnTo>
                  <a:pt x="11850" y="5670"/>
                </a:lnTo>
                <a:lnTo>
                  <a:pt x="12167" y="5694"/>
                </a:lnTo>
                <a:lnTo>
                  <a:pt x="12824" y="5719"/>
                </a:lnTo>
                <a:lnTo>
                  <a:pt x="13529" y="5743"/>
                </a:lnTo>
                <a:lnTo>
                  <a:pt x="14235" y="5792"/>
                </a:lnTo>
                <a:lnTo>
                  <a:pt x="13505" y="6059"/>
                </a:lnTo>
                <a:lnTo>
                  <a:pt x="12799" y="6278"/>
                </a:lnTo>
                <a:lnTo>
                  <a:pt x="11339" y="6692"/>
                </a:lnTo>
                <a:lnTo>
                  <a:pt x="9612" y="7130"/>
                </a:lnTo>
                <a:lnTo>
                  <a:pt x="9149" y="7251"/>
                </a:lnTo>
                <a:lnTo>
                  <a:pt x="8663" y="7373"/>
                </a:lnTo>
                <a:lnTo>
                  <a:pt x="9101" y="6862"/>
                </a:lnTo>
                <a:lnTo>
                  <a:pt x="9758" y="6132"/>
                </a:lnTo>
                <a:lnTo>
                  <a:pt x="10098" y="5767"/>
                </a:lnTo>
                <a:lnTo>
                  <a:pt x="10439" y="5402"/>
                </a:lnTo>
                <a:lnTo>
                  <a:pt x="10488" y="5329"/>
                </a:lnTo>
                <a:close/>
                <a:moveTo>
                  <a:pt x="6862" y="6886"/>
                </a:moveTo>
                <a:lnTo>
                  <a:pt x="7349" y="7422"/>
                </a:lnTo>
                <a:lnTo>
                  <a:pt x="7349" y="7422"/>
                </a:lnTo>
                <a:lnTo>
                  <a:pt x="6570" y="7203"/>
                </a:lnTo>
                <a:lnTo>
                  <a:pt x="6668" y="7105"/>
                </a:lnTo>
                <a:lnTo>
                  <a:pt x="6765" y="7008"/>
                </a:lnTo>
                <a:lnTo>
                  <a:pt x="6862" y="6911"/>
                </a:lnTo>
                <a:lnTo>
                  <a:pt x="6862" y="6886"/>
                </a:lnTo>
                <a:close/>
                <a:moveTo>
                  <a:pt x="12386" y="6789"/>
                </a:moveTo>
                <a:lnTo>
                  <a:pt x="12483" y="6911"/>
                </a:lnTo>
                <a:lnTo>
                  <a:pt x="12629" y="7008"/>
                </a:lnTo>
                <a:lnTo>
                  <a:pt x="12775" y="7105"/>
                </a:lnTo>
                <a:lnTo>
                  <a:pt x="12921" y="7178"/>
                </a:lnTo>
                <a:lnTo>
                  <a:pt x="13432" y="7422"/>
                </a:lnTo>
                <a:lnTo>
                  <a:pt x="13140" y="7641"/>
                </a:lnTo>
                <a:lnTo>
                  <a:pt x="12970" y="7543"/>
                </a:lnTo>
                <a:lnTo>
                  <a:pt x="12799" y="7470"/>
                </a:lnTo>
                <a:lnTo>
                  <a:pt x="12483" y="7349"/>
                </a:lnTo>
                <a:lnTo>
                  <a:pt x="12045" y="7154"/>
                </a:lnTo>
                <a:lnTo>
                  <a:pt x="11826" y="7057"/>
                </a:lnTo>
                <a:lnTo>
                  <a:pt x="11607" y="7008"/>
                </a:lnTo>
                <a:lnTo>
                  <a:pt x="12386" y="6789"/>
                </a:lnTo>
                <a:close/>
                <a:moveTo>
                  <a:pt x="11461" y="7057"/>
                </a:moveTo>
                <a:lnTo>
                  <a:pt x="11534" y="7154"/>
                </a:lnTo>
                <a:lnTo>
                  <a:pt x="11631" y="7251"/>
                </a:lnTo>
                <a:lnTo>
                  <a:pt x="11850" y="7397"/>
                </a:lnTo>
                <a:lnTo>
                  <a:pt x="12069" y="7519"/>
                </a:lnTo>
                <a:lnTo>
                  <a:pt x="12313" y="7641"/>
                </a:lnTo>
                <a:lnTo>
                  <a:pt x="12532" y="7762"/>
                </a:lnTo>
                <a:lnTo>
                  <a:pt x="12799" y="7908"/>
                </a:lnTo>
                <a:lnTo>
                  <a:pt x="12483" y="8152"/>
                </a:lnTo>
                <a:lnTo>
                  <a:pt x="12410" y="8054"/>
                </a:lnTo>
                <a:lnTo>
                  <a:pt x="12337" y="7981"/>
                </a:lnTo>
                <a:lnTo>
                  <a:pt x="12240" y="7908"/>
                </a:lnTo>
                <a:lnTo>
                  <a:pt x="12118" y="7860"/>
                </a:lnTo>
                <a:lnTo>
                  <a:pt x="11875" y="7762"/>
                </a:lnTo>
                <a:lnTo>
                  <a:pt x="11656" y="7689"/>
                </a:lnTo>
                <a:lnTo>
                  <a:pt x="11145" y="7470"/>
                </a:lnTo>
                <a:lnTo>
                  <a:pt x="10901" y="7349"/>
                </a:lnTo>
                <a:lnTo>
                  <a:pt x="10634" y="7251"/>
                </a:lnTo>
                <a:lnTo>
                  <a:pt x="11437" y="7057"/>
                </a:lnTo>
                <a:close/>
                <a:moveTo>
                  <a:pt x="10439" y="7324"/>
                </a:moveTo>
                <a:lnTo>
                  <a:pt x="10512" y="7422"/>
                </a:lnTo>
                <a:lnTo>
                  <a:pt x="10609" y="7495"/>
                </a:lnTo>
                <a:lnTo>
                  <a:pt x="10828" y="7665"/>
                </a:lnTo>
                <a:lnTo>
                  <a:pt x="11047" y="7787"/>
                </a:lnTo>
                <a:lnTo>
                  <a:pt x="11291" y="7884"/>
                </a:lnTo>
                <a:lnTo>
                  <a:pt x="11996" y="8176"/>
                </a:lnTo>
                <a:lnTo>
                  <a:pt x="12167" y="8249"/>
                </a:lnTo>
                <a:lnTo>
                  <a:pt x="12215" y="8273"/>
                </a:lnTo>
                <a:lnTo>
                  <a:pt x="12288" y="8298"/>
                </a:lnTo>
                <a:lnTo>
                  <a:pt x="11996" y="8541"/>
                </a:lnTo>
                <a:lnTo>
                  <a:pt x="11972" y="8541"/>
                </a:lnTo>
                <a:lnTo>
                  <a:pt x="11583" y="8444"/>
                </a:lnTo>
                <a:lnTo>
                  <a:pt x="11218" y="8322"/>
                </a:lnTo>
                <a:lnTo>
                  <a:pt x="10853" y="8152"/>
                </a:lnTo>
                <a:lnTo>
                  <a:pt x="10512" y="7957"/>
                </a:lnTo>
                <a:lnTo>
                  <a:pt x="10098" y="7714"/>
                </a:lnTo>
                <a:lnTo>
                  <a:pt x="9879" y="7592"/>
                </a:lnTo>
                <a:lnTo>
                  <a:pt x="9660" y="7495"/>
                </a:lnTo>
                <a:lnTo>
                  <a:pt x="10439" y="7324"/>
                </a:lnTo>
                <a:close/>
                <a:moveTo>
                  <a:pt x="8225" y="8103"/>
                </a:moveTo>
                <a:lnTo>
                  <a:pt x="8638" y="8249"/>
                </a:lnTo>
                <a:lnTo>
                  <a:pt x="9028" y="8419"/>
                </a:lnTo>
                <a:lnTo>
                  <a:pt x="8930" y="8517"/>
                </a:lnTo>
                <a:lnTo>
                  <a:pt x="8784" y="8638"/>
                </a:lnTo>
                <a:lnTo>
                  <a:pt x="8711" y="8711"/>
                </a:lnTo>
                <a:lnTo>
                  <a:pt x="8687" y="8784"/>
                </a:lnTo>
                <a:lnTo>
                  <a:pt x="8225" y="8103"/>
                </a:lnTo>
                <a:close/>
                <a:moveTo>
                  <a:pt x="7689" y="8663"/>
                </a:moveTo>
                <a:lnTo>
                  <a:pt x="7714" y="9003"/>
                </a:lnTo>
                <a:lnTo>
                  <a:pt x="7689" y="9003"/>
                </a:lnTo>
                <a:lnTo>
                  <a:pt x="7519" y="8930"/>
                </a:lnTo>
                <a:lnTo>
                  <a:pt x="7665" y="8687"/>
                </a:lnTo>
                <a:lnTo>
                  <a:pt x="7689" y="8663"/>
                </a:lnTo>
                <a:close/>
                <a:moveTo>
                  <a:pt x="9344" y="7592"/>
                </a:moveTo>
                <a:lnTo>
                  <a:pt x="9612" y="7787"/>
                </a:lnTo>
                <a:lnTo>
                  <a:pt x="9904" y="7981"/>
                </a:lnTo>
                <a:lnTo>
                  <a:pt x="10463" y="8322"/>
                </a:lnTo>
                <a:lnTo>
                  <a:pt x="10755" y="8492"/>
                </a:lnTo>
                <a:lnTo>
                  <a:pt x="11047" y="8638"/>
                </a:lnTo>
                <a:lnTo>
                  <a:pt x="11364" y="8760"/>
                </a:lnTo>
                <a:lnTo>
                  <a:pt x="11680" y="8833"/>
                </a:lnTo>
                <a:lnTo>
                  <a:pt x="11510" y="9003"/>
                </a:lnTo>
                <a:lnTo>
                  <a:pt x="11485" y="9028"/>
                </a:lnTo>
                <a:lnTo>
                  <a:pt x="10463" y="8565"/>
                </a:lnTo>
                <a:lnTo>
                  <a:pt x="9952" y="8371"/>
                </a:lnTo>
                <a:lnTo>
                  <a:pt x="9417" y="8176"/>
                </a:lnTo>
                <a:lnTo>
                  <a:pt x="8979" y="7981"/>
                </a:lnTo>
                <a:lnTo>
                  <a:pt x="8736" y="7884"/>
                </a:lnTo>
                <a:lnTo>
                  <a:pt x="8468" y="7811"/>
                </a:lnTo>
                <a:lnTo>
                  <a:pt x="8906" y="7714"/>
                </a:lnTo>
                <a:lnTo>
                  <a:pt x="9344" y="7592"/>
                </a:lnTo>
                <a:close/>
                <a:moveTo>
                  <a:pt x="9368" y="8565"/>
                </a:moveTo>
                <a:lnTo>
                  <a:pt x="9733" y="8687"/>
                </a:lnTo>
                <a:lnTo>
                  <a:pt x="9660" y="8760"/>
                </a:lnTo>
                <a:lnTo>
                  <a:pt x="9198" y="9076"/>
                </a:lnTo>
                <a:lnTo>
                  <a:pt x="9101" y="9149"/>
                </a:lnTo>
                <a:lnTo>
                  <a:pt x="9003" y="9247"/>
                </a:lnTo>
                <a:lnTo>
                  <a:pt x="8760" y="8906"/>
                </a:lnTo>
                <a:lnTo>
                  <a:pt x="8784" y="8906"/>
                </a:lnTo>
                <a:lnTo>
                  <a:pt x="8930" y="8809"/>
                </a:lnTo>
                <a:lnTo>
                  <a:pt x="9052" y="8711"/>
                </a:lnTo>
                <a:lnTo>
                  <a:pt x="9174" y="8638"/>
                </a:lnTo>
                <a:lnTo>
                  <a:pt x="9344" y="8590"/>
                </a:lnTo>
                <a:lnTo>
                  <a:pt x="9368" y="8565"/>
                </a:lnTo>
                <a:close/>
                <a:moveTo>
                  <a:pt x="828" y="6181"/>
                </a:moveTo>
                <a:lnTo>
                  <a:pt x="1168" y="6302"/>
                </a:lnTo>
                <a:lnTo>
                  <a:pt x="1533" y="6400"/>
                </a:lnTo>
                <a:lnTo>
                  <a:pt x="2239" y="6546"/>
                </a:lnTo>
                <a:lnTo>
                  <a:pt x="2507" y="6570"/>
                </a:lnTo>
                <a:lnTo>
                  <a:pt x="2750" y="6594"/>
                </a:lnTo>
                <a:lnTo>
                  <a:pt x="3018" y="6619"/>
                </a:lnTo>
                <a:lnTo>
                  <a:pt x="3285" y="6643"/>
                </a:lnTo>
                <a:lnTo>
                  <a:pt x="4356" y="6911"/>
                </a:lnTo>
                <a:lnTo>
                  <a:pt x="5159" y="7081"/>
                </a:lnTo>
                <a:lnTo>
                  <a:pt x="5938" y="7300"/>
                </a:lnTo>
                <a:lnTo>
                  <a:pt x="7519" y="7762"/>
                </a:lnTo>
                <a:lnTo>
                  <a:pt x="6546" y="8273"/>
                </a:lnTo>
                <a:lnTo>
                  <a:pt x="5548" y="8736"/>
                </a:lnTo>
                <a:lnTo>
                  <a:pt x="4697" y="9076"/>
                </a:lnTo>
                <a:lnTo>
                  <a:pt x="4453" y="9198"/>
                </a:lnTo>
                <a:lnTo>
                  <a:pt x="4332" y="9271"/>
                </a:lnTo>
                <a:lnTo>
                  <a:pt x="4234" y="9368"/>
                </a:lnTo>
                <a:lnTo>
                  <a:pt x="4210" y="9320"/>
                </a:lnTo>
                <a:lnTo>
                  <a:pt x="3991" y="9003"/>
                </a:lnTo>
                <a:lnTo>
                  <a:pt x="3748" y="8687"/>
                </a:lnTo>
                <a:lnTo>
                  <a:pt x="3456" y="8395"/>
                </a:lnTo>
                <a:lnTo>
                  <a:pt x="3164" y="8127"/>
                </a:lnTo>
                <a:lnTo>
                  <a:pt x="2531" y="7616"/>
                </a:lnTo>
                <a:lnTo>
                  <a:pt x="2239" y="7373"/>
                </a:lnTo>
                <a:lnTo>
                  <a:pt x="1947" y="7105"/>
                </a:lnTo>
                <a:lnTo>
                  <a:pt x="1728" y="6911"/>
                </a:lnTo>
                <a:lnTo>
                  <a:pt x="1485" y="6716"/>
                </a:lnTo>
                <a:lnTo>
                  <a:pt x="1047" y="6375"/>
                </a:lnTo>
                <a:lnTo>
                  <a:pt x="828" y="6181"/>
                </a:lnTo>
                <a:close/>
                <a:moveTo>
                  <a:pt x="10098" y="8833"/>
                </a:moveTo>
                <a:lnTo>
                  <a:pt x="10658" y="9076"/>
                </a:lnTo>
                <a:lnTo>
                  <a:pt x="10366" y="9247"/>
                </a:lnTo>
                <a:lnTo>
                  <a:pt x="10098" y="9393"/>
                </a:lnTo>
                <a:lnTo>
                  <a:pt x="9758" y="9612"/>
                </a:lnTo>
                <a:lnTo>
                  <a:pt x="9612" y="9758"/>
                </a:lnTo>
                <a:lnTo>
                  <a:pt x="9466" y="9904"/>
                </a:lnTo>
                <a:lnTo>
                  <a:pt x="9125" y="9417"/>
                </a:lnTo>
                <a:lnTo>
                  <a:pt x="9198" y="9393"/>
                </a:lnTo>
                <a:lnTo>
                  <a:pt x="9271" y="9368"/>
                </a:lnTo>
                <a:lnTo>
                  <a:pt x="9417" y="9271"/>
                </a:lnTo>
                <a:lnTo>
                  <a:pt x="9660" y="9101"/>
                </a:lnTo>
                <a:lnTo>
                  <a:pt x="10098" y="8857"/>
                </a:lnTo>
                <a:lnTo>
                  <a:pt x="10098" y="8833"/>
                </a:lnTo>
                <a:close/>
                <a:moveTo>
                  <a:pt x="7324" y="9174"/>
                </a:moveTo>
                <a:lnTo>
                  <a:pt x="7446" y="9222"/>
                </a:lnTo>
                <a:lnTo>
                  <a:pt x="7519" y="9295"/>
                </a:lnTo>
                <a:lnTo>
                  <a:pt x="7738" y="9393"/>
                </a:lnTo>
                <a:lnTo>
                  <a:pt x="7738" y="9855"/>
                </a:lnTo>
                <a:lnTo>
                  <a:pt x="7738" y="10001"/>
                </a:lnTo>
                <a:lnTo>
                  <a:pt x="7495" y="9855"/>
                </a:lnTo>
                <a:lnTo>
                  <a:pt x="7251" y="9733"/>
                </a:lnTo>
                <a:lnTo>
                  <a:pt x="7105" y="9685"/>
                </a:lnTo>
                <a:lnTo>
                  <a:pt x="6984" y="9660"/>
                </a:lnTo>
                <a:lnTo>
                  <a:pt x="7324" y="9174"/>
                </a:lnTo>
                <a:close/>
                <a:moveTo>
                  <a:pt x="6911" y="9758"/>
                </a:moveTo>
                <a:lnTo>
                  <a:pt x="7008" y="9879"/>
                </a:lnTo>
                <a:lnTo>
                  <a:pt x="7130" y="10001"/>
                </a:lnTo>
                <a:lnTo>
                  <a:pt x="7373" y="10196"/>
                </a:lnTo>
                <a:lnTo>
                  <a:pt x="7543" y="10317"/>
                </a:lnTo>
                <a:lnTo>
                  <a:pt x="7762" y="10415"/>
                </a:lnTo>
                <a:lnTo>
                  <a:pt x="7762" y="10926"/>
                </a:lnTo>
                <a:lnTo>
                  <a:pt x="7470" y="10707"/>
                </a:lnTo>
                <a:lnTo>
                  <a:pt x="7203" y="10488"/>
                </a:lnTo>
                <a:lnTo>
                  <a:pt x="7057" y="10415"/>
                </a:lnTo>
                <a:lnTo>
                  <a:pt x="6911" y="10317"/>
                </a:lnTo>
                <a:lnTo>
                  <a:pt x="6741" y="10269"/>
                </a:lnTo>
                <a:lnTo>
                  <a:pt x="6570" y="10244"/>
                </a:lnTo>
                <a:lnTo>
                  <a:pt x="6911" y="9758"/>
                </a:lnTo>
                <a:close/>
                <a:moveTo>
                  <a:pt x="11072" y="9271"/>
                </a:moveTo>
                <a:lnTo>
                  <a:pt x="11291" y="9368"/>
                </a:lnTo>
                <a:lnTo>
                  <a:pt x="11266" y="9490"/>
                </a:lnTo>
                <a:lnTo>
                  <a:pt x="11266" y="9612"/>
                </a:lnTo>
                <a:lnTo>
                  <a:pt x="11096" y="9685"/>
                </a:lnTo>
                <a:lnTo>
                  <a:pt x="10950" y="9782"/>
                </a:lnTo>
                <a:lnTo>
                  <a:pt x="10658" y="9977"/>
                </a:lnTo>
                <a:lnTo>
                  <a:pt x="10293" y="10220"/>
                </a:lnTo>
                <a:lnTo>
                  <a:pt x="10123" y="10366"/>
                </a:lnTo>
                <a:lnTo>
                  <a:pt x="10050" y="10439"/>
                </a:lnTo>
                <a:lnTo>
                  <a:pt x="10001" y="10536"/>
                </a:lnTo>
                <a:lnTo>
                  <a:pt x="10001" y="10585"/>
                </a:lnTo>
                <a:lnTo>
                  <a:pt x="10025" y="10609"/>
                </a:lnTo>
                <a:lnTo>
                  <a:pt x="10123" y="10609"/>
                </a:lnTo>
                <a:lnTo>
                  <a:pt x="10220" y="10585"/>
                </a:lnTo>
                <a:lnTo>
                  <a:pt x="10390" y="10512"/>
                </a:lnTo>
                <a:lnTo>
                  <a:pt x="10561" y="10390"/>
                </a:lnTo>
                <a:lnTo>
                  <a:pt x="10731" y="10269"/>
                </a:lnTo>
                <a:lnTo>
                  <a:pt x="10999" y="10074"/>
                </a:lnTo>
                <a:lnTo>
                  <a:pt x="11291" y="9904"/>
                </a:lnTo>
                <a:lnTo>
                  <a:pt x="11339" y="10171"/>
                </a:lnTo>
                <a:lnTo>
                  <a:pt x="11412" y="10390"/>
                </a:lnTo>
                <a:lnTo>
                  <a:pt x="11145" y="10488"/>
                </a:lnTo>
                <a:lnTo>
                  <a:pt x="10877" y="10634"/>
                </a:lnTo>
                <a:lnTo>
                  <a:pt x="10731" y="10682"/>
                </a:lnTo>
                <a:lnTo>
                  <a:pt x="10561" y="10804"/>
                </a:lnTo>
                <a:lnTo>
                  <a:pt x="10415" y="10926"/>
                </a:lnTo>
                <a:lnTo>
                  <a:pt x="10342" y="10999"/>
                </a:lnTo>
                <a:lnTo>
                  <a:pt x="10317" y="11072"/>
                </a:lnTo>
                <a:lnTo>
                  <a:pt x="9879" y="10463"/>
                </a:lnTo>
                <a:lnTo>
                  <a:pt x="9587" y="10050"/>
                </a:lnTo>
                <a:lnTo>
                  <a:pt x="9733" y="10001"/>
                </a:lnTo>
                <a:lnTo>
                  <a:pt x="9904" y="9928"/>
                </a:lnTo>
                <a:lnTo>
                  <a:pt x="10196" y="9758"/>
                </a:lnTo>
                <a:lnTo>
                  <a:pt x="10634" y="9514"/>
                </a:lnTo>
                <a:lnTo>
                  <a:pt x="11047" y="9295"/>
                </a:lnTo>
                <a:lnTo>
                  <a:pt x="11072" y="9271"/>
                </a:lnTo>
                <a:close/>
                <a:moveTo>
                  <a:pt x="11534" y="10780"/>
                </a:moveTo>
                <a:lnTo>
                  <a:pt x="11656" y="11193"/>
                </a:lnTo>
                <a:lnTo>
                  <a:pt x="11631" y="11193"/>
                </a:lnTo>
                <a:lnTo>
                  <a:pt x="11437" y="11364"/>
                </a:lnTo>
                <a:lnTo>
                  <a:pt x="11218" y="11510"/>
                </a:lnTo>
                <a:lnTo>
                  <a:pt x="11023" y="11631"/>
                </a:lnTo>
                <a:lnTo>
                  <a:pt x="10828" y="11753"/>
                </a:lnTo>
                <a:lnTo>
                  <a:pt x="10804" y="11777"/>
                </a:lnTo>
                <a:lnTo>
                  <a:pt x="10439" y="11242"/>
                </a:lnTo>
                <a:lnTo>
                  <a:pt x="10512" y="11242"/>
                </a:lnTo>
                <a:lnTo>
                  <a:pt x="10585" y="11218"/>
                </a:lnTo>
                <a:lnTo>
                  <a:pt x="10731" y="11145"/>
                </a:lnTo>
                <a:lnTo>
                  <a:pt x="10999" y="10974"/>
                </a:lnTo>
                <a:lnTo>
                  <a:pt x="11534" y="10780"/>
                </a:lnTo>
                <a:close/>
                <a:moveTo>
                  <a:pt x="6522" y="10342"/>
                </a:moveTo>
                <a:lnTo>
                  <a:pt x="6668" y="10439"/>
                </a:lnTo>
                <a:lnTo>
                  <a:pt x="6838" y="10561"/>
                </a:lnTo>
                <a:lnTo>
                  <a:pt x="7105" y="10853"/>
                </a:lnTo>
                <a:lnTo>
                  <a:pt x="7251" y="10999"/>
                </a:lnTo>
                <a:lnTo>
                  <a:pt x="7397" y="11120"/>
                </a:lnTo>
                <a:lnTo>
                  <a:pt x="7568" y="11218"/>
                </a:lnTo>
                <a:lnTo>
                  <a:pt x="7738" y="11291"/>
                </a:lnTo>
                <a:lnTo>
                  <a:pt x="7762" y="11291"/>
                </a:lnTo>
                <a:lnTo>
                  <a:pt x="7762" y="12021"/>
                </a:lnTo>
                <a:lnTo>
                  <a:pt x="7665" y="11948"/>
                </a:lnTo>
                <a:lnTo>
                  <a:pt x="7568" y="11875"/>
                </a:lnTo>
                <a:lnTo>
                  <a:pt x="7397" y="11704"/>
                </a:lnTo>
                <a:lnTo>
                  <a:pt x="7057" y="11364"/>
                </a:lnTo>
                <a:lnTo>
                  <a:pt x="6862" y="11193"/>
                </a:lnTo>
                <a:lnTo>
                  <a:pt x="6619" y="11072"/>
                </a:lnTo>
                <a:lnTo>
                  <a:pt x="6376" y="10999"/>
                </a:lnTo>
                <a:lnTo>
                  <a:pt x="6132" y="10926"/>
                </a:lnTo>
                <a:lnTo>
                  <a:pt x="6522" y="10342"/>
                </a:lnTo>
                <a:close/>
                <a:moveTo>
                  <a:pt x="11753" y="11510"/>
                </a:moveTo>
                <a:lnTo>
                  <a:pt x="11826" y="11802"/>
                </a:lnTo>
                <a:lnTo>
                  <a:pt x="11704" y="11826"/>
                </a:lnTo>
                <a:lnTo>
                  <a:pt x="11607" y="11899"/>
                </a:lnTo>
                <a:lnTo>
                  <a:pt x="11412" y="12021"/>
                </a:lnTo>
                <a:lnTo>
                  <a:pt x="11291" y="12167"/>
                </a:lnTo>
                <a:lnTo>
                  <a:pt x="11218" y="12240"/>
                </a:lnTo>
                <a:lnTo>
                  <a:pt x="11193" y="12313"/>
                </a:lnTo>
                <a:lnTo>
                  <a:pt x="10901" y="11899"/>
                </a:lnTo>
                <a:lnTo>
                  <a:pt x="11120" y="11850"/>
                </a:lnTo>
                <a:lnTo>
                  <a:pt x="11339" y="11777"/>
                </a:lnTo>
                <a:lnTo>
                  <a:pt x="11558" y="11656"/>
                </a:lnTo>
                <a:lnTo>
                  <a:pt x="11753" y="11510"/>
                </a:lnTo>
                <a:close/>
                <a:moveTo>
                  <a:pt x="6059" y="11047"/>
                </a:moveTo>
                <a:lnTo>
                  <a:pt x="6303" y="11218"/>
                </a:lnTo>
                <a:lnTo>
                  <a:pt x="6546" y="11388"/>
                </a:lnTo>
                <a:lnTo>
                  <a:pt x="6789" y="11583"/>
                </a:lnTo>
                <a:lnTo>
                  <a:pt x="6984" y="11802"/>
                </a:lnTo>
                <a:lnTo>
                  <a:pt x="7251" y="12069"/>
                </a:lnTo>
                <a:lnTo>
                  <a:pt x="7397" y="12215"/>
                </a:lnTo>
                <a:lnTo>
                  <a:pt x="7543" y="12313"/>
                </a:lnTo>
                <a:lnTo>
                  <a:pt x="7276" y="12459"/>
                </a:lnTo>
                <a:lnTo>
                  <a:pt x="7154" y="12386"/>
                </a:lnTo>
                <a:lnTo>
                  <a:pt x="7008" y="12337"/>
                </a:lnTo>
                <a:lnTo>
                  <a:pt x="6765" y="12215"/>
                </a:lnTo>
                <a:lnTo>
                  <a:pt x="6522" y="12069"/>
                </a:lnTo>
                <a:lnTo>
                  <a:pt x="6327" y="11948"/>
                </a:lnTo>
                <a:lnTo>
                  <a:pt x="6157" y="11802"/>
                </a:lnTo>
                <a:lnTo>
                  <a:pt x="5962" y="11656"/>
                </a:lnTo>
                <a:lnTo>
                  <a:pt x="5767" y="11534"/>
                </a:lnTo>
                <a:lnTo>
                  <a:pt x="6059" y="11047"/>
                </a:lnTo>
                <a:close/>
                <a:moveTo>
                  <a:pt x="5670" y="11680"/>
                </a:moveTo>
                <a:lnTo>
                  <a:pt x="5719" y="11777"/>
                </a:lnTo>
                <a:lnTo>
                  <a:pt x="5792" y="11850"/>
                </a:lnTo>
                <a:lnTo>
                  <a:pt x="5938" y="12021"/>
                </a:lnTo>
                <a:lnTo>
                  <a:pt x="6108" y="12167"/>
                </a:lnTo>
                <a:lnTo>
                  <a:pt x="6278" y="12288"/>
                </a:lnTo>
                <a:lnTo>
                  <a:pt x="6546" y="12483"/>
                </a:lnTo>
                <a:lnTo>
                  <a:pt x="6716" y="12580"/>
                </a:lnTo>
                <a:lnTo>
                  <a:pt x="6887" y="12678"/>
                </a:lnTo>
                <a:lnTo>
                  <a:pt x="6522" y="12848"/>
                </a:lnTo>
                <a:lnTo>
                  <a:pt x="6230" y="12653"/>
                </a:lnTo>
                <a:lnTo>
                  <a:pt x="5938" y="12434"/>
                </a:lnTo>
                <a:lnTo>
                  <a:pt x="5694" y="12215"/>
                </a:lnTo>
                <a:lnTo>
                  <a:pt x="5475" y="12021"/>
                </a:lnTo>
                <a:lnTo>
                  <a:pt x="5621" y="11777"/>
                </a:lnTo>
                <a:lnTo>
                  <a:pt x="5670" y="11680"/>
                </a:lnTo>
                <a:close/>
                <a:moveTo>
                  <a:pt x="11899" y="12094"/>
                </a:moveTo>
                <a:lnTo>
                  <a:pt x="12021" y="12605"/>
                </a:lnTo>
                <a:lnTo>
                  <a:pt x="11899" y="12726"/>
                </a:lnTo>
                <a:lnTo>
                  <a:pt x="11777" y="12848"/>
                </a:lnTo>
                <a:lnTo>
                  <a:pt x="11729" y="12921"/>
                </a:lnTo>
                <a:lnTo>
                  <a:pt x="11680" y="12994"/>
                </a:lnTo>
                <a:lnTo>
                  <a:pt x="11680" y="13018"/>
                </a:lnTo>
                <a:lnTo>
                  <a:pt x="11266" y="12434"/>
                </a:lnTo>
                <a:lnTo>
                  <a:pt x="11412" y="12386"/>
                </a:lnTo>
                <a:lnTo>
                  <a:pt x="11558" y="12313"/>
                </a:lnTo>
                <a:lnTo>
                  <a:pt x="11729" y="12215"/>
                </a:lnTo>
                <a:lnTo>
                  <a:pt x="11899" y="12094"/>
                </a:lnTo>
                <a:close/>
                <a:moveTo>
                  <a:pt x="5329" y="12240"/>
                </a:moveTo>
                <a:lnTo>
                  <a:pt x="5402" y="12361"/>
                </a:lnTo>
                <a:lnTo>
                  <a:pt x="5500" y="12483"/>
                </a:lnTo>
                <a:lnTo>
                  <a:pt x="5670" y="12678"/>
                </a:lnTo>
                <a:lnTo>
                  <a:pt x="5913" y="12897"/>
                </a:lnTo>
                <a:lnTo>
                  <a:pt x="6157" y="13067"/>
                </a:lnTo>
                <a:lnTo>
                  <a:pt x="5743" y="13335"/>
                </a:lnTo>
                <a:lnTo>
                  <a:pt x="5646" y="13310"/>
                </a:lnTo>
                <a:lnTo>
                  <a:pt x="5475" y="13237"/>
                </a:lnTo>
                <a:lnTo>
                  <a:pt x="5305" y="13164"/>
                </a:lnTo>
                <a:lnTo>
                  <a:pt x="5135" y="13043"/>
                </a:lnTo>
                <a:lnTo>
                  <a:pt x="4940" y="12970"/>
                </a:lnTo>
                <a:lnTo>
                  <a:pt x="4891" y="12945"/>
                </a:lnTo>
                <a:lnTo>
                  <a:pt x="5110" y="12605"/>
                </a:lnTo>
                <a:lnTo>
                  <a:pt x="5329" y="12240"/>
                </a:lnTo>
                <a:close/>
                <a:moveTo>
                  <a:pt x="12094" y="13043"/>
                </a:moveTo>
                <a:lnTo>
                  <a:pt x="12215" y="13748"/>
                </a:lnTo>
                <a:lnTo>
                  <a:pt x="11802" y="13189"/>
                </a:lnTo>
                <a:lnTo>
                  <a:pt x="11850" y="13189"/>
                </a:lnTo>
                <a:lnTo>
                  <a:pt x="11923" y="13164"/>
                </a:lnTo>
                <a:lnTo>
                  <a:pt x="11972" y="13140"/>
                </a:lnTo>
                <a:lnTo>
                  <a:pt x="12094" y="13043"/>
                </a:lnTo>
                <a:close/>
                <a:moveTo>
                  <a:pt x="4745" y="13140"/>
                </a:moveTo>
                <a:lnTo>
                  <a:pt x="4891" y="13310"/>
                </a:lnTo>
                <a:lnTo>
                  <a:pt x="5062" y="13456"/>
                </a:lnTo>
                <a:lnTo>
                  <a:pt x="5305" y="13602"/>
                </a:lnTo>
                <a:lnTo>
                  <a:pt x="4964" y="13846"/>
                </a:lnTo>
                <a:lnTo>
                  <a:pt x="4891" y="13773"/>
                </a:lnTo>
                <a:lnTo>
                  <a:pt x="4818" y="13700"/>
                </a:lnTo>
                <a:lnTo>
                  <a:pt x="4648" y="13627"/>
                </a:lnTo>
                <a:lnTo>
                  <a:pt x="4551" y="13554"/>
                </a:lnTo>
                <a:lnTo>
                  <a:pt x="4405" y="13529"/>
                </a:lnTo>
                <a:lnTo>
                  <a:pt x="4575" y="13335"/>
                </a:lnTo>
                <a:lnTo>
                  <a:pt x="4745" y="13140"/>
                </a:lnTo>
                <a:close/>
                <a:moveTo>
                  <a:pt x="8200" y="8833"/>
                </a:moveTo>
                <a:lnTo>
                  <a:pt x="8371" y="9076"/>
                </a:lnTo>
                <a:lnTo>
                  <a:pt x="8663" y="9514"/>
                </a:lnTo>
                <a:lnTo>
                  <a:pt x="8979" y="9928"/>
                </a:lnTo>
                <a:lnTo>
                  <a:pt x="9587" y="10780"/>
                </a:lnTo>
                <a:lnTo>
                  <a:pt x="10171" y="11583"/>
                </a:lnTo>
                <a:lnTo>
                  <a:pt x="10731" y="12410"/>
                </a:lnTo>
                <a:lnTo>
                  <a:pt x="11291" y="13213"/>
                </a:lnTo>
                <a:lnTo>
                  <a:pt x="11850" y="13992"/>
                </a:lnTo>
                <a:lnTo>
                  <a:pt x="11729" y="13943"/>
                </a:lnTo>
                <a:lnTo>
                  <a:pt x="11072" y="13554"/>
                </a:lnTo>
                <a:lnTo>
                  <a:pt x="10415" y="13189"/>
                </a:lnTo>
                <a:lnTo>
                  <a:pt x="9831" y="12921"/>
                </a:lnTo>
                <a:lnTo>
                  <a:pt x="9539" y="12799"/>
                </a:lnTo>
                <a:lnTo>
                  <a:pt x="9222" y="12678"/>
                </a:lnTo>
                <a:lnTo>
                  <a:pt x="8760" y="12507"/>
                </a:lnTo>
                <a:lnTo>
                  <a:pt x="8517" y="12410"/>
                </a:lnTo>
                <a:lnTo>
                  <a:pt x="8273" y="12337"/>
                </a:lnTo>
                <a:lnTo>
                  <a:pt x="8273" y="12288"/>
                </a:lnTo>
                <a:lnTo>
                  <a:pt x="8322" y="11996"/>
                </a:lnTo>
                <a:lnTo>
                  <a:pt x="8346" y="11680"/>
                </a:lnTo>
                <a:lnTo>
                  <a:pt x="8346" y="11388"/>
                </a:lnTo>
                <a:lnTo>
                  <a:pt x="8322" y="11072"/>
                </a:lnTo>
                <a:lnTo>
                  <a:pt x="8273" y="10463"/>
                </a:lnTo>
                <a:lnTo>
                  <a:pt x="8225" y="9855"/>
                </a:lnTo>
                <a:lnTo>
                  <a:pt x="8200" y="8833"/>
                </a:lnTo>
                <a:close/>
                <a:moveTo>
                  <a:pt x="7324" y="8346"/>
                </a:moveTo>
                <a:lnTo>
                  <a:pt x="6935" y="8906"/>
                </a:lnTo>
                <a:lnTo>
                  <a:pt x="6570" y="9441"/>
                </a:lnTo>
                <a:lnTo>
                  <a:pt x="5962" y="10439"/>
                </a:lnTo>
                <a:lnTo>
                  <a:pt x="5354" y="11437"/>
                </a:lnTo>
                <a:lnTo>
                  <a:pt x="4818" y="12386"/>
                </a:lnTo>
                <a:lnTo>
                  <a:pt x="4502" y="12848"/>
                </a:lnTo>
                <a:lnTo>
                  <a:pt x="4356" y="13067"/>
                </a:lnTo>
                <a:lnTo>
                  <a:pt x="4161" y="13286"/>
                </a:lnTo>
                <a:lnTo>
                  <a:pt x="3967" y="13529"/>
                </a:lnTo>
                <a:lnTo>
                  <a:pt x="3796" y="13773"/>
                </a:lnTo>
                <a:lnTo>
                  <a:pt x="3650" y="14040"/>
                </a:lnTo>
                <a:lnTo>
                  <a:pt x="3504" y="14308"/>
                </a:lnTo>
                <a:lnTo>
                  <a:pt x="3577" y="13578"/>
                </a:lnTo>
                <a:lnTo>
                  <a:pt x="3699" y="12897"/>
                </a:lnTo>
                <a:lnTo>
                  <a:pt x="3821" y="12215"/>
                </a:lnTo>
                <a:lnTo>
                  <a:pt x="3967" y="11558"/>
                </a:lnTo>
                <a:lnTo>
                  <a:pt x="4113" y="10926"/>
                </a:lnTo>
                <a:lnTo>
                  <a:pt x="4234" y="10269"/>
                </a:lnTo>
                <a:lnTo>
                  <a:pt x="4332" y="9612"/>
                </a:lnTo>
                <a:lnTo>
                  <a:pt x="4307" y="9539"/>
                </a:lnTo>
                <a:lnTo>
                  <a:pt x="4453" y="9587"/>
                </a:lnTo>
                <a:lnTo>
                  <a:pt x="4624" y="9563"/>
                </a:lnTo>
                <a:lnTo>
                  <a:pt x="4818" y="9514"/>
                </a:lnTo>
                <a:lnTo>
                  <a:pt x="5013" y="9441"/>
                </a:lnTo>
                <a:lnTo>
                  <a:pt x="5354" y="9271"/>
                </a:lnTo>
                <a:lnTo>
                  <a:pt x="5646" y="9149"/>
                </a:lnTo>
                <a:lnTo>
                  <a:pt x="6497" y="8760"/>
                </a:lnTo>
                <a:lnTo>
                  <a:pt x="7324" y="8346"/>
                </a:lnTo>
                <a:close/>
                <a:moveTo>
                  <a:pt x="4234" y="13700"/>
                </a:moveTo>
                <a:lnTo>
                  <a:pt x="4307" y="13773"/>
                </a:lnTo>
                <a:lnTo>
                  <a:pt x="4380" y="13821"/>
                </a:lnTo>
                <a:lnTo>
                  <a:pt x="4551" y="13943"/>
                </a:lnTo>
                <a:lnTo>
                  <a:pt x="4697" y="14016"/>
                </a:lnTo>
                <a:lnTo>
                  <a:pt x="4307" y="14259"/>
                </a:lnTo>
                <a:lnTo>
                  <a:pt x="4161" y="14332"/>
                </a:lnTo>
                <a:lnTo>
                  <a:pt x="3991" y="14405"/>
                </a:lnTo>
                <a:lnTo>
                  <a:pt x="3650" y="14502"/>
                </a:lnTo>
                <a:lnTo>
                  <a:pt x="3748" y="14429"/>
                </a:lnTo>
                <a:lnTo>
                  <a:pt x="3821" y="14332"/>
                </a:lnTo>
                <a:lnTo>
                  <a:pt x="3967" y="14113"/>
                </a:lnTo>
                <a:lnTo>
                  <a:pt x="4113" y="13894"/>
                </a:lnTo>
                <a:lnTo>
                  <a:pt x="4234" y="13700"/>
                </a:lnTo>
                <a:close/>
                <a:moveTo>
                  <a:pt x="7835" y="0"/>
                </a:moveTo>
                <a:lnTo>
                  <a:pt x="7762" y="25"/>
                </a:lnTo>
                <a:lnTo>
                  <a:pt x="7689" y="73"/>
                </a:lnTo>
                <a:lnTo>
                  <a:pt x="7641" y="73"/>
                </a:lnTo>
                <a:lnTo>
                  <a:pt x="7495" y="146"/>
                </a:lnTo>
                <a:lnTo>
                  <a:pt x="7373" y="244"/>
                </a:lnTo>
                <a:lnTo>
                  <a:pt x="7276" y="341"/>
                </a:lnTo>
                <a:lnTo>
                  <a:pt x="7178" y="463"/>
                </a:lnTo>
                <a:lnTo>
                  <a:pt x="6984" y="730"/>
                </a:lnTo>
                <a:lnTo>
                  <a:pt x="6838" y="1047"/>
                </a:lnTo>
                <a:lnTo>
                  <a:pt x="6716" y="1387"/>
                </a:lnTo>
                <a:lnTo>
                  <a:pt x="6619" y="1704"/>
                </a:lnTo>
                <a:lnTo>
                  <a:pt x="6449" y="2288"/>
                </a:lnTo>
                <a:lnTo>
                  <a:pt x="6230" y="2920"/>
                </a:lnTo>
                <a:lnTo>
                  <a:pt x="6108" y="3237"/>
                </a:lnTo>
                <a:lnTo>
                  <a:pt x="5962" y="3529"/>
                </a:lnTo>
                <a:lnTo>
                  <a:pt x="5767" y="3845"/>
                </a:lnTo>
                <a:lnTo>
                  <a:pt x="5548" y="4161"/>
                </a:lnTo>
                <a:lnTo>
                  <a:pt x="5378" y="4478"/>
                </a:lnTo>
                <a:lnTo>
                  <a:pt x="5281" y="4648"/>
                </a:lnTo>
                <a:lnTo>
                  <a:pt x="5208" y="4818"/>
                </a:lnTo>
                <a:lnTo>
                  <a:pt x="4891" y="4916"/>
                </a:lnTo>
                <a:lnTo>
                  <a:pt x="4575" y="4989"/>
                </a:lnTo>
                <a:lnTo>
                  <a:pt x="3918" y="5110"/>
                </a:lnTo>
                <a:lnTo>
                  <a:pt x="2580" y="5305"/>
                </a:lnTo>
                <a:lnTo>
                  <a:pt x="1801" y="5402"/>
                </a:lnTo>
                <a:lnTo>
                  <a:pt x="998" y="5500"/>
                </a:lnTo>
                <a:lnTo>
                  <a:pt x="755" y="5524"/>
                </a:lnTo>
                <a:lnTo>
                  <a:pt x="511" y="5524"/>
                </a:lnTo>
                <a:lnTo>
                  <a:pt x="244" y="5548"/>
                </a:lnTo>
                <a:lnTo>
                  <a:pt x="146" y="5597"/>
                </a:lnTo>
                <a:lnTo>
                  <a:pt x="49" y="5646"/>
                </a:lnTo>
                <a:lnTo>
                  <a:pt x="0" y="5719"/>
                </a:lnTo>
                <a:lnTo>
                  <a:pt x="0" y="5792"/>
                </a:lnTo>
                <a:lnTo>
                  <a:pt x="0" y="5865"/>
                </a:lnTo>
                <a:lnTo>
                  <a:pt x="0" y="5962"/>
                </a:lnTo>
                <a:lnTo>
                  <a:pt x="49" y="6035"/>
                </a:lnTo>
                <a:lnTo>
                  <a:pt x="146" y="6229"/>
                </a:lnTo>
                <a:lnTo>
                  <a:pt x="292" y="6375"/>
                </a:lnTo>
                <a:lnTo>
                  <a:pt x="438" y="6497"/>
                </a:lnTo>
                <a:lnTo>
                  <a:pt x="682" y="6716"/>
                </a:lnTo>
                <a:lnTo>
                  <a:pt x="925" y="6935"/>
                </a:lnTo>
                <a:lnTo>
                  <a:pt x="1460" y="7349"/>
                </a:lnTo>
                <a:lnTo>
                  <a:pt x="1971" y="7811"/>
                </a:lnTo>
                <a:lnTo>
                  <a:pt x="2507" y="8273"/>
                </a:lnTo>
                <a:lnTo>
                  <a:pt x="2847" y="8565"/>
                </a:lnTo>
                <a:lnTo>
                  <a:pt x="3188" y="8882"/>
                </a:lnTo>
                <a:lnTo>
                  <a:pt x="3504" y="9222"/>
                </a:lnTo>
                <a:lnTo>
                  <a:pt x="3650" y="9417"/>
                </a:lnTo>
                <a:lnTo>
                  <a:pt x="3772" y="9612"/>
                </a:lnTo>
                <a:lnTo>
                  <a:pt x="3821" y="9685"/>
                </a:lnTo>
                <a:lnTo>
                  <a:pt x="3918" y="9709"/>
                </a:lnTo>
                <a:lnTo>
                  <a:pt x="3748" y="10342"/>
                </a:lnTo>
                <a:lnTo>
                  <a:pt x="3602" y="10974"/>
                </a:lnTo>
                <a:lnTo>
                  <a:pt x="3334" y="12264"/>
                </a:lnTo>
                <a:lnTo>
                  <a:pt x="3212" y="12872"/>
                </a:lnTo>
                <a:lnTo>
                  <a:pt x="3091" y="13529"/>
                </a:lnTo>
                <a:lnTo>
                  <a:pt x="3042" y="13870"/>
                </a:lnTo>
                <a:lnTo>
                  <a:pt x="2993" y="14186"/>
                </a:lnTo>
                <a:lnTo>
                  <a:pt x="2993" y="14502"/>
                </a:lnTo>
                <a:lnTo>
                  <a:pt x="3018" y="14819"/>
                </a:lnTo>
                <a:lnTo>
                  <a:pt x="3042" y="14916"/>
                </a:lnTo>
                <a:lnTo>
                  <a:pt x="3091" y="14965"/>
                </a:lnTo>
                <a:lnTo>
                  <a:pt x="3188" y="15013"/>
                </a:lnTo>
                <a:lnTo>
                  <a:pt x="3261" y="15013"/>
                </a:lnTo>
                <a:lnTo>
                  <a:pt x="3383" y="15038"/>
                </a:lnTo>
                <a:lnTo>
                  <a:pt x="3529" y="15062"/>
                </a:lnTo>
                <a:lnTo>
                  <a:pt x="3675" y="15038"/>
                </a:lnTo>
                <a:lnTo>
                  <a:pt x="3796" y="15013"/>
                </a:lnTo>
                <a:lnTo>
                  <a:pt x="4088" y="14940"/>
                </a:lnTo>
                <a:lnTo>
                  <a:pt x="4405" y="14794"/>
                </a:lnTo>
                <a:lnTo>
                  <a:pt x="4672" y="14624"/>
                </a:lnTo>
                <a:lnTo>
                  <a:pt x="4964" y="14454"/>
                </a:lnTo>
                <a:lnTo>
                  <a:pt x="5402" y="14138"/>
                </a:lnTo>
                <a:lnTo>
                  <a:pt x="5719" y="13943"/>
                </a:lnTo>
                <a:lnTo>
                  <a:pt x="6035" y="13748"/>
                </a:lnTo>
                <a:lnTo>
                  <a:pt x="6716" y="13383"/>
                </a:lnTo>
                <a:lnTo>
                  <a:pt x="7373" y="13018"/>
                </a:lnTo>
                <a:lnTo>
                  <a:pt x="7689" y="12824"/>
                </a:lnTo>
                <a:lnTo>
                  <a:pt x="8006" y="12629"/>
                </a:lnTo>
                <a:lnTo>
                  <a:pt x="8127" y="12726"/>
                </a:lnTo>
                <a:lnTo>
                  <a:pt x="8273" y="12799"/>
                </a:lnTo>
                <a:lnTo>
                  <a:pt x="8590" y="12945"/>
                </a:lnTo>
                <a:lnTo>
                  <a:pt x="9320" y="13213"/>
                </a:lnTo>
                <a:lnTo>
                  <a:pt x="9685" y="13383"/>
                </a:lnTo>
                <a:lnTo>
                  <a:pt x="10050" y="13554"/>
                </a:lnTo>
                <a:lnTo>
                  <a:pt x="10707" y="13894"/>
                </a:lnTo>
                <a:lnTo>
                  <a:pt x="11364" y="14283"/>
                </a:lnTo>
                <a:lnTo>
                  <a:pt x="11607" y="14454"/>
                </a:lnTo>
                <a:lnTo>
                  <a:pt x="11875" y="14624"/>
                </a:lnTo>
                <a:lnTo>
                  <a:pt x="12021" y="14697"/>
                </a:lnTo>
                <a:lnTo>
                  <a:pt x="12167" y="14770"/>
                </a:lnTo>
                <a:lnTo>
                  <a:pt x="12313" y="14794"/>
                </a:lnTo>
                <a:lnTo>
                  <a:pt x="12459" y="14770"/>
                </a:lnTo>
                <a:lnTo>
                  <a:pt x="12507" y="14770"/>
                </a:lnTo>
                <a:lnTo>
                  <a:pt x="12532" y="14721"/>
                </a:lnTo>
                <a:lnTo>
                  <a:pt x="12629" y="14697"/>
                </a:lnTo>
                <a:lnTo>
                  <a:pt x="12702" y="14648"/>
                </a:lnTo>
                <a:lnTo>
                  <a:pt x="12751" y="14575"/>
                </a:lnTo>
                <a:lnTo>
                  <a:pt x="12775" y="14478"/>
                </a:lnTo>
                <a:lnTo>
                  <a:pt x="12751" y="14065"/>
                </a:lnTo>
                <a:lnTo>
                  <a:pt x="12702" y="13651"/>
                </a:lnTo>
                <a:lnTo>
                  <a:pt x="12629" y="13262"/>
                </a:lnTo>
                <a:lnTo>
                  <a:pt x="12556" y="12848"/>
                </a:lnTo>
                <a:lnTo>
                  <a:pt x="12337" y="12045"/>
                </a:lnTo>
                <a:lnTo>
                  <a:pt x="12118" y="11242"/>
                </a:lnTo>
                <a:lnTo>
                  <a:pt x="11899" y="10463"/>
                </a:lnTo>
                <a:lnTo>
                  <a:pt x="11875" y="10390"/>
                </a:lnTo>
                <a:lnTo>
                  <a:pt x="11680" y="9685"/>
                </a:lnTo>
                <a:lnTo>
                  <a:pt x="11680" y="9636"/>
                </a:lnTo>
                <a:lnTo>
                  <a:pt x="11656" y="9563"/>
                </a:lnTo>
                <a:lnTo>
                  <a:pt x="11631" y="9514"/>
                </a:lnTo>
                <a:lnTo>
                  <a:pt x="11680" y="9490"/>
                </a:lnTo>
                <a:lnTo>
                  <a:pt x="11729" y="9466"/>
                </a:lnTo>
                <a:lnTo>
                  <a:pt x="11802" y="9393"/>
                </a:lnTo>
                <a:lnTo>
                  <a:pt x="11850" y="9344"/>
                </a:lnTo>
                <a:lnTo>
                  <a:pt x="12094" y="9101"/>
                </a:lnTo>
                <a:lnTo>
                  <a:pt x="12361" y="8882"/>
                </a:lnTo>
                <a:lnTo>
                  <a:pt x="12897" y="8419"/>
                </a:lnTo>
                <a:lnTo>
                  <a:pt x="13432" y="8006"/>
                </a:lnTo>
                <a:lnTo>
                  <a:pt x="13967" y="7568"/>
                </a:lnTo>
                <a:lnTo>
                  <a:pt x="14211" y="7324"/>
                </a:lnTo>
                <a:lnTo>
                  <a:pt x="14454" y="7105"/>
                </a:lnTo>
                <a:lnTo>
                  <a:pt x="14697" y="6838"/>
                </a:lnTo>
                <a:lnTo>
                  <a:pt x="14892" y="6570"/>
                </a:lnTo>
                <a:lnTo>
                  <a:pt x="15232" y="6205"/>
                </a:lnTo>
                <a:lnTo>
                  <a:pt x="15403" y="5986"/>
                </a:lnTo>
                <a:lnTo>
                  <a:pt x="15451" y="5889"/>
                </a:lnTo>
                <a:lnTo>
                  <a:pt x="15500" y="5767"/>
                </a:lnTo>
                <a:lnTo>
                  <a:pt x="15500" y="5743"/>
                </a:lnTo>
                <a:lnTo>
                  <a:pt x="15476" y="5646"/>
                </a:lnTo>
                <a:lnTo>
                  <a:pt x="15427" y="5573"/>
                </a:lnTo>
                <a:lnTo>
                  <a:pt x="15354" y="5475"/>
                </a:lnTo>
                <a:lnTo>
                  <a:pt x="15257" y="5427"/>
                </a:lnTo>
                <a:lnTo>
                  <a:pt x="15135" y="5378"/>
                </a:lnTo>
                <a:lnTo>
                  <a:pt x="15013" y="5354"/>
                </a:lnTo>
                <a:lnTo>
                  <a:pt x="14770" y="5329"/>
                </a:lnTo>
                <a:lnTo>
                  <a:pt x="14527" y="5305"/>
                </a:lnTo>
                <a:lnTo>
                  <a:pt x="13797" y="5256"/>
                </a:lnTo>
                <a:lnTo>
                  <a:pt x="13091" y="5208"/>
                </a:lnTo>
                <a:lnTo>
                  <a:pt x="12410" y="5208"/>
                </a:lnTo>
                <a:lnTo>
                  <a:pt x="11753" y="5159"/>
                </a:lnTo>
                <a:lnTo>
                  <a:pt x="11485" y="5135"/>
                </a:lnTo>
                <a:lnTo>
                  <a:pt x="11218" y="5086"/>
                </a:lnTo>
                <a:lnTo>
                  <a:pt x="10950" y="5013"/>
                </a:lnTo>
                <a:lnTo>
                  <a:pt x="10682" y="4989"/>
                </a:lnTo>
                <a:lnTo>
                  <a:pt x="10658" y="4940"/>
                </a:lnTo>
                <a:lnTo>
                  <a:pt x="10634" y="4867"/>
                </a:lnTo>
                <a:lnTo>
                  <a:pt x="10415" y="4599"/>
                </a:lnTo>
                <a:lnTo>
                  <a:pt x="10220" y="4332"/>
                </a:lnTo>
                <a:lnTo>
                  <a:pt x="10025" y="4040"/>
                </a:lnTo>
                <a:lnTo>
                  <a:pt x="9855" y="3748"/>
                </a:lnTo>
                <a:lnTo>
                  <a:pt x="9514" y="3164"/>
                </a:lnTo>
                <a:lnTo>
                  <a:pt x="9222" y="2531"/>
                </a:lnTo>
                <a:lnTo>
                  <a:pt x="8638" y="1290"/>
                </a:lnTo>
                <a:lnTo>
                  <a:pt x="8322" y="682"/>
                </a:lnTo>
                <a:lnTo>
                  <a:pt x="7981" y="73"/>
                </a:lnTo>
                <a:lnTo>
                  <a:pt x="7908" y="25"/>
                </a:lnTo>
                <a:lnTo>
                  <a:pt x="783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" name="Google Shape;104;p19">
            <a:extLst>
              <a:ext uri="{FF2B5EF4-FFF2-40B4-BE49-F238E27FC236}">
                <a16:creationId xmlns:a16="http://schemas.microsoft.com/office/drawing/2014/main" id="{D53AFBF8-DEEE-3FBD-46B6-3421C4949CBE}"/>
              </a:ext>
            </a:extLst>
          </p:cNvPr>
          <p:cNvSpPr txBox="1">
            <a:spLocks/>
          </p:cNvSpPr>
          <p:nvPr/>
        </p:nvSpPr>
        <p:spPr>
          <a:xfrm>
            <a:off x="599296" y="4699749"/>
            <a:ext cx="9250381" cy="1045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683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683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200"/>
              <a:buFont typeface="Montserrat Light"/>
              <a:buChar char="◦"/>
              <a:defRPr sz="2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marL="0" indent="0" algn="ctr">
              <a:spcAft>
                <a:spcPts val="1333"/>
              </a:spcAft>
              <a:buNone/>
            </a:pPr>
            <a:r>
              <a:rPr lang="en-US" sz="2933" dirty="0">
                <a:solidFill>
                  <a:schemeClr val="tx1"/>
                </a:solidFill>
              </a:rPr>
              <a:t>Why are you interested in this specialization?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" grpId="0" build="p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8CE221-D23B-E0C5-C8F2-FCA3B5E18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77" y="581247"/>
            <a:ext cx="10958624" cy="5751888"/>
          </a:xfrm>
          <a:prstGeom prst="rect">
            <a:avLst/>
          </a:prstGeom>
        </p:spPr>
      </p:pic>
      <p:sp>
        <p:nvSpPr>
          <p:cNvPr id="141" name="Google Shape;141;p23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algn="r">
              <a:buClr>
                <a:srgbClr val="000000"/>
              </a:buClr>
              <a:buSzPts val="1100"/>
            </a:pPr>
            <a:fld id="{00000000-1234-1234-1234-123412341234}" type="slidenum">
              <a:rPr lang="en"/>
              <a:pPr algn="r">
                <a:buClr>
                  <a:srgbClr val="000000"/>
                </a:buClr>
                <a:buSzPts val="1100"/>
              </a:pPr>
              <a:t>6</a:t>
            </a:fld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E6F282-7095-07E8-7692-EC556C72C505}"/>
              </a:ext>
            </a:extLst>
          </p:cNvPr>
          <p:cNvSpPr txBox="1"/>
          <p:nvPr/>
        </p:nvSpPr>
        <p:spPr>
          <a:xfrm>
            <a:off x="753777" y="3603242"/>
            <a:ext cx="723948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733" b="1" i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YaHei UI" panose="020B0503020204020204" pitchFamily="34" charset="-122"/>
                <a:ea typeface="Microsoft YaHei UI" panose="020B0503020204020204" pitchFamily="34" charset="-122"/>
                <a:sym typeface="Montserrat ExtraBold"/>
              </a:rPr>
              <a:t>Aren’t these sites familiar ?? </a:t>
            </a:r>
            <a:endParaRPr lang="en-IN" sz="3733" b="1" i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YaHei UI" panose="020B0503020204020204" pitchFamily="34" charset="-122"/>
              <a:ea typeface="Microsoft YaHei UI" panose="020B0503020204020204" pitchFamily="34" charset="-122"/>
              <a:sym typeface="Montserrat Extra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1" y="1206551"/>
            <a:ext cx="5775897" cy="632461"/>
          </a:xfrm>
          <a:prstGeom prst="rect">
            <a:avLst/>
          </a:prstGeom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algn="ctr"/>
            <a:r>
              <a:rPr lang="en-US" sz="4267" dirty="0"/>
              <a:t>E-COMMERCE</a:t>
            </a:r>
            <a:endParaRPr sz="4267" dirty="0"/>
          </a:p>
        </p:txBody>
      </p:sp>
      <p:sp>
        <p:nvSpPr>
          <p:cNvPr id="133" name="Google Shape;133;p22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fld id="{00000000-1234-1234-1234-123412341234}" type="slidenum">
              <a:rPr lang="en"/>
              <a:pPr>
                <a:buClr>
                  <a:srgbClr val="000000"/>
                </a:buClr>
                <a:buSzPts val="1100"/>
              </a:pPr>
              <a:t>7</a:t>
            </a:fld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3761" r="3761"/>
          <a:stretch/>
        </p:blipFill>
        <p:spPr>
          <a:xfrm>
            <a:off x="5681121" y="635790"/>
            <a:ext cx="6510879" cy="5894196"/>
          </a:xfrm>
          <a:custGeom>
            <a:avLst/>
            <a:gdLst/>
            <a:ahLst/>
            <a:cxnLst/>
            <a:rect l="l" t="t" r="r" b="b"/>
            <a:pathLst>
              <a:path w="21594" h="21530" extrusionOk="0">
                <a:moveTo>
                  <a:pt x="17370" y="1"/>
                </a:moveTo>
                <a:cubicBezTo>
                  <a:pt x="16884" y="-13"/>
                  <a:pt x="16382" y="125"/>
                  <a:pt x="15903" y="161"/>
                </a:cubicBezTo>
                <a:cubicBezTo>
                  <a:pt x="14936" y="375"/>
                  <a:pt x="13965" y="551"/>
                  <a:pt x="13012" y="830"/>
                </a:cubicBezTo>
                <a:cubicBezTo>
                  <a:pt x="11214" y="1421"/>
                  <a:pt x="9372" y="1812"/>
                  <a:pt x="7583" y="2438"/>
                </a:cubicBezTo>
                <a:cubicBezTo>
                  <a:pt x="5948" y="2899"/>
                  <a:pt x="4430" y="3724"/>
                  <a:pt x="2932" y="4558"/>
                </a:cubicBezTo>
                <a:cubicBezTo>
                  <a:pt x="2631" y="4758"/>
                  <a:pt x="2343" y="4977"/>
                  <a:pt x="2045" y="5184"/>
                </a:cubicBezTo>
                <a:cubicBezTo>
                  <a:pt x="1874" y="5342"/>
                  <a:pt x="1559" y="5383"/>
                  <a:pt x="1513" y="5659"/>
                </a:cubicBezTo>
                <a:cubicBezTo>
                  <a:pt x="1373" y="6413"/>
                  <a:pt x="1656" y="7167"/>
                  <a:pt x="1880" y="7873"/>
                </a:cubicBezTo>
                <a:lnTo>
                  <a:pt x="1835" y="7915"/>
                </a:lnTo>
                <a:cubicBezTo>
                  <a:pt x="2115" y="8179"/>
                  <a:pt x="1880" y="8413"/>
                  <a:pt x="2142" y="8463"/>
                </a:cubicBezTo>
                <a:cubicBezTo>
                  <a:pt x="1887" y="8918"/>
                  <a:pt x="133" y="9281"/>
                  <a:pt x="281" y="9836"/>
                </a:cubicBezTo>
                <a:lnTo>
                  <a:pt x="188" y="9902"/>
                </a:lnTo>
                <a:cubicBezTo>
                  <a:pt x="209" y="10068"/>
                  <a:pt x="184" y="10237"/>
                  <a:pt x="113" y="10385"/>
                </a:cubicBezTo>
                <a:lnTo>
                  <a:pt x="176" y="10546"/>
                </a:lnTo>
                <a:cubicBezTo>
                  <a:pt x="117" y="10641"/>
                  <a:pt x="-4" y="10690"/>
                  <a:pt x="0" y="10822"/>
                </a:cubicBezTo>
                <a:cubicBezTo>
                  <a:pt x="33" y="11023"/>
                  <a:pt x="-6" y="11339"/>
                  <a:pt x="225" y="11399"/>
                </a:cubicBezTo>
                <a:cubicBezTo>
                  <a:pt x="214" y="11650"/>
                  <a:pt x="482" y="11777"/>
                  <a:pt x="360" y="12034"/>
                </a:cubicBezTo>
                <a:lnTo>
                  <a:pt x="495" y="12051"/>
                </a:lnTo>
                <a:cubicBezTo>
                  <a:pt x="608" y="12182"/>
                  <a:pt x="693" y="12344"/>
                  <a:pt x="742" y="12517"/>
                </a:cubicBezTo>
                <a:lnTo>
                  <a:pt x="858" y="12542"/>
                </a:lnTo>
                <a:lnTo>
                  <a:pt x="1053" y="13131"/>
                </a:lnTo>
                <a:lnTo>
                  <a:pt x="1165" y="13185"/>
                </a:lnTo>
                <a:cubicBezTo>
                  <a:pt x="1142" y="13308"/>
                  <a:pt x="1067" y="13365"/>
                  <a:pt x="1150" y="13503"/>
                </a:cubicBezTo>
                <a:cubicBezTo>
                  <a:pt x="1204" y="13609"/>
                  <a:pt x="1187" y="13762"/>
                  <a:pt x="1195" y="13894"/>
                </a:cubicBezTo>
                <a:cubicBezTo>
                  <a:pt x="1166" y="14250"/>
                  <a:pt x="1218" y="14605"/>
                  <a:pt x="1468" y="14855"/>
                </a:cubicBezTo>
                <a:cubicBezTo>
                  <a:pt x="1639" y="14850"/>
                  <a:pt x="1798" y="14844"/>
                  <a:pt x="1977" y="14929"/>
                </a:cubicBezTo>
                <a:lnTo>
                  <a:pt x="1974" y="14938"/>
                </a:lnTo>
                <a:cubicBezTo>
                  <a:pt x="2150" y="15034"/>
                  <a:pt x="2358" y="15116"/>
                  <a:pt x="2307" y="15379"/>
                </a:cubicBezTo>
                <a:cubicBezTo>
                  <a:pt x="2468" y="15614"/>
                  <a:pt x="2524" y="15956"/>
                  <a:pt x="2756" y="16097"/>
                </a:cubicBezTo>
                <a:cubicBezTo>
                  <a:pt x="2812" y="16263"/>
                  <a:pt x="3073" y="16868"/>
                  <a:pt x="2704" y="16608"/>
                </a:cubicBezTo>
                <a:lnTo>
                  <a:pt x="2558" y="16653"/>
                </a:lnTo>
                <a:lnTo>
                  <a:pt x="2651" y="16810"/>
                </a:lnTo>
                <a:cubicBezTo>
                  <a:pt x="2577" y="16895"/>
                  <a:pt x="2521" y="16850"/>
                  <a:pt x="2464" y="16793"/>
                </a:cubicBezTo>
                <a:lnTo>
                  <a:pt x="2386" y="16934"/>
                </a:lnTo>
                <a:cubicBezTo>
                  <a:pt x="2165" y="16903"/>
                  <a:pt x="2216" y="17199"/>
                  <a:pt x="1925" y="17214"/>
                </a:cubicBezTo>
                <a:lnTo>
                  <a:pt x="1985" y="17383"/>
                </a:lnTo>
                <a:cubicBezTo>
                  <a:pt x="1925" y="17484"/>
                  <a:pt x="1849" y="17431"/>
                  <a:pt x="1779" y="17424"/>
                </a:cubicBezTo>
                <a:lnTo>
                  <a:pt x="1689" y="17495"/>
                </a:lnTo>
                <a:cubicBezTo>
                  <a:pt x="1571" y="17444"/>
                  <a:pt x="1532" y="17331"/>
                  <a:pt x="1491" y="17218"/>
                </a:cubicBezTo>
                <a:lnTo>
                  <a:pt x="1401" y="17218"/>
                </a:lnTo>
                <a:lnTo>
                  <a:pt x="1382" y="17284"/>
                </a:lnTo>
                <a:cubicBezTo>
                  <a:pt x="1318" y="17309"/>
                  <a:pt x="1242" y="17292"/>
                  <a:pt x="1191" y="17363"/>
                </a:cubicBezTo>
                <a:cubicBezTo>
                  <a:pt x="1100" y="17484"/>
                  <a:pt x="946" y="17434"/>
                  <a:pt x="828" y="17499"/>
                </a:cubicBezTo>
                <a:cubicBezTo>
                  <a:pt x="654" y="17586"/>
                  <a:pt x="520" y="17454"/>
                  <a:pt x="401" y="17717"/>
                </a:cubicBezTo>
                <a:lnTo>
                  <a:pt x="319" y="17697"/>
                </a:lnTo>
                <a:lnTo>
                  <a:pt x="184" y="17829"/>
                </a:lnTo>
                <a:cubicBezTo>
                  <a:pt x="202" y="17908"/>
                  <a:pt x="215" y="17990"/>
                  <a:pt x="225" y="18072"/>
                </a:cubicBezTo>
                <a:lnTo>
                  <a:pt x="341" y="18072"/>
                </a:lnTo>
                <a:lnTo>
                  <a:pt x="259" y="18138"/>
                </a:lnTo>
                <a:lnTo>
                  <a:pt x="251" y="18328"/>
                </a:lnTo>
                <a:lnTo>
                  <a:pt x="158" y="18422"/>
                </a:lnTo>
                <a:cubicBezTo>
                  <a:pt x="269" y="18526"/>
                  <a:pt x="451" y="18375"/>
                  <a:pt x="390" y="18645"/>
                </a:cubicBezTo>
                <a:cubicBezTo>
                  <a:pt x="389" y="18803"/>
                  <a:pt x="416" y="18924"/>
                  <a:pt x="259" y="18987"/>
                </a:cubicBezTo>
                <a:cubicBezTo>
                  <a:pt x="181" y="19205"/>
                  <a:pt x="505" y="19177"/>
                  <a:pt x="416" y="19590"/>
                </a:cubicBezTo>
                <a:cubicBezTo>
                  <a:pt x="439" y="19631"/>
                  <a:pt x="457" y="19714"/>
                  <a:pt x="543" y="19668"/>
                </a:cubicBezTo>
                <a:lnTo>
                  <a:pt x="716" y="20014"/>
                </a:lnTo>
                <a:lnTo>
                  <a:pt x="697" y="20039"/>
                </a:lnTo>
                <a:lnTo>
                  <a:pt x="914" y="20126"/>
                </a:lnTo>
                <a:lnTo>
                  <a:pt x="981" y="20352"/>
                </a:lnTo>
                <a:lnTo>
                  <a:pt x="719" y="20629"/>
                </a:lnTo>
                <a:cubicBezTo>
                  <a:pt x="855" y="20707"/>
                  <a:pt x="968" y="20650"/>
                  <a:pt x="1094" y="20621"/>
                </a:cubicBezTo>
                <a:lnTo>
                  <a:pt x="1273" y="21025"/>
                </a:lnTo>
                <a:lnTo>
                  <a:pt x="1112" y="21371"/>
                </a:lnTo>
                <a:cubicBezTo>
                  <a:pt x="1000" y="21343"/>
                  <a:pt x="880" y="21385"/>
                  <a:pt x="805" y="21482"/>
                </a:cubicBezTo>
                <a:cubicBezTo>
                  <a:pt x="943" y="21587"/>
                  <a:pt x="1097" y="21487"/>
                  <a:pt x="1251" y="21487"/>
                </a:cubicBezTo>
                <a:cubicBezTo>
                  <a:pt x="1507" y="21467"/>
                  <a:pt x="1774" y="21558"/>
                  <a:pt x="2015" y="21412"/>
                </a:cubicBezTo>
                <a:lnTo>
                  <a:pt x="2153" y="21190"/>
                </a:lnTo>
                <a:lnTo>
                  <a:pt x="2191" y="21313"/>
                </a:lnTo>
                <a:lnTo>
                  <a:pt x="2801" y="21218"/>
                </a:lnTo>
                <a:lnTo>
                  <a:pt x="2857" y="21120"/>
                </a:lnTo>
                <a:cubicBezTo>
                  <a:pt x="2993" y="21107"/>
                  <a:pt x="3118" y="21187"/>
                  <a:pt x="3250" y="21120"/>
                </a:cubicBezTo>
                <a:cubicBezTo>
                  <a:pt x="3434" y="21072"/>
                  <a:pt x="3626" y="21119"/>
                  <a:pt x="3722" y="20893"/>
                </a:cubicBezTo>
                <a:cubicBezTo>
                  <a:pt x="3894" y="21132"/>
                  <a:pt x="4263" y="20685"/>
                  <a:pt x="4539" y="20765"/>
                </a:cubicBezTo>
                <a:lnTo>
                  <a:pt x="4681" y="20596"/>
                </a:lnTo>
                <a:lnTo>
                  <a:pt x="4808" y="20666"/>
                </a:lnTo>
                <a:lnTo>
                  <a:pt x="4973" y="20559"/>
                </a:lnTo>
                <a:cubicBezTo>
                  <a:pt x="5158" y="20589"/>
                  <a:pt x="5320" y="20477"/>
                  <a:pt x="5493" y="20418"/>
                </a:cubicBezTo>
                <a:cubicBezTo>
                  <a:pt x="5666" y="20360"/>
                  <a:pt x="5862" y="20363"/>
                  <a:pt x="5980" y="20241"/>
                </a:cubicBezTo>
                <a:cubicBezTo>
                  <a:pt x="6276" y="20129"/>
                  <a:pt x="6546" y="20175"/>
                  <a:pt x="6811" y="20031"/>
                </a:cubicBezTo>
                <a:cubicBezTo>
                  <a:pt x="6883" y="19970"/>
                  <a:pt x="6972" y="19936"/>
                  <a:pt x="7062" y="19936"/>
                </a:cubicBezTo>
                <a:cubicBezTo>
                  <a:pt x="7253" y="19940"/>
                  <a:pt x="7436" y="19858"/>
                  <a:pt x="7571" y="19709"/>
                </a:cubicBezTo>
                <a:cubicBezTo>
                  <a:pt x="7822" y="19730"/>
                  <a:pt x="7976" y="19694"/>
                  <a:pt x="8156" y="19519"/>
                </a:cubicBezTo>
                <a:lnTo>
                  <a:pt x="8294" y="19573"/>
                </a:lnTo>
                <a:cubicBezTo>
                  <a:pt x="8982" y="19370"/>
                  <a:pt x="9709" y="19307"/>
                  <a:pt x="10376" y="19016"/>
                </a:cubicBezTo>
                <a:cubicBezTo>
                  <a:pt x="11004" y="18667"/>
                  <a:pt x="11627" y="18292"/>
                  <a:pt x="12282" y="18002"/>
                </a:cubicBezTo>
                <a:cubicBezTo>
                  <a:pt x="12903" y="17677"/>
                  <a:pt x="13589" y="17568"/>
                  <a:pt x="14240" y="17342"/>
                </a:cubicBezTo>
                <a:cubicBezTo>
                  <a:pt x="15203" y="16923"/>
                  <a:pt x="16166" y="16527"/>
                  <a:pt x="17153" y="16167"/>
                </a:cubicBezTo>
                <a:cubicBezTo>
                  <a:pt x="17149" y="16125"/>
                  <a:pt x="17147" y="16086"/>
                  <a:pt x="17142" y="16039"/>
                </a:cubicBezTo>
                <a:lnTo>
                  <a:pt x="17501" y="15911"/>
                </a:lnTo>
                <a:lnTo>
                  <a:pt x="17423" y="15804"/>
                </a:lnTo>
                <a:cubicBezTo>
                  <a:pt x="17091" y="15877"/>
                  <a:pt x="16801" y="16059"/>
                  <a:pt x="16464" y="16084"/>
                </a:cubicBezTo>
                <a:lnTo>
                  <a:pt x="16457" y="16064"/>
                </a:lnTo>
                <a:lnTo>
                  <a:pt x="16704" y="15952"/>
                </a:lnTo>
                <a:lnTo>
                  <a:pt x="16584" y="15866"/>
                </a:lnTo>
                <a:cubicBezTo>
                  <a:pt x="17573" y="15348"/>
                  <a:pt x="18615" y="14965"/>
                  <a:pt x="19688" y="14727"/>
                </a:cubicBezTo>
                <a:lnTo>
                  <a:pt x="19714" y="14793"/>
                </a:lnTo>
                <a:cubicBezTo>
                  <a:pt x="19909" y="14769"/>
                  <a:pt x="20086" y="14662"/>
                  <a:pt x="20212" y="14496"/>
                </a:cubicBezTo>
                <a:cubicBezTo>
                  <a:pt x="20334" y="14510"/>
                  <a:pt x="20451" y="14548"/>
                  <a:pt x="20561" y="14480"/>
                </a:cubicBezTo>
                <a:lnTo>
                  <a:pt x="20343" y="14480"/>
                </a:lnTo>
                <a:lnTo>
                  <a:pt x="20448" y="14356"/>
                </a:lnTo>
                <a:lnTo>
                  <a:pt x="20538" y="14356"/>
                </a:lnTo>
                <a:cubicBezTo>
                  <a:pt x="20253" y="14229"/>
                  <a:pt x="20197" y="13893"/>
                  <a:pt x="20051" y="13622"/>
                </a:cubicBezTo>
                <a:cubicBezTo>
                  <a:pt x="19967" y="13570"/>
                  <a:pt x="19894" y="13718"/>
                  <a:pt x="19767" y="13647"/>
                </a:cubicBezTo>
                <a:lnTo>
                  <a:pt x="20040" y="13531"/>
                </a:lnTo>
                <a:cubicBezTo>
                  <a:pt x="19878" y="13069"/>
                  <a:pt x="20245" y="13217"/>
                  <a:pt x="20467" y="12962"/>
                </a:cubicBezTo>
                <a:lnTo>
                  <a:pt x="20415" y="12892"/>
                </a:lnTo>
                <a:lnTo>
                  <a:pt x="19909" y="13111"/>
                </a:lnTo>
                <a:lnTo>
                  <a:pt x="19857" y="12966"/>
                </a:lnTo>
                <a:cubicBezTo>
                  <a:pt x="20093" y="12672"/>
                  <a:pt x="20491" y="12650"/>
                  <a:pt x="20737" y="12377"/>
                </a:cubicBezTo>
                <a:lnTo>
                  <a:pt x="20684" y="12319"/>
                </a:lnTo>
                <a:lnTo>
                  <a:pt x="20576" y="12426"/>
                </a:lnTo>
                <a:lnTo>
                  <a:pt x="20418" y="12426"/>
                </a:lnTo>
                <a:lnTo>
                  <a:pt x="20317" y="12500"/>
                </a:lnTo>
                <a:cubicBezTo>
                  <a:pt x="20251" y="12283"/>
                  <a:pt x="20724" y="12293"/>
                  <a:pt x="20680" y="12047"/>
                </a:cubicBezTo>
                <a:cubicBezTo>
                  <a:pt x="20989" y="11848"/>
                  <a:pt x="21286" y="11688"/>
                  <a:pt x="21594" y="11519"/>
                </a:cubicBezTo>
                <a:lnTo>
                  <a:pt x="21594" y="9115"/>
                </a:lnTo>
                <a:lnTo>
                  <a:pt x="21463" y="9094"/>
                </a:lnTo>
                <a:cubicBezTo>
                  <a:pt x="21502" y="8998"/>
                  <a:pt x="21515" y="8912"/>
                  <a:pt x="21594" y="8871"/>
                </a:cubicBezTo>
                <a:lnTo>
                  <a:pt x="21594" y="8801"/>
                </a:lnTo>
                <a:cubicBezTo>
                  <a:pt x="21461" y="8725"/>
                  <a:pt x="21313" y="8671"/>
                  <a:pt x="21235" y="8513"/>
                </a:cubicBezTo>
                <a:cubicBezTo>
                  <a:pt x="21261" y="8386"/>
                  <a:pt x="21308" y="8261"/>
                  <a:pt x="21279" y="8129"/>
                </a:cubicBezTo>
                <a:cubicBezTo>
                  <a:pt x="21068" y="8070"/>
                  <a:pt x="20918" y="7953"/>
                  <a:pt x="20879" y="7688"/>
                </a:cubicBezTo>
                <a:cubicBezTo>
                  <a:pt x="20538" y="7714"/>
                  <a:pt x="20190" y="7654"/>
                  <a:pt x="19823" y="7717"/>
                </a:cubicBezTo>
                <a:cubicBezTo>
                  <a:pt x="19632" y="7551"/>
                  <a:pt x="19445" y="7721"/>
                  <a:pt x="19261" y="7758"/>
                </a:cubicBezTo>
                <a:cubicBezTo>
                  <a:pt x="19199" y="7853"/>
                  <a:pt x="19235" y="8016"/>
                  <a:pt x="19078" y="7993"/>
                </a:cubicBezTo>
                <a:lnTo>
                  <a:pt x="19003" y="7816"/>
                </a:lnTo>
                <a:lnTo>
                  <a:pt x="18793" y="7902"/>
                </a:lnTo>
                <a:cubicBezTo>
                  <a:pt x="18724" y="7878"/>
                  <a:pt x="18676" y="7765"/>
                  <a:pt x="18587" y="7869"/>
                </a:cubicBezTo>
                <a:cubicBezTo>
                  <a:pt x="18583" y="7908"/>
                  <a:pt x="18580" y="7959"/>
                  <a:pt x="18572" y="8026"/>
                </a:cubicBezTo>
                <a:lnTo>
                  <a:pt x="18445" y="8080"/>
                </a:lnTo>
                <a:lnTo>
                  <a:pt x="18303" y="7873"/>
                </a:lnTo>
                <a:cubicBezTo>
                  <a:pt x="18210" y="7831"/>
                  <a:pt x="18174" y="7910"/>
                  <a:pt x="18119" y="7939"/>
                </a:cubicBezTo>
                <a:cubicBezTo>
                  <a:pt x="17974" y="7983"/>
                  <a:pt x="17828" y="8018"/>
                  <a:pt x="17685" y="8071"/>
                </a:cubicBezTo>
                <a:cubicBezTo>
                  <a:pt x="17542" y="8155"/>
                  <a:pt x="17441" y="8027"/>
                  <a:pt x="17299" y="8001"/>
                </a:cubicBezTo>
                <a:lnTo>
                  <a:pt x="17164" y="8063"/>
                </a:lnTo>
                <a:cubicBezTo>
                  <a:pt x="17166" y="7961"/>
                  <a:pt x="17298" y="7913"/>
                  <a:pt x="17367" y="7869"/>
                </a:cubicBezTo>
                <a:cubicBezTo>
                  <a:pt x="17662" y="7708"/>
                  <a:pt x="17895" y="7451"/>
                  <a:pt x="18168" y="7246"/>
                </a:cubicBezTo>
                <a:cubicBezTo>
                  <a:pt x="18163" y="7206"/>
                  <a:pt x="18159" y="7181"/>
                  <a:pt x="18153" y="7135"/>
                </a:cubicBezTo>
                <a:cubicBezTo>
                  <a:pt x="18236" y="7054"/>
                  <a:pt x="18245" y="6948"/>
                  <a:pt x="18194" y="6822"/>
                </a:cubicBezTo>
                <a:cubicBezTo>
                  <a:pt x="18223" y="6187"/>
                  <a:pt x="18322" y="5599"/>
                  <a:pt x="18366" y="4933"/>
                </a:cubicBezTo>
                <a:cubicBezTo>
                  <a:pt x="18746" y="4518"/>
                  <a:pt x="19340" y="4464"/>
                  <a:pt x="19553" y="3877"/>
                </a:cubicBezTo>
                <a:cubicBezTo>
                  <a:pt x="19492" y="3738"/>
                  <a:pt x="19290" y="3893"/>
                  <a:pt x="19220" y="3733"/>
                </a:cubicBezTo>
                <a:cubicBezTo>
                  <a:pt x="19348" y="3563"/>
                  <a:pt x="19579" y="3619"/>
                  <a:pt x="19722" y="3473"/>
                </a:cubicBezTo>
                <a:cubicBezTo>
                  <a:pt x="19682" y="3340"/>
                  <a:pt x="19540" y="3426"/>
                  <a:pt x="19482" y="3320"/>
                </a:cubicBezTo>
                <a:cubicBezTo>
                  <a:pt x="19498" y="3149"/>
                  <a:pt x="19709" y="3150"/>
                  <a:pt x="19752" y="2995"/>
                </a:cubicBezTo>
                <a:cubicBezTo>
                  <a:pt x="19681" y="2935"/>
                  <a:pt x="19679" y="2936"/>
                  <a:pt x="19527" y="2978"/>
                </a:cubicBezTo>
                <a:lnTo>
                  <a:pt x="19415" y="2900"/>
                </a:lnTo>
                <a:cubicBezTo>
                  <a:pt x="19419" y="2726"/>
                  <a:pt x="19665" y="2804"/>
                  <a:pt x="19572" y="2537"/>
                </a:cubicBezTo>
                <a:lnTo>
                  <a:pt x="19284" y="2380"/>
                </a:lnTo>
                <a:cubicBezTo>
                  <a:pt x="19281" y="2235"/>
                  <a:pt x="19559" y="2244"/>
                  <a:pt x="19475" y="2063"/>
                </a:cubicBezTo>
                <a:cubicBezTo>
                  <a:pt x="19395" y="2030"/>
                  <a:pt x="19286" y="2124"/>
                  <a:pt x="19235" y="1980"/>
                </a:cubicBezTo>
                <a:lnTo>
                  <a:pt x="19321" y="1881"/>
                </a:lnTo>
                <a:cubicBezTo>
                  <a:pt x="19211" y="1776"/>
                  <a:pt x="19121" y="1662"/>
                  <a:pt x="19231" y="1485"/>
                </a:cubicBezTo>
                <a:lnTo>
                  <a:pt x="19097" y="1345"/>
                </a:lnTo>
                <a:cubicBezTo>
                  <a:pt x="19123" y="1222"/>
                  <a:pt x="19283" y="1319"/>
                  <a:pt x="19317" y="1176"/>
                </a:cubicBezTo>
                <a:cubicBezTo>
                  <a:pt x="18864" y="1160"/>
                  <a:pt x="19085" y="1002"/>
                  <a:pt x="18861" y="755"/>
                </a:cubicBezTo>
                <a:cubicBezTo>
                  <a:pt x="18832" y="770"/>
                  <a:pt x="18798" y="774"/>
                  <a:pt x="18767" y="768"/>
                </a:cubicBezTo>
                <a:lnTo>
                  <a:pt x="18636" y="533"/>
                </a:lnTo>
                <a:lnTo>
                  <a:pt x="18617" y="541"/>
                </a:lnTo>
                <a:cubicBezTo>
                  <a:pt x="18600" y="342"/>
                  <a:pt x="18594" y="233"/>
                  <a:pt x="18396" y="182"/>
                </a:cubicBezTo>
                <a:cubicBezTo>
                  <a:pt x="18226" y="139"/>
                  <a:pt x="18063" y="1"/>
                  <a:pt x="17850" y="75"/>
                </a:cubicBezTo>
                <a:cubicBezTo>
                  <a:pt x="17692" y="27"/>
                  <a:pt x="17533" y="5"/>
                  <a:pt x="17370" y="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21D009-2A53-6DD6-8FD6-CC3AC9AEF9A5}"/>
              </a:ext>
            </a:extLst>
          </p:cNvPr>
          <p:cNvSpPr txBox="1"/>
          <p:nvPr/>
        </p:nvSpPr>
        <p:spPr>
          <a:xfrm>
            <a:off x="5681121" y="6529986"/>
            <a:ext cx="65108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>
                <a:hlinkClick r:id="rId4" tooltip="https://www.freepngimg.com/png/14061-ecommerce-free-png-image"/>
              </a:rPr>
              <a:t>This Photo</a:t>
            </a:r>
            <a:r>
              <a:rPr lang="en-IN" sz="1200"/>
              <a:t> by Unknown Author is licensed under </a:t>
            </a:r>
            <a:r>
              <a:rPr lang="en-IN" sz="1200">
                <a:hlinkClick r:id="rId5" tooltip="https://creativecommons.org/licenses/by-nc/3.0/"/>
              </a:rPr>
              <a:t>CC BY-NC</a:t>
            </a:r>
            <a:endParaRPr lang="en-IN" sz="1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7D440-5995-AB80-2F01-BFDA48DF4F81}"/>
              </a:ext>
            </a:extLst>
          </p:cNvPr>
          <p:cNvSpPr txBox="1"/>
          <p:nvPr/>
        </p:nvSpPr>
        <p:spPr>
          <a:xfrm>
            <a:off x="522664" y="2395597"/>
            <a:ext cx="5158457" cy="3375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tx2">
                    <a:lumMod val="10000"/>
                  </a:schemeClr>
                </a:solidFill>
                <a:latin typeface="Montserrat Light"/>
                <a:sym typeface="Montserrat Light"/>
              </a:rPr>
              <a:t>Electronic commerce or internet commerce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tx2">
                    <a:lumMod val="10000"/>
                  </a:schemeClr>
                </a:solidFill>
                <a:latin typeface="Montserrat Light"/>
                <a:sym typeface="Montserrat Light"/>
              </a:rPr>
              <a:t>Buying and selling of goods or services using the internet, </a:t>
            </a:r>
          </a:p>
          <a:p>
            <a:pPr marL="457189" indent="-457189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tx2">
                    <a:lumMod val="10000"/>
                  </a:schemeClr>
                </a:solidFill>
                <a:latin typeface="Montserrat Light"/>
                <a:sym typeface="Montserrat Light"/>
              </a:rPr>
              <a:t>the transfer of money and data to execute these transactions.</a:t>
            </a:r>
            <a:endParaRPr lang="en-IN" sz="2667" dirty="0">
              <a:solidFill>
                <a:schemeClr val="tx2">
                  <a:lumMod val="10000"/>
                </a:schemeClr>
              </a:solidFill>
              <a:latin typeface="Montserrat Light"/>
              <a:sym typeface="Montserrat Ligh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249C-7CD7-94C4-E45C-6B2A7B8B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A183A-2BE9-23F4-73DF-0328685D15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19CE9-3CA7-6634-2D81-53AD307330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/>
          </a:p>
        </p:txBody>
      </p:sp>
      <p:pic>
        <p:nvPicPr>
          <p:cNvPr id="17412" name="Picture 4" descr="Indian retain boon">
            <a:extLst>
              <a:ext uri="{FF2B5EF4-FFF2-40B4-BE49-F238E27FC236}">
                <a16:creationId xmlns:a16="http://schemas.microsoft.com/office/drawing/2014/main" id="{50B5CF4C-D8A6-4CFE-FF02-4F5F4D8E4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956" y="1"/>
            <a:ext cx="11656273" cy="6521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853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09BE-7882-12F3-B07D-7D1551C2A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E62CB-0F17-5B28-B398-C22D4C1B84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F10FD-725A-5989-48F9-CB1D7524E7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9</a:t>
            </a:fld>
            <a:endParaRPr lang="en"/>
          </a:p>
        </p:txBody>
      </p:sp>
      <p:pic>
        <p:nvPicPr>
          <p:cNvPr id="16386" name="Picture 2" descr="Digital 2022: Global Overview Report — DataReportal – Global Digital  Insights">
            <a:extLst>
              <a:ext uri="{FF2B5EF4-FFF2-40B4-BE49-F238E27FC236}">
                <a16:creationId xmlns:a16="http://schemas.microsoft.com/office/drawing/2014/main" id="{2CEF0AF0-ECA0-3865-A1CB-755B9731A3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" y="0"/>
            <a:ext cx="121814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7522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81F4A4-24DB-22E5-620B-AE351D780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0289" y="210837"/>
            <a:ext cx="7348400" cy="795712"/>
          </a:xfrm>
        </p:spPr>
        <p:txBody>
          <a:bodyPr/>
          <a:lstStyle/>
          <a:p>
            <a:r>
              <a:rPr lang="en-US" dirty="0"/>
              <a:t>ITC e-</a:t>
            </a:r>
            <a:r>
              <a:rPr lang="en-US" dirty="0" err="1"/>
              <a:t>Choupal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C18C89-8E47-8721-9570-A6AA073326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10</a:t>
            </a:fld>
            <a:endParaRPr lang="en"/>
          </a:p>
        </p:txBody>
      </p:sp>
      <p:pic>
        <p:nvPicPr>
          <p:cNvPr id="6" name="Online Media 5" title="ITC e-Choupal Initiative">
            <a:hlinkClick r:id="" action="ppaction://media"/>
            <a:extLst>
              <a:ext uri="{FF2B5EF4-FFF2-40B4-BE49-F238E27FC236}">
                <a16:creationId xmlns:a16="http://schemas.microsoft.com/office/drawing/2014/main" id="{D795AC0B-A225-0FE9-0040-048A3BBF519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79450" y="793898"/>
            <a:ext cx="9786801" cy="601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157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D14B07-B3FE-7097-5B6F-0FF8CA03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36547"/>
            <a:ext cx="10972800" cy="524800"/>
          </a:xfrm>
        </p:spPr>
        <p:txBody>
          <a:bodyPr/>
          <a:lstStyle/>
          <a:p>
            <a:r>
              <a:rPr lang="en-US" sz="4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Montserrat ExtraBold"/>
              </a:rPr>
              <a:t>COURSE OUTLINE</a:t>
            </a:r>
            <a:endParaRPr lang="en-IN" sz="48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 ExtraBold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763469-C1D0-C74A-C281-4E70231C59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11</a:t>
            </a:fld>
            <a:endParaRPr lang="en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E36F3AF-302C-1253-1398-91AA52440A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3386" y="2915332"/>
          <a:ext cx="2466753" cy="20813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showAsIcon="1" r:id="rId2" imgW="914570" imgH="771690" progId="Word.Document.12">
                  <p:embed/>
                </p:oleObj>
              </mc:Choice>
              <mc:Fallback>
                <p:oleObj name="Document" showAsIcon="1" r:id="rId2" imgW="914570" imgH="77169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3E36F3AF-302C-1253-1398-91AA52440A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763386" y="2915332"/>
                        <a:ext cx="2466753" cy="20813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1141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536AE-4A40-9E65-C469-24C87C534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964" y="1396121"/>
            <a:ext cx="6634883" cy="801276"/>
          </a:xfrm>
        </p:spPr>
        <p:txBody>
          <a:bodyPr/>
          <a:lstStyle/>
          <a:p>
            <a:r>
              <a:rPr lang="en-US" sz="4800" dirty="0"/>
              <a:t>ASSESSMENTS</a:t>
            </a:r>
            <a:endParaRPr lang="en-IN" sz="4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4A453-C316-33B6-35D5-FB283D5C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364" y="2417167"/>
            <a:ext cx="10079665" cy="4972428"/>
          </a:xfrm>
        </p:spPr>
        <p:txBody>
          <a:bodyPr/>
          <a:lstStyle/>
          <a:p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Class Participation + Quizzes (Individual)  20 Marks</a:t>
            </a:r>
          </a:p>
          <a:p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In Class Presentations (Group/Individual) 20 Marks</a:t>
            </a:r>
          </a:p>
          <a:p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Mid Term (Individual) 30 Marks</a:t>
            </a:r>
          </a:p>
          <a:p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Project  (Group) 30 Marks</a:t>
            </a:r>
          </a:p>
          <a:p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End Term Examination</a:t>
            </a:r>
          </a:p>
          <a:p>
            <a:endParaRPr lang="en-IN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0AC0A-B481-F497-3D57-0BD44BDD4E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69469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>
            <a:spLocks noGrp="1"/>
          </p:cNvSpPr>
          <p:nvPr>
            <p:ph type="title"/>
          </p:nvPr>
        </p:nvSpPr>
        <p:spPr>
          <a:xfrm>
            <a:off x="708837" y="1215600"/>
            <a:ext cx="7669619" cy="1222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en-US" sz="3733" dirty="0"/>
              <a:t>REFERENCE BOOKS</a:t>
            </a:r>
            <a:endParaRPr sz="3733" dirty="0"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152956" y="3133237"/>
            <a:ext cx="10114233" cy="3724763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E-Commerce: An Indian Perspective by P. T. Joseph</a:t>
            </a:r>
            <a:endParaRPr lang="en-IN" sz="2933" dirty="0">
              <a:solidFill>
                <a:schemeClr val="tx2">
                  <a:lumMod val="10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sz="2933" dirty="0">
                <a:solidFill>
                  <a:schemeClr val="tx2">
                    <a:lumMod val="10000"/>
                  </a:schemeClr>
                </a:solidFill>
              </a:rPr>
              <a:t>Ecommerce Analytics Analyze and Improve the Impact of Your Digital Strategy by Judah Phillips</a:t>
            </a:r>
            <a:endParaRPr lang="en-IN" sz="2933" dirty="0">
              <a:solidFill>
                <a:schemeClr val="tx2">
                  <a:lumMod val="10000"/>
                </a:schemeClr>
              </a:solidFill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</a:pPr>
            <a:fld id="{00000000-1234-1234-1234-123412341234}" type="slidenum">
              <a:rPr lang="en"/>
              <a:pPr>
                <a:buClr>
                  <a:srgbClr val="000000"/>
                </a:buClr>
                <a:buSzPts val="1100"/>
              </a:pPr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CC46-D700-D7DD-80C6-AA406784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645" y="2514033"/>
            <a:ext cx="4659600" cy="1104000"/>
          </a:xfrm>
        </p:spPr>
        <p:txBody>
          <a:bodyPr/>
          <a:lstStyle/>
          <a:p>
            <a:r>
              <a:rPr lang="en-US" sz="3733" dirty="0"/>
              <a:t>EXPECTATIONS</a:t>
            </a:r>
            <a:endParaRPr lang="en-IN" sz="3733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406EB-4ACD-EB92-E593-6C52F56FE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9999" y="1488559"/>
            <a:ext cx="6345100" cy="4493140"/>
          </a:xfrm>
        </p:spPr>
        <p:txBody>
          <a:bodyPr/>
          <a:lstStyle/>
          <a:p>
            <a:r>
              <a:rPr lang="en-US" sz="2667" dirty="0">
                <a:solidFill>
                  <a:schemeClr val="tx2">
                    <a:lumMod val="10000"/>
                  </a:schemeClr>
                </a:solidFill>
              </a:rPr>
              <a:t>ON time to class</a:t>
            </a:r>
          </a:p>
          <a:p>
            <a:r>
              <a:rPr lang="en-US" sz="2667" dirty="0">
                <a:solidFill>
                  <a:schemeClr val="tx2">
                    <a:lumMod val="10000"/>
                  </a:schemeClr>
                </a:solidFill>
              </a:rPr>
              <a:t>ON time submission of tasks</a:t>
            </a:r>
          </a:p>
          <a:p>
            <a:r>
              <a:rPr lang="en-US" sz="2667" dirty="0">
                <a:solidFill>
                  <a:schemeClr val="tx2">
                    <a:lumMod val="10000"/>
                  </a:schemeClr>
                </a:solidFill>
              </a:rPr>
              <a:t>Be attentive and participative in class</a:t>
            </a:r>
          </a:p>
          <a:p>
            <a:r>
              <a:rPr lang="en-US" sz="2667" dirty="0">
                <a:solidFill>
                  <a:schemeClr val="tx2">
                    <a:lumMod val="10000"/>
                  </a:schemeClr>
                </a:solidFill>
              </a:rPr>
              <a:t>Learn from peers and from the faculty in the class</a:t>
            </a:r>
          </a:p>
          <a:p>
            <a:r>
              <a:rPr lang="en-US" sz="2667" dirty="0">
                <a:solidFill>
                  <a:schemeClr val="tx2">
                    <a:lumMod val="10000"/>
                  </a:schemeClr>
                </a:solidFill>
              </a:rPr>
              <a:t>Avoid visiting the faculty for revisiting evaluation components or groups</a:t>
            </a:r>
          </a:p>
          <a:p>
            <a:r>
              <a:rPr lang="en-US" sz="2667" dirty="0">
                <a:solidFill>
                  <a:schemeClr val="tx2">
                    <a:lumMod val="10000"/>
                  </a:schemeClr>
                </a:solidFill>
              </a:rPr>
              <a:t>Dynamic groups- be comfortable with the cohort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21AB99-DD4B-B698-990F-9E4235AA43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6162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>
            <a:spLocks noGrp="1"/>
          </p:cNvSpPr>
          <p:nvPr>
            <p:ph type="sldNum" idx="12"/>
          </p:nvPr>
        </p:nvSpPr>
        <p:spPr>
          <a:xfrm>
            <a:off x="11307445" y="6231535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"/>
              <a:pPr/>
              <a:t>15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061BA3-1707-8EB3-487D-1A220F45D0FC}"/>
              </a:ext>
            </a:extLst>
          </p:cNvPr>
          <p:cNvSpPr txBox="1"/>
          <p:nvPr/>
        </p:nvSpPr>
        <p:spPr>
          <a:xfrm>
            <a:off x="353330" y="2677506"/>
            <a:ext cx="8039303" cy="3786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accent5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Choose any industry of your choice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accent5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List down the number of e-commerce players in the market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accent5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Select any e-commerce player of your choice from that list.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accent5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Understand the business model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accent5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Learn their marketing strategy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2667" dirty="0">
                <a:solidFill>
                  <a:schemeClr val="accent5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Explore the e-commerce site, list down what worked for you and what did not work for you</a:t>
            </a:r>
          </a:p>
        </p:txBody>
      </p:sp>
      <p:pic>
        <p:nvPicPr>
          <p:cNvPr id="2050" name="Picture 2" descr="13,853 Activity Word Stock Photos - Free &amp; Royalty-Free Stock Photos from  Dreamstime">
            <a:extLst>
              <a:ext uri="{FF2B5EF4-FFF2-40B4-BE49-F238E27FC236}">
                <a16:creationId xmlns:a16="http://schemas.microsoft.com/office/drawing/2014/main" id="{11C253D9-BA9E-2A0A-B46F-03FCB5940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44" b="89869" l="8250" r="90000">
                        <a14:foregroundMark x1="8250" y1="38649" x2="8250" y2="38649"/>
                        <a14:foregroundMark x1="8250" y1="38649" x2="8250" y2="38649"/>
                        <a14:foregroundMark x1="11875" y1="23077" x2="11875" y2="23077"/>
                        <a14:foregroundMark x1="11875" y1="23077" x2="11875" y2="23077"/>
                        <a14:foregroundMark x1="20500" y1="23452" x2="20500" y2="23452"/>
                        <a14:foregroundMark x1="20500" y1="23452" x2="20500" y2="23452"/>
                        <a14:foregroundMark x1="32750" y1="23265" x2="32750" y2="23265"/>
                        <a14:foregroundMark x1="32750" y1="23265" x2="32750" y2="23265"/>
                        <a14:foregroundMark x1="39875" y1="23640" x2="39875" y2="23640"/>
                        <a14:foregroundMark x1="39875" y1="23640" x2="39875" y2="23640"/>
                        <a14:foregroundMark x1="39625" y1="15385" x2="39625" y2="15385"/>
                        <a14:foregroundMark x1="39625" y1="15385" x2="39625" y2="15385"/>
                        <a14:foregroundMark x1="47125" y1="27205" x2="47125" y2="27205"/>
                        <a14:foregroundMark x1="47125" y1="27205" x2="47125" y2="27205"/>
                        <a14:foregroundMark x1="54500" y1="26642" x2="54500" y2="26642"/>
                        <a14:foregroundMark x1="54500" y1="26642" x2="54500" y2="26642"/>
                        <a14:foregroundMark x1="54500" y1="26642" x2="54500" y2="26642"/>
                        <a14:foregroundMark x1="55000" y1="15197" x2="55000" y2="15197"/>
                        <a14:foregroundMark x1="55000" y1="15197" x2="55000" y2="15197"/>
                        <a14:foregroundMark x1="62250" y1="15760" x2="62250" y2="15760"/>
                        <a14:foregroundMark x1="62250" y1="15385" x2="62250" y2="15385"/>
                        <a14:foregroundMark x1="71375" y1="62664" x2="71375" y2="62664"/>
                        <a14:foregroundMark x1="71375" y1="62664" x2="71375" y2="6266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8105" y="1"/>
            <a:ext cx="10160000" cy="676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193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>
            <a:spLocks noGrp="1"/>
          </p:cNvSpPr>
          <p:nvPr>
            <p:ph type="subTitle" idx="4294967295"/>
          </p:nvPr>
        </p:nvSpPr>
        <p:spPr>
          <a:xfrm>
            <a:off x="1744717" y="2182150"/>
            <a:ext cx="8792633" cy="10456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en" sz="4800" b="1" dirty="0">
                <a:solidFill>
                  <a:schemeClr val="lt1"/>
                </a:solidFill>
              </a:rPr>
              <a:t>ANY QUESTIONS?</a:t>
            </a:r>
            <a:endParaRPr sz="4800" b="1" dirty="0">
              <a:solidFill>
                <a:schemeClr val="lt1"/>
              </a:solidFill>
            </a:endParaRPr>
          </a:p>
        </p:txBody>
      </p:sp>
      <p:sp>
        <p:nvSpPr>
          <p:cNvPr id="323" name="Google Shape;323;p3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fld id="{00000000-1234-1234-1234-123412341234}" type="slidenum">
              <a:rPr kumimoji="0" lang="en" sz="2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t>16</a:t>
            </a:fld>
            <a:endParaRPr kumimoji="0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34"/>
          <p:cNvSpPr txBox="1">
            <a:spLocks noGrp="1"/>
          </p:cNvSpPr>
          <p:nvPr>
            <p:ph type="ctrTitle" idx="4294967295"/>
          </p:nvPr>
        </p:nvSpPr>
        <p:spPr>
          <a:xfrm>
            <a:off x="0" y="1405467"/>
            <a:ext cx="10363200" cy="9906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3733" dirty="0">
                <a:solidFill>
                  <a:schemeClr val="accent1"/>
                </a:solidFill>
              </a:rPr>
              <a:t>Thanks!</a:t>
            </a:r>
            <a:endParaRPr sz="3733" dirty="0">
              <a:solidFill>
                <a:schemeClr val="accent1"/>
              </a:solidFill>
            </a:endParaRPr>
          </a:p>
        </p:txBody>
      </p:sp>
      <p:sp>
        <p:nvSpPr>
          <p:cNvPr id="322" name="Google Shape;322;p34"/>
          <p:cNvSpPr txBox="1">
            <a:spLocks noGrp="1"/>
          </p:cNvSpPr>
          <p:nvPr>
            <p:ph type="body" idx="4294967295"/>
          </p:nvPr>
        </p:nvSpPr>
        <p:spPr>
          <a:xfrm>
            <a:off x="1699684" y="3873894"/>
            <a:ext cx="8792633" cy="171873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en" sz="2400" dirty="0">
                <a:solidFill>
                  <a:srgbClr val="FFFFFF"/>
                </a:solidFill>
              </a:rPr>
              <a:t>You can find me at:</a:t>
            </a:r>
            <a:endParaRPr sz="2400" dirty="0">
              <a:solidFill>
                <a:srgbClr val="FFFFFF"/>
              </a:solidFill>
            </a:endParaRPr>
          </a:p>
          <a:p>
            <a:pPr marL="0" indent="0" algn="ctr">
              <a:spcBef>
                <a:spcPts val="800"/>
              </a:spcBef>
              <a:buNone/>
            </a:pPr>
            <a:r>
              <a:rPr lang="en-IN" sz="2400" dirty="0">
                <a:solidFill>
                  <a:srgbClr val="FFFFFF"/>
                </a:solidFill>
              </a:rPr>
              <a:t>p</a:t>
            </a:r>
            <a:r>
              <a:rPr lang="en" sz="2400" dirty="0">
                <a:solidFill>
                  <a:srgbClr val="FFFFFF"/>
                </a:solidFill>
              </a:rPr>
              <a:t>arvathi.pdf@gmail.com</a:t>
            </a:r>
            <a:endParaRPr sz="2400" dirty="0">
              <a:solidFill>
                <a:srgbClr val="FFFFFF"/>
              </a:solidFill>
            </a:endParaRPr>
          </a:p>
        </p:txBody>
      </p:sp>
      <p:grpSp>
        <p:nvGrpSpPr>
          <p:cNvPr id="324" name="Google Shape;324;p34"/>
          <p:cNvGrpSpPr/>
          <p:nvPr/>
        </p:nvGrpSpPr>
        <p:grpSpPr>
          <a:xfrm>
            <a:off x="5236800" y="3386400"/>
            <a:ext cx="1718400" cy="85200"/>
            <a:chOff x="3927600" y="2539800"/>
            <a:chExt cx="1288800" cy="63900"/>
          </a:xfrm>
        </p:grpSpPr>
        <p:cxnSp>
          <p:nvCxnSpPr>
            <p:cNvPr id="325" name="Google Shape;325;p34"/>
            <p:cNvCxnSpPr/>
            <p:nvPr/>
          </p:nvCxnSpPr>
          <p:spPr>
            <a:xfrm>
              <a:off x="3927600" y="2571750"/>
              <a:ext cx="1288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6" name="Google Shape;326;p34"/>
            <p:cNvSpPr/>
            <p:nvPr/>
          </p:nvSpPr>
          <p:spPr>
            <a:xfrm flipH="1">
              <a:off x="4538275" y="2539800"/>
              <a:ext cx="67500" cy="63900"/>
            </a:xfrm>
            <a:prstGeom prst="diamond">
              <a:avLst/>
            </a:prstGeom>
            <a:solidFill>
              <a:srgbClr val="222222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glamour template">
  <a:themeElements>
    <a:clrScheme name="Custom 347">
      <a:dk1>
        <a:srgbClr val="434343"/>
      </a:dk1>
      <a:lt1>
        <a:srgbClr val="FFFFFF"/>
      </a:lt1>
      <a:dk2>
        <a:srgbClr val="666666"/>
      </a:dk2>
      <a:lt2>
        <a:srgbClr val="E7EAEC"/>
      </a:lt2>
      <a:accent1>
        <a:srgbClr val="6ED87E"/>
      </a:accent1>
      <a:accent2>
        <a:srgbClr val="18C7B2"/>
      </a:accent2>
      <a:accent3>
        <a:srgbClr val="33ADEB"/>
      </a:accent3>
      <a:accent4>
        <a:srgbClr val="DF77D2"/>
      </a:accent4>
      <a:accent5>
        <a:srgbClr val="A143B3"/>
      </a:accent5>
      <a:accent6>
        <a:srgbClr val="FFB300"/>
      </a:accent6>
      <a:hlink>
        <a:srgbClr val="4A86E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Microsoft Office PowerPoint</Application>
  <PresentationFormat>Widescreen</PresentationFormat>
  <Paragraphs>62</Paragraphs>
  <Slides>16</Slides>
  <Notes>11</Notes>
  <HiddenSlides>0</HiddenSlides>
  <MMClips>1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Microsoft YaHei UI</vt:lpstr>
      <vt:lpstr>Arial</vt:lpstr>
      <vt:lpstr>Calibri</vt:lpstr>
      <vt:lpstr>Calibri Light</vt:lpstr>
      <vt:lpstr>Lato</vt:lpstr>
      <vt:lpstr>Merriweather</vt:lpstr>
      <vt:lpstr>Montserrat Light</vt:lpstr>
      <vt:lpstr>Office Theme</vt:lpstr>
      <vt:lpstr>Eglamour template</vt:lpstr>
      <vt:lpstr>Document</vt:lpstr>
      <vt:lpstr>E-COMMERCE</vt:lpstr>
      <vt:lpstr>PowerPoint Presentation</vt:lpstr>
      <vt:lpstr>Dr. Parvathi Jayaprakash</vt:lpstr>
      <vt:lpstr>PowerPoint Presentation</vt:lpstr>
      <vt:lpstr>Business Analytics?</vt:lpstr>
      <vt:lpstr>PowerPoint Presentation</vt:lpstr>
      <vt:lpstr>E-COMMERCE</vt:lpstr>
      <vt:lpstr>PowerPoint Presentation</vt:lpstr>
      <vt:lpstr>PowerPoint Presentation</vt:lpstr>
      <vt:lpstr>ITC e-Choupal</vt:lpstr>
      <vt:lpstr>PowerPoint Presentation</vt:lpstr>
      <vt:lpstr>ASSESSMENTS</vt:lpstr>
      <vt:lpstr>REFERENCE BOOKS</vt:lpstr>
      <vt:lpstr>EXPECTATIONS</vt:lpstr>
      <vt:lpstr>PowerPoint Presentation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</dc:title>
  <dc:creator>Parvathi Jayaprakash</dc:creator>
  <cp:lastModifiedBy>Parvathi Jayaprakash</cp:lastModifiedBy>
  <cp:revision>1</cp:revision>
  <dcterms:created xsi:type="dcterms:W3CDTF">2022-12-05T06:57:48Z</dcterms:created>
  <dcterms:modified xsi:type="dcterms:W3CDTF">2022-12-05T07:03:20Z</dcterms:modified>
</cp:coreProperties>
</file>