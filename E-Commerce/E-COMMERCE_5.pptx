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357" r:id="rId2"/>
    <p:sldId id="373" r:id="rId3"/>
    <p:sldId id="374" r:id="rId4"/>
    <p:sldId id="376" r:id="rId5"/>
    <p:sldId id="375" r:id="rId6"/>
    <p:sldId id="371" r:id="rId7"/>
    <p:sldId id="377" r:id="rId8"/>
    <p:sldId id="379" r:id="rId9"/>
    <p:sldId id="378" r:id="rId10"/>
    <p:sldId id="386" r:id="rId11"/>
    <p:sldId id="387" r:id="rId12"/>
    <p:sldId id="388" r:id="rId13"/>
    <p:sldId id="389" r:id="rId14"/>
    <p:sldId id="390" r:id="rId15"/>
    <p:sldId id="391" r:id="rId16"/>
    <p:sldId id="380" r:id="rId17"/>
    <p:sldId id="381" r:id="rId18"/>
    <p:sldId id="382" r:id="rId19"/>
    <p:sldId id="383" r:id="rId20"/>
    <p:sldId id="384" r:id="rId21"/>
    <p:sldId id="385" r:id="rId22"/>
    <p:sldId id="392" r:id="rId23"/>
    <p:sldId id="403" r:id="rId24"/>
    <p:sldId id="397" r:id="rId25"/>
    <p:sldId id="398" r:id="rId26"/>
    <p:sldId id="399" r:id="rId27"/>
    <p:sldId id="404" r:id="rId28"/>
    <p:sldId id="405" r:id="rId29"/>
    <p:sldId id="406" r:id="rId30"/>
    <p:sldId id="407" r:id="rId31"/>
    <p:sldId id="408" r:id="rId32"/>
    <p:sldId id="400" r:id="rId33"/>
    <p:sldId id="393" r:id="rId34"/>
    <p:sldId id="410" r:id="rId35"/>
    <p:sldId id="411" r:id="rId36"/>
    <p:sldId id="409" r:id="rId37"/>
    <p:sldId id="402" r:id="rId38"/>
    <p:sldId id="401" r:id="rId39"/>
    <p:sldId id="412" r:id="rId40"/>
    <p:sldId id="413" r:id="rId41"/>
    <p:sldId id="36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B5D45E-1B0A-4B26-BD4E-D13B1F577FD3}" v="92" dt="2022-12-21T00:40:22.1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3077" autoAdjust="0"/>
  </p:normalViewPr>
  <p:slideViewPr>
    <p:cSldViewPr snapToGrid="0">
      <p:cViewPr varScale="1">
        <p:scale>
          <a:sx n="46" d="100"/>
          <a:sy n="46" d="100"/>
        </p:scale>
        <p:origin x="144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vathi Jayaprakash" userId="508e18e3ab4300d8" providerId="LiveId" clId="{60B5D45E-1B0A-4B26-BD4E-D13B1F577FD3}"/>
    <pc:docChg chg="undo redo custSel addSld delSld modSld sldOrd">
      <pc:chgData name="Parvathi Jayaprakash" userId="508e18e3ab4300d8" providerId="LiveId" clId="{60B5D45E-1B0A-4B26-BD4E-D13B1F577FD3}" dt="2022-12-21T00:47:10.534" v="3145" actId="20577"/>
      <pc:docMkLst>
        <pc:docMk/>
      </pc:docMkLst>
      <pc:sldChg chg="del">
        <pc:chgData name="Parvathi Jayaprakash" userId="508e18e3ab4300d8" providerId="LiveId" clId="{60B5D45E-1B0A-4B26-BD4E-D13B1F577FD3}" dt="2022-12-14T04:58:04.750" v="1961" actId="47"/>
        <pc:sldMkLst>
          <pc:docMk/>
          <pc:sldMk cId="2635958681" sldId="348"/>
        </pc:sldMkLst>
      </pc:sldChg>
      <pc:sldChg chg="del">
        <pc:chgData name="Parvathi Jayaprakash" userId="508e18e3ab4300d8" providerId="LiveId" clId="{60B5D45E-1B0A-4B26-BD4E-D13B1F577FD3}" dt="2022-12-14T04:58:05.033" v="1962" actId="47"/>
        <pc:sldMkLst>
          <pc:docMk/>
          <pc:sldMk cId="201826202" sldId="349"/>
        </pc:sldMkLst>
      </pc:sldChg>
      <pc:sldChg chg="del">
        <pc:chgData name="Parvathi Jayaprakash" userId="508e18e3ab4300d8" providerId="LiveId" clId="{60B5D45E-1B0A-4B26-BD4E-D13B1F577FD3}" dt="2022-12-14T04:58:06.515" v="1965" actId="47"/>
        <pc:sldMkLst>
          <pc:docMk/>
          <pc:sldMk cId="3543592432" sldId="350"/>
        </pc:sldMkLst>
      </pc:sldChg>
      <pc:sldChg chg="del">
        <pc:chgData name="Parvathi Jayaprakash" userId="508e18e3ab4300d8" providerId="LiveId" clId="{60B5D45E-1B0A-4B26-BD4E-D13B1F577FD3}" dt="2022-12-14T04:58:07.756" v="1967" actId="47"/>
        <pc:sldMkLst>
          <pc:docMk/>
          <pc:sldMk cId="528202928" sldId="351"/>
        </pc:sldMkLst>
      </pc:sldChg>
      <pc:sldChg chg="del">
        <pc:chgData name="Parvathi Jayaprakash" userId="508e18e3ab4300d8" providerId="LiveId" clId="{60B5D45E-1B0A-4B26-BD4E-D13B1F577FD3}" dt="2022-12-14T04:58:12.725" v="1975" actId="47"/>
        <pc:sldMkLst>
          <pc:docMk/>
          <pc:sldMk cId="1469812308" sldId="353"/>
        </pc:sldMkLst>
      </pc:sldChg>
      <pc:sldChg chg="del">
        <pc:chgData name="Parvathi Jayaprakash" userId="508e18e3ab4300d8" providerId="LiveId" clId="{60B5D45E-1B0A-4B26-BD4E-D13B1F577FD3}" dt="2022-12-14T04:58:05.666" v="1963" actId="47"/>
        <pc:sldMkLst>
          <pc:docMk/>
          <pc:sldMk cId="558670287" sldId="354"/>
        </pc:sldMkLst>
      </pc:sldChg>
      <pc:sldChg chg="del">
        <pc:chgData name="Parvathi Jayaprakash" userId="508e18e3ab4300d8" providerId="LiveId" clId="{60B5D45E-1B0A-4B26-BD4E-D13B1F577FD3}" dt="2022-12-14T04:58:13.364" v="1976" actId="47"/>
        <pc:sldMkLst>
          <pc:docMk/>
          <pc:sldMk cId="2372078633" sldId="356"/>
        </pc:sldMkLst>
      </pc:sldChg>
      <pc:sldChg chg="modSp mod">
        <pc:chgData name="Parvathi Jayaprakash" userId="508e18e3ab4300d8" providerId="LiveId" clId="{60B5D45E-1B0A-4B26-BD4E-D13B1F577FD3}" dt="2022-12-13T13:28:46.911" v="12" actId="207"/>
        <pc:sldMkLst>
          <pc:docMk/>
          <pc:sldMk cId="2946050252" sldId="357"/>
        </pc:sldMkLst>
        <pc:spChg chg="mod">
          <ac:chgData name="Parvathi Jayaprakash" userId="508e18e3ab4300d8" providerId="LiveId" clId="{60B5D45E-1B0A-4B26-BD4E-D13B1F577FD3}" dt="2022-12-13T13:28:46.911" v="12" actId="207"/>
          <ac:spMkLst>
            <pc:docMk/>
            <pc:sldMk cId="2946050252" sldId="357"/>
            <ac:spMk id="85" creationId="{00000000-0000-0000-0000-000000000000}"/>
          </ac:spMkLst>
        </pc:spChg>
      </pc:sldChg>
      <pc:sldChg chg="del">
        <pc:chgData name="Parvathi Jayaprakash" userId="508e18e3ab4300d8" providerId="LiveId" clId="{60B5D45E-1B0A-4B26-BD4E-D13B1F577FD3}" dt="2022-12-14T04:58:08.386" v="1968" actId="47"/>
        <pc:sldMkLst>
          <pc:docMk/>
          <pc:sldMk cId="3032271214" sldId="358"/>
        </pc:sldMkLst>
      </pc:sldChg>
      <pc:sldChg chg="del">
        <pc:chgData name="Parvathi Jayaprakash" userId="508e18e3ab4300d8" providerId="LiveId" clId="{60B5D45E-1B0A-4B26-BD4E-D13B1F577FD3}" dt="2022-12-14T04:58:09.981" v="1971" actId="47"/>
        <pc:sldMkLst>
          <pc:docMk/>
          <pc:sldMk cId="1227385908" sldId="360"/>
        </pc:sldMkLst>
      </pc:sldChg>
      <pc:sldChg chg="del">
        <pc:chgData name="Parvathi Jayaprakash" userId="508e18e3ab4300d8" providerId="LiveId" clId="{60B5D45E-1B0A-4B26-BD4E-D13B1F577FD3}" dt="2022-12-14T04:58:09.115" v="1969" actId="47"/>
        <pc:sldMkLst>
          <pc:docMk/>
          <pc:sldMk cId="2969090112" sldId="361"/>
        </pc:sldMkLst>
      </pc:sldChg>
      <pc:sldChg chg="del">
        <pc:chgData name="Parvathi Jayaprakash" userId="508e18e3ab4300d8" providerId="LiveId" clId="{60B5D45E-1B0A-4B26-BD4E-D13B1F577FD3}" dt="2022-12-14T04:58:07.136" v="1966" actId="47"/>
        <pc:sldMkLst>
          <pc:docMk/>
          <pc:sldMk cId="451826138" sldId="363"/>
        </pc:sldMkLst>
      </pc:sldChg>
      <pc:sldChg chg="del">
        <pc:chgData name="Parvathi Jayaprakash" userId="508e18e3ab4300d8" providerId="LiveId" clId="{60B5D45E-1B0A-4B26-BD4E-D13B1F577FD3}" dt="2022-12-14T04:58:10.635" v="1972" actId="47"/>
        <pc:sldMkLst>
          <pc:docMk/>
          <pc:sldMk cId="566903922" sldId="364"/>
        </pc:sldMkLst>
      </pc:sldChg>
      <pc:sldChg chg="del">
        <pc:chgData name="Parvathi Jayaprakash" userId="508e18e3ab4300d8" providerId="LiveId" clId="{60B5D45E-1B0A-4B26-BD4E-D13B1F577FD3}" dt="2022-12-14T04:58:11.035" v="1973" actId="47"/>
        <pc:sldMkLst>
          <pc:docMk/>
          <pc:sldMk cId="1325370142" sldId="365"/>
        </pc:sldMkLst>
      </pc:sldChg>
      <pc:sldChg chg="del">
        <pc:chgData name="Parvathi Jayaprakash" userId="508e18e3ab4300d8" providerId="LiveId" clId="{60B5D45E-1B0A-4B26-BD4E-D13B1F577FD3}" dt="2022-12-14T04:58:11.448" v="1974" actId="47"/>
        <pc:sldMkLst>
          <pc:docMk/>
          <pc:sldMk cId="3310348829" sldId="366"/>
        </pc:sldMkLst>
      </pc:sldChg>
      <pc:sldChg chg="del">
        <pc:chgData name="Parvathi Jayaprakash" userId="508e18e3ab4300d8" providerId="LiveId" clId="{60B5D45E-1B0A-4B26-BD4E-D13B1F577FD3}" dt="2022-12-14T04:58:05.992" v="1964" actId="47"/>
        <pc:sldMkLst>
          <pc:docMk/>
          <pc:sldMk cId="2390576855" sldId="367"/>
        </pc:sldMkLst>
      </pc:sldChg>
      <pc:sldChg chg="del">
        <pc:chgData name="Parvathi Jayaprakash" userId="508e18e3ab4300d8" providerId="LiveId" clId="{60B5D45E-1B0A-4B26-BD4E-D13B1F577FD3}" dt="2022-12-14T04:58:09.498" v="1970" actId="47"/>
        <pc:sldMkLst>
          <pc:docMk/>
          <pc:sldMk cId="1560548482" sldId="368"/>
        </pc:sldMkLst>
      </pc:sldChg>
      <pc:sldChg chg="new del">
        <pc:chgData name="Parvathi Jayaprakash" userId="508e18e3ab4300d8" providerId="LiveId" clId="{60B5D45E-1B0A-4B26-BD4E-D13B1F577FD3}" dt="2022-12-13T13:29:03.873" v="15" actId="47"/>
        <pc:sldMkLst>
          <pc:docMk/>
          <pc:sldMk cId="3353767197" sldId="370"/>
        </pc:sldMkLst>
      </pc:sldChg>
      <pc:sldChg chg="addSp delSp modSp new mod modAnim">
        <pc:chgData name="Parvathi Jayaprakash" userId="508e18e3ab4300d8" providerId="LiveId" clId="{60B5D45E-1B0A-4B26-BD4E-D13B1F577FD3}" dt="2022-12-14T05:18:18.960" v="2047"/>
        <pc:sldMkLst>
          <pc:docMk/>
          <pc:sldMk cId="1756725080" sldId="371"/>
        </pc:sldMkLst>
        <pc:spChg chg="mod">
          <ac:chgData name="Parvathi Jayaprakash" userId="508e18e3ab4300d8" providerId="LiveId" clId="{60B5D45E-1B0A-4B26-BD4E-D13B1F577FD3}" dt="2022-12-13T13:29:22.509" v="17" actId="1076"/>
          <ac:spMkLst>
            <pc:docMk/>
            <pc:sldMk cId="1756725080" sldId="371"/>
            <ac:spMk id="2" creationId="{BEB230EC-DA73-38DB-7515-2429FA5A6D2D}"/>
          </ac:spMkLst>
        </pc:spChg>
        <pc:spChg chg="del mod">
          <ac:chgData name="Parvathi Jayaprakash" userId="508e18e3ab4300d8" providerId="LiveId" clId="{60B5D45E-1B0A-4B26-BD4E-D13B1F577FD3}" dt="2022-12-13T13:32:25.366" v="27" actId="478"/>
          <ac:spMkLst>
            <pc:docMk/>
            <pc:sldMk cId="1756725080" sldId="371"/>
            <ac:spMk id="3" creationId="{F18A0267-2AC2-6F07-2787-8B9D20644C44}"/>
          </ac:spMkLst>
        </pc:spChg>
        <pc:picChg chg="add mod modCrop">
          <ac:chgData name="Parvathi Jayaprakash" userId="508e18e3ab4300d8" providerId="LiveId" clId="{60B5D45E-1B0A-4B26-BD4E-D13B1F577FD3}" dt="2022-12-14T05:17:53.038" v="2043" actId="14100"/>
          <ac:picMkLst>
            <pc:docMk/>
            <pc:sldMk cId="1756725080" sldId="371"/>
            <ac:picMk id="5" creationId="{88671D5F-522C-E001-1C5C-0364F84704B6}"/>
          </ac:picMkLst>
        </pc:picChg>
      </pc:sldChg>
      <pc:sldChg chg="addSp delSp modSp new del mod">
        <pc:chgData name="Parvathi Jayaprakash" userId="508e18e3ab4300d8" providerId="LiveId" clId="{60B5D45E-1B0A-4B26-BD4E-D13B1F577FD3}" dt="2022-12-13T23:32:04.525" v="219" actId="47"/>
        <pc:sldMkLst>
          <pc:docMk/>
          <pc:sldMk cId="2994886098" sldId="372"/>
        </pc:sldMkLst>
        <pc:spChg chg="mod">
          <ac:chgData name="Parvathi Jayaprakash" userId="508e18e3ab4300d8" providerId="LiveId" clId="{60B5D45E-1B0A-4B26-BD4E-D13B1F577FD3}" dt="2022-12-13T14:22:48.446" v="89" actId="14100"/>
          <ac:spMkLst>
            <pc:docMk/>
            <pc:sldMk cId="2994886098" sldId="372"/>
            <ac:spMk id="2" creationId="{4E661F81-42F0-EFF8-3C44-9AC7FA061AE1}"/>
          </ac:spMkLst>
        </pc:spChg>
        <pc:spChg chg="mod">
          <ac:chgData name="Parvathi Jayaprakash" userId="508e18e3ab4300d8" providerId="LiveId" clId="{60B5D45E-1B0A-4B26-BD4E-D13B1F577FD3}" dt="2022-12-13T13:34:35.253" v="51" actId="1076"/>
          <ac:spMkLst>
            <pc:docMk/>
            <pc:sldMk cId="2994886098" sldId="372"/>
            <ac:spMk id="3" creationId="{86C9130D-D183-58A0-3F7F-8BA6931EB55C}"/>
          </ac:spMkLst>
        </pc:spChg>
        <pc:picChg chg="add del">
          <ac:chgData name="Parvathi Jayaprakash" userId="508e18e3ab4300d8" providerId="LiveId" clId="{60B5D45E-1B0A-4B26-BD4E-D13B1F577FD3}" dt="2022-12-13T13:32:47.907" v="31" actId="22"/>
          <ac:picMkLst>
            <pc:docMk/>
            <pc:sldMk cId="2994886098" sldId="372"/>
            <ac:picMk id="5" creationId="{305EF872-099E-9007-BD9A-AFCF795D4B5A}"/>
          </ac:picMkLst>
        </pc:picChg>
        <pc:picChg chg="add del">
          <ac:chgData name="Parvathi Jayaprakash" userId="508e18e3ab4300d8" providerId="LiveId" clId="{60B5D45E-1B0A-4B26-BD4E-D13B1F577FD3}" dt="2022-12-13T13:32:55.471" v="33" actId="22"/>
          <ac:picMkLst>
            <pc:docMk/>
            <pc:sldMk cId="2994886098" sldId="372"/>
            <ac:picMk id="7" creationId="{B5B5CF08-C966-2D45-5E27-1BE3C805A1A1}"/>
          </ac:picMkLst>
        </pc:picChg>
      </pc:sldChg>
      <pc:sldChg chg="addSp delSp modSp new mod modClrScheme chgLayout">
        <pc:chgData name="Parvathi Jayaprakash" userId="508e18e3ab4300d8" providerId="LiveId" clId="{60B5D45E-1B0A-4B26-BD4E-D13B1F577FD3}" dt="2022-12-13T23:20:10.884" v="97" actId="14100"/>
        <pc:sldMkLst>
          <pc:docMk/>
          <pc:sldMk cId="4218303192" sldId="373"/>
        </pc:sldMkLst>
        <pc:spChg chg="del">
          <ac:chgData name="Parvathi Jayaprakash" userId="508e18e3ab4300d8" providerId="LiveId" clId="{60B5D45E-1B0A-4B26-BD4E-D13B1F577FD3}" dt="2022-12-13T23:19:52.954" v="91" actId="700"/>
          <ac:spMkLst>
            <pc:docMk/>
            <pc:sldMk cId="4218303192" sldId="373"/>
            <ac:spMk id="2" creationId="{D8DA00E9-5BE0-E611-2EB6-09BBBD638E6E}"/>
          </ac:spMkLst>
        </pc:spChg>
        <pc:spChg chg="add mod">
          <ac:chgData name="Parvathi Jayaprakash" userId="508e18e3ab4300d8" providerId="LiveId" clId="{60B5D45E-1B0A-4B26-BD4E-D13B1F577FD3}" dt="2022-12-13T23:19:52.954" v="91" actId="700"/>
          <ac:spMkLst>
            <pc:docMk/>
            <pc:sldMk cId="4218303192" sldId="373"/>
            <ac:spMk id="3" creationId="{DD251DCF-2192-A815-28E6-AC1F41442451}"/>
          </ac:spMkLst>
        </pc:spChg>
        <pc:picChg chg="add mod">
          <ac:chgData name="Parvathi Jayaprakash" userId="508e18e3ab4300d8" providerId="LiveId" clId="{60B5D45E-1B0A-4B26-BD4E-D13B1F577FD3}" dt="2022-12-13T23:20:10.884" v="97" actId="14100"/>
          <ac:picMkLst>
            <pc:docMk/>
            <pc:sldMk cId="4218303192" sldId="373"/>
            <ac:picMk id="1026" creationId="{CE1747DB-511E-8A93-8861-FE3E5EF072AE}"/>
          </ac:picMkLst>
        </pc:picChg>
      </pc:sldChg>
      <pc:sldChg chg="addSp delSp modSp new mod modClrScheme modAnim chgLayout modNotesTx">
        <pc:chgData name="Parvathi Jayaprakash" userId="508e18e3ab4300d8" providerId="LiveId" clId="{60B5D45E-1B0A-4B26-BD4E-D13B1F577FD3}" dt="2022-12-14T05:18:02.474" v="2044"/>
        <pc:sldMkLst>
          <pc:docMk/>
          <pc:sldMk cId="2534343855" sldId="374"/>
        </pc:sldMkLst>
        <pc:spChg chg="del mod ord">
          <ac:chgData name="Parvathi Jayaprakash" userId="508e18e3ab4300d8" providerId="LiveId" clId="{60B5D45E-1B0A-4B26-BD4E-D13B1F577FD3}" dt="2022-12-13T23:20:20.732" v="99" actId="700"/>
          <ac:spMkLst>
            <pc:docMk/>
            <pc:sldMk cId="2534343855" sldId="374"/>
            <ac:spMk id="2" creationId="{189EFE3B-D73D-6E95-B3A4-8EE3227FE53A}"/>
          </ac:spMkLst>
        </pc:spChg>
        <pc:spChg chg="add mod ord">
          <ac:chgData name="Parvathi Jayaprakash" userId="508e18e3ab4300d8" providerId="LiveId" clId="{60B5D45E-1B0A-4B26-BD4E-D13B1F577FD3}" dt="2022-12-13T23:22:44.486" v="138" actId="20577"/>
          <ac:spMkLst>
            <pc:docMk/>
            <pc:sldMk cId="2534343855" sldId="374"/>
            <ac:spMk id="3" creationId="{F92D8030-6E84-13C6-B867-F7C6B8DD210F}"/>
          </ac:spMkLst>
        </pc:spChg>
        <pc:spChg chg="add mod ord">
          <ac:chgData name="Parvathi Jayaprakash" userId="508e18e3ab4300d8" providerId="LiveId" clId="{60B5D45E-1B0A-4B26-BD4E-D13B1F577FD3}" dt="2022-12-14T05:15:22.761" v="2008" actId="20577"/>
          <ac:spMkLst>
            <pc:docMk/>
            <pc:sldMk cId="2534343855" sldId="374"/>
            <ac:spMk id="4" creationId="{E3B38898-9F5F-96B0-0783-5D4D13E11F63}"/>
          </ac:spMkLst>
        </pc:spChg>
      </pc:sldChg>
      <pc:sldChg chg="addSp delSp modSp new mod modAnim">
        <pc:chgData name="Parvathi Jayaprakash" userId="508e18e3ab4300d8" providerId="LiveId" clId="{60B5D45E-1B0A-4B26-BD4E-D13B1F577FD3}" dt="2022-12-14T05:18:13.938" v="2046"/>
        <pc:sldMkLst>
          <pc:docMk/>
          <pc:sldMk cId="1283010574" sldId="375"/>
        </pc:sldMkLst>
        <pc:spChg chg="mod">
          <ac:chgData name="Parvathi Jayaprakash" userId="508e18e3ab4300d8" providerId="LiveId" clId="{60B5D45E-1B0A-4B26-BD4E-D13B1F577FD3}" dt="2022-12-13T23:23:12.196" v="170" actId="14100"/>
          <ac:spMkLst>
            <pc:docMk/>
            <pc:sldMk cId="1283010574" sldId="375"/>
            <ac:spMk id="2" creationId="{4446A9D6-07B4-D4FD-8DE6-6C58997AFD37}"/>
          </ac:spMkLst>
        </pc:spChg>
        <pc:spChg chg="mod">
          <ac:chgData name="Parvathi Jayaprakash" userId="508e18e3ab4300d8" providerId="LiveId" clId="{60B5D45E-1B0A-4B26-BD4E-D13B1F577FD3}" dt="2022-12-14T05:17:42.674" v="2042" actId="1076"/>
          <ac:spMkLst>
            <pc:docMk/>
            <pc:sldMk cId="1283010574" sldId="375"/>
            <ac:spMk id="3" creationId="{D9E38C54-817D-D774-3672-4E23DFA2221D}"/>
          </ac:spMkLst>
        </pc:spChg>
        <pc:spChg chg="add del">
          <ac:chgData name="Parvathi Jayaprakash" userId="508e18e3ab4300d8" providerId="LiveId" clId="{60B5D45E-1B0A-4B26-BD4E-D13B1F577FD3}" dt="2022-12-13T23:31:57.907" v="218" actId="22"/>
          <ac:spMkLst>
            <pc:docMk/>
            <pc:sldMk cId="1283010574" sldId="375"/>
            <ac:spMk id="5" creationId="{89156056-2F64-0593-FAB1-403FF69C6D70}"/>
          </ac:spMkLst>
        </pc:spChg>
      </pc:sldChg>
      <pc:sldChg chg="modSp new mod modAnim modNotesTx">
        <pc:chgData name="Parvathi Jayaprakash" userId="508e18e3ab4300d8" providerId="LiveId" clId="{60B5D45E-1B0A-4B26-BD4E-D13B1F577FD3}" dt="2022-12-14T05:18:06.511" v="2045"/>
        <pc:sldMkLst>
          <pc:docMk/>
          <pc:sldMk cId="2177562256" sldId="376"/>
        </pc:sldMkLst>
        <pc:spChg chg="mod">
          <ac:chgData name="Parvathi Jayaprakash" userId="508e18e3ab4300d8" providerId="LiveId" clId="{60B5D45E-1B0A-4B26-BD4E-D13B1F577FD3}" dt="2022-12-13T23:28:14.335" v="197" actId="1076"/>
          <ac:spMkLst>
            <pc:docMk/>
            <pc:sldMk cId="2177562256" sldId="376"/>
            <ac:spMk id="2" creationId="{C540FF05-8DEE-1A59-31F7-C89439692ED2}"/>
          </ac:spMkLst>
        </pc:spChg>
        <pc:spChg chg="mod">
          <ac:chgData name="Parvathi Jayaprakash" userId="508e18e3ab4300d8" providerId="LiveId" clId="{60B5D45E-1B0A-4B26-BD4E-D13B1F577FD3}" dt="2022-12-13T23:34:59.085" v="266" actId="2711"/>
          <ac:spMkLst>
            <pc:docMk/>
            <pc:sldMk cId="2177562256" sldId="376"/>
            <ac:spMk id="3" creationId="{23618284-AAAC-0A16-1F5B-EA2F07FB43B2}"/>
          </ac:spMkLst>
        </pc:spChg>
      </pc:sldChg>
      <pc:sldChg chg="modSp new mod modAnim">
        <pc:chgData name="Parvathi Jayaprakash" userId="508e18e3ab4300d8" providerId="LiveId" clId="{60B5D45E-1B0A-4B26-BD4E-D13B1F577FD3}" dt="2022-12-14T05:18:36.007" v="2048"/>
        <pc:sldMkLst>
          <pc:docMk/>
          <pc:sldMk cId="1678856160" sldId="377"/>
        </pc:sldMkLst>
        <pc:spChg chg="mod">
          <ac:chgData name="Parvathi Jayaprakash" userId="508e18e3ab4300d8" providerId="LiveId" clId="{60B5D45E-1B0A-4B26-BD4E-D13B1F577FD3}" dt="2022-12-13T23:32:21.522" v="249" actId="20577"/>
          <ac:spMkLst>
            <pc:docMk/>
            <pc:sldMk cId="1678856160" sldId="377"/>
            <ac:spMk id="2" creationId="{E7E86C67-ED6C-B5AF-34D5-4892D915D3D3}"/>
          </ac:spMkLst>
        </pc:spChg>
        <pc:spChg chg="mod">
          <ac:chgData name="Parvathi Jayaprakash" userId="508e18e3ab4300d8" providerId="LiveId" clId="{60B5D45E-1B0A-4B26-BD4E-D13B1F577FD3}" dt="2022-12-14T00:34:36.530" v="1730" actId="1076"/>
          <ac:spMkLst>
            <pc:docMk/>
            <pc:sldMk cId="1678856160" sldId="377"/>
            <ac:spMk id="3" creationId="{08536C56-E58B-5F64-956F-6399F10C88B7}"/>
          </ac:spMkLst>
        </pc:spChg>
      </pc:sldChg>
      <pc:sldChg chg="modSp new mod ord">
        <pc:chgData name="Parvathi Jayaprakash" userId="508e18e3ab4300d8" providerId="LiveId" clId="{60B5D45E-1B0A-4B26-BD4E-D13B1F577FD3}" dt="2022-12-14T05:27:28.569" v="2131" actId="20577"/>
        <pc:sldMkLst>
          <pc:docMk/>
          <pc:sldMk cId="4155519317" sldId="378"/>
        </pc:sldMkLst>
        <pc:spChg chg="mod">
          <ac:chgData name="Parvathi Jayaprakash" userId="508e18e3ab4300d8" providerId="LiveId" clId="{60B5D45E-1B0A-4B26-BD4E-D13B1F577FD3}" dt="2022-12-13T23:46:23.113" v="605" actId="1076"/>
          <ac:spMkLst>
            <pc:docMk/>
            <pc:sldMk cId="4155519317" sldId="378"/>
            <ac:spMk id="2" creationId="{43D3D3E9-8895-16CD-9F51-BC7394A1682B}"/>
          </ac:spMkLst>
        </pc:spChg>
        <pc:spChg chg="mod">
          <ac:chgData name="Parvathi Jayaprakash" userId="508e18e3ab4300d8" providerId="LiveId" clId="{60B5D45E-1B0A-4B26-BD4E-D13B1F577FD3}" dt="2022-12-14T05:27:28.569" v="2131" actId="20577"/>
          <ac:spMkLst>
            <pc:docMk/>
            <pc:sldMk cId="4155519317" sldId="378"/>
            <ac:spMk id="3" creationId="{6715D171-8ED4-141A-C320-F508C8862B2D}"/>
          </ac:spMkLst>
        </pc:spChg>
      </pc:sldChg>
      <pc:sldChg chg="modSp new mod modAnim modNotesTx">
        <pc:chgData name="Parvathi Jayaprakash" userId="508e18e3ab4300d8" providerId="LiveId" clId="{60B5D45E-1B0A-4B26-BD4E-D13B1F577FD3}" dt="2022-12-14T05:20:35.531" v="2062" actId="113"/>
        <pc:sldMkLst>
          <pc:docMk/>
          <pc:sldMk cId="2736537809" sldId="379"/>
        </pc:sldMkLst>
        <pc:spChg chg="mod">
          <ac:chgData name="Parvathi Jayaprakash" userId="508e18e3ab4300d8" providerId="LiveId" clId="{60B5D45E-1B0A-4B26-BD4E-D13B1F577FD3}" dt="2022-12-14T05:20:35.531" v="2062" actId="113"/>
          <ac:spMkLst>
            <pc:docMk/>
            <pc:sldMk cId="2736537809" sldId="379"/>
            <ac:spMk id="2" creationId="{87D49590-1F6D-9B67-F935-185C04BC8C39}"/>
          </ac:spMkLst>
        </pc:spChg>
        <pc:spChg chg="mod">
          <ac:chgData name="Parvathi Jayaprakash" userId="508e18e3ab4300d8" providerId="LiveId" clId="{60B5D45E-1B0A-4B26-BD4E-D13B1F577FD3}" dt="2022-12-14T05:19:16.844" v="2052" actId="113"/>
          <ac:spMkLst>
            <pc:docMk/>
            <pc:sldMk cId="2736537809" sldId="379"/>
            <ac:spMk id="3" creationId="{82C1AD94-1E1F-7BDA-50CF-85C0443CE601}"/>
          </ac:spMkLst>
        </pc:spChg>
      </pc:sldChg>
      <pc:sldChg chg="modSp new mod">
        <pc:chgData name="Parvathi Jayaprakash" userId="508e18e3ab4300d8" providerId="LiveId" clId="{60B5D45E-1B0A-4B26-BD4E-D13B1F577FD3}" dt="2022-12-14T00:22:05.520" v="1500" actId="2711"/>
        <pc:sldMkLst>
          <pc:docMk/>
          <pc:sldMk cId="3694682566" sldId="380"/>
        </pc:sldMkLst>
        <pc:spChg chg="mod">
          <ac:chgData name="Parvathi Jayaprakash" userId="508e18e3ab4300d8" providerId="LiveId" clId="{60B5D45E-1B0A-4B26-BD4E-D13B1F577FD3}" dt="2022-12-13T23:52:30.143" v="734" actId="1076"/>
          <ac:spMkLst>
            <pc:docMk/>
            <pc:sldMk cId="3694682566" sldId="380"/>
            <ac:spMk id="2" creationId="{290418B9-E073-D858-15FB-C97609A77327}"/>
          </ac:spMkLst>
        </pc:spChg>
        <pc:spChg chg="mod">
          <ac:chgData name="Parvathi Jayaprakash" userId="508e18e3ab4300d8" providerId="LiveId" clId="{60B5D45E-1B0A-4B26-BD4E-D13B1F577FD3}" dt="2022-12-14T00:22:05.520" v="1500" actId="2711"/>
          <ac:spMkLst>
            <pc:docMk/>
            <pc:sldMk cId="3694682566" sldId="380"/>
            <ac:spMk id="3" creationId="{F7645A9D-9482-82CE-9EBD-621A8627E3FA}"/>
          </ac:spMkLst>
        </pc:spChg>
      </pc:sldChg>
      <pc:sldChg chg="addSp modSp new mod modAnim">
        <pc:chgData name="Parvathi Jayaprakash" userId="508e18e3ab4300d8" providerId="LiveId" clId="{60B5D45E-1B0A-4B26-BD4E-D13B1F577FD3}" dt="2022-12-14T00:21:55.484" v="1499" actId="2711"/>
        <pc:sldMkLst>
          <pc:docMk/>
          <pc:sldMk cId="3430600835" sldId="381"/>
        </pc:sldMkLst>
        <pc:spChg chg="mod">
          <ac:chgData name="Parvathi Jayaprakash" userId="508e18e3ab4300d8" providerId="LiveId" clId="{60B5D45E-1B0A-4B26-BD4E-D13B1F577FD3}" dt="2022-12-13T23:55:42.089" v="750" actId="113"/>
          <ac:spMkLst>
            <pc:docMk/>
            <pc:sldMk cId="3430600835" sldId="381"/>
            <ac:spMk id="2" creationId="{FD13DFEF-E309-6882-2A4A-938F5AC0D90B}"/>
          </ac:spMkLst>
        </pc:spChg>
        <pc:spChg chg="mod">
          <ac:chgData name="Parvathi Jayaprakash" userId="508e18e3ab4300d8" providerId="LiveId" clId="{60B5D45E-1B0A-4B26-BD4E-D13B1F577FD3}" dt="2022-12-14T00:21:55.484" v="1499" actId="2711"/>
          <ac:spMkLst>
            <pc:docMk/>
            <pc:sldMk cId="3430600835" sldId="381"/>
            <ac:spMk id="3" creationId="{F253C752-F305-922F-9677-19B417CBBBB6}"/>
          </ac:spMkLst>
        </pc:spChg>
        <pc:picChg chg="add mod">
          <ac:chgData name="Parvathi Jayaprakash" userId="508e18e3ab4300d8" providerId="LiveId" clId="{60B5D45E-1B0A-4B26-BD4E-D13B1F577FD3}" dt="2022-12-14T00:00:00.837" v="833" actId="1076"/>
          <ac:picMkLst>
            <pc:docMk/>
            <pc:sldMk cId="3430600835" sldId="381"/>
            <ac:picMk id="5" creationId="{4FB49865-DA94-8417-6288-DE9BD56B725E}"/>
          </ac:picMkLst>
        </pc:picChg>
      </pc:sldChg>
      <pc:sldChg chg="modSp new mod">
        <pc:chgData name="Parvathi Jayaprakash" userId="508e18e3ab4300d8" providerId="LiveId" clId="{60B5D45E-1B0A-4B26-BD4E-D13B1F577FD3}" dt="2022-12-14T00:21:35.017" v="1495" actId="255"/>
        <pc:sldMkLst>
          <pc:docMk/>
          <pc:sldMk cId="1797502393" sldId="382"/>
        </pc:sldMkLst>
        <pc:spChg chg="mod">
          <ac:chgData name="Parvathi Jayaprakash" userId="508e18e3ab4300d8" providerId="LiveId" clId="{60B5D45E-1B0A-4B26-BD4E-D13B1F577FD3}" dt="2022-12-14T00:01:27.451" v="843" actId="1076"/>
          <ac:spMkLst>
            <pc:docMk/>
            <pc:sldMk cId="1797502393" sldId="382"/>
            <ac:spMk id="2" creationId="{9A71CD86-87A1-C0A2-E183-446AC458D34F}"/>
          </ac:spMkLst>
        </pc:spChg>
        <pc:spChg chg="mod">
          <ac:chgData name="Parvathi Jayaprakash" userId="508e18e3ab4300d8" providerId="LiveId" clId="{60B5D45E-1B0A-4B26-BD4E-D13B1F577FD3}" dt="2022-12-14T00:21:35.017" v="1495" actId="255"/>
          <ac:spMkLst>
            <pc:docMk/>
            <pc:sldMk cId="1797502393" sldId="382"/>
            <ac:spMk id="3" creationId="{72C29279-0B06-4EC5-4C61-80F1AAF35819}"/>
          </ac:spMkLst>
        </pc:spChg>
      </pc:sldChg>
      <pc:sldChg chg="modSp new mod">
        <pc:chgData name="Parvathi Jayaprakash" userId="508e18e3ab4300d8" providerId="LiveId" clId="{60B5D45E-1B0A-4B26-BD4E-D13B1F577FD3}" dt="2022-12-14T00:21:17.013" v="1489" actId="2711"/>
        <pc:sldMkLst>
          <pc:docMk/>
          <pc:sldMk cId="2094631591" sldId="383"/>
        </pc:sldMkLst>
        <pc:spChg chg="mod">
          <ac:chgData name="Parvathi Jayaprakash" userId="508e18e3ab4300d8" providerId="LiveId" clId="{60B5D45E-1B0A-4B26-BD4E-D13B1F577FD3}" dt="2022-12-14T00:06:40.337" v="1103" actId="1076"/>
          <ac:spMkLst>
            <pc:docMk/>
            <pc:sldMk cId="2094631591" sldId="383"/>
            <ac:spMk id="2" creationId="{73350343-87DD-F216-1699-4C50DA1FC523}"/>
          </ac:spMkLst>
        </pc:spChg>
        <pc:spChg chg="mod">
          <ac:chgData name="Parvathi Jayaprakash" userId="508e18e3ab4300d8" providerId="LiveId" clId="{60B5D45E-1B0A-4B26-BD4E-D13B1F577FD3}" dt="2022-12-14T00:21:17.013" v="1489" actId="2711"/>
          <ac:spMkLst>
            <pc:docMk/>
            <pc:sldMk cId="2094631591" sldId="383"/>
            <ac:spMk id="3" creationId="{B74A1875-314A-91C8-26F5-E8E523019DB6}"/>
          </ac:spMkLst>
        </pc:spChg>
      </pc:sldChg>
      <pc:sldChg chg="addSp modSp new mod">
        <pc:chgData name="Parvathi Jayaprakash" userId="508e18e3ab4300d8" providerId="LiveId" clId="{60B5D45E-1B0A-4B26-BD4E-D13B1F577FD3}" dt="2022-12-14T00:21:09.883" v="1488" actId="14100"/>
        <pc:sldMkLst>
          <pc:docMk/>
          <pc:sldMk cId="1449432422" sldId="384"/>
        </pc:sldMkLst>
        <pc:spChg chg="mod">
          <ac:chgData name="Parvathi Jayaprakash" userId="508e18e3ab4300d8" providerId="LiveId" clId="{60B5D45E-1B0A-4B26-BD4E-D13B1F577FD3}" dt="2022-12-14T00:11:23.037" v="1210" actId="1076"/>
          <ac:spMkLst>
            <pc:docMk/>
            <pc:sldMk cId="1449432422" sldId="384"/>
            <ac:spMk id="2" creationId="{CC3FBE07-E671-BFB8-AF87-11A8FA80DD74}"/>
          </ac:spMkLst>
        </pc:spChg>
        <pc:spChg chg="mod">
          <ac:chgData name="Parvathi Jayaprakash" userId="508e18e3ab4300d8" providerId="LiveId" clId="{60B5D45E-1B0A-4B26-BD4E-D13B1F577FD3}" dt="2022-12-14T00:21:09.883" v="1488" actId="14100"/>
          <ac:spMkLst>
            <pc:docMk/>
            <pc:sldMk cId="1449432422" sldId="384"/>
            <ac:spMk id="3" creationId="{5BDD6A79-A684-CABC-4B09-7E0C4679715A}"/>
          </ac:spMkLst>
        </pc:spChg>
        <pc:spChg chg="add mod">
          <ac:chgData name="Parvathi Jayaprakash" userId="508e18e3ab4300d8" providerId="LiveId" clId="{60B5D45E-1B0A-4B26-BD4E-D13B1F577FD3}" dt="2022-12-14T00:15:51.300" v="1403" actId="404"/>
          <ac:spMkLst>
            <pc:docMk/>
            <pc:sldMk cId="1449432422" sldId="384"/>
            <ac:spMk id="4" creationId="{49183A03-A327-EE75-0BF9-A12444621920}"/>
          </ac:spMkLst>
        </pc:spChg>
      </pc:sldChg>
      <pc:sldChg chg="modSp new mod">
        <pc:chgData name="Parvathi Jayaprakash" userId="508e18e3ab4300d8" providerId="LiveId" clId="{60B5D45E-1B0A-4B26-BD4E-D13B1F577FD3}" dt="2022-12-14T00:20:58.286" v="1486" actId="14100"/>
        <pc:sldMkLst>
          <pc:docMk/>
          <pc:sldMk cId="2441247099" sldId="385"/>
        </pc:sldMkLst>
        <pc:spChg chg="mod">
          <ac:chgData name="Parvathi Jayaprakash" userId="508e18e3ab4300d8" providerId="LiveId" clId="{60B5D45E-1B0A-4B26-BD4E-D13B1F577FD3}" dt="2022-12-14T00:16:39.515" v="1413" actId="1076"/>
          <ac:spMkLst>
            <pc:docMk/>
            <pc:sldMk cId="2441247099" sldId="385"/>
            <ac:spMk id="2" creationId="{52BF37D6-2A8E-848A-3B1B-B3764784E9AB}"/>
          </ac:spMkLst>
        </pc:spChg>
        <pc:spChg chg="mod">
          <ac:chgData name="Parvathi Jayaprakash" userId="508e18e3ab4300d8" providerId="LiveId" clId="{60B5D45E-1B0A-4B26-BD4E-D13B1F577FD3}" dt="2022-12-14T00:20:58.286" v="1486" actId="14100"/>
          <ac:spMkLst>
            <pc:docMk/>
            <pc:sldMk cId="2441247099" sldId="385"/>
            <ac:spMk id="3" creationId="{C2F7266F-DB52-3BE8-D01D-095502CF8D6B}"/>
          </ac:spMkLst>
        </pc:spChg>
      </pc:sldChg>
      <pc:sldChg chg="modSp new del mod">
        <pc:chgData name="Parvathi Jayaprakash" userId="508e18e3ab4300d8" providerId="LiveId" clId="{60B5D45E-1B0A-4B26-BD4E-D13B1F577FD3}" dt="2022-12-14T00:25:43.689" v="1537" actId="47"/>
        <pc:sldMkLst>
          <pc:docMk/>
          <pc:sldMk cId="1823986214" sldId="386"/>
        </pc:sldMkLst>
        <pc:spChg chg="mod">
          <ac:chgData name="Parvathi Jayaprakash" userId="508e18e3ab4300d8" providerId="LiveId" clId="{60B5D45E-1B0A-4B26-BD4E-D13B1F577FD3}" dt="2022-12-14T00:23:08.545" v="1525" actId="20577"/>
          <ac:spMkLst>
            <pc:docMk/>
            <pc:sldMk cId="1823986214" sldId="386"/>
            <ac:spMk id="2" creationId="{4F15FA1C-EB01-B930-088F-C8310BB113D7}"/>
          </ac:spMkLst>
        </pc:spChg>
      </pc:sldChg>
      <pc:sldChg chg="modSp new mod">
        <pc:chgData name="Parvathi Jayaprakash" userId="508e18e3ab4300d8" providerId="LiveId" clId="{60B5D45E-1B0A-4B26-BD4E-D13B1F577FD3}" dt="2022-12-14T05:20:40.917" v="2063" actId="113"/>
        <pc:sldMkLst>
          <pc:docMk/>
          <pc:sldMk cId="3975582079" sldId="386"/>
        </pc:sldMkLst>
        <pc:spChg chg="mod">
          <ac:chgData name="Parvathi Jayaprakash" userId="508e18e3ab4300d8" providerId="LiveId" clId="{60B5D45E-1B0A-4B26-BD4E-D13B1F577FD3}" dt="2022-12-14T05:20:40.917" v="2063" actId="113"/>
          <ac:spMkLst>
            <pc:docMk/>
            <pc:sldMk cId="3975582079" sldId="386"/>
            <ac:spMk id="2" creationId="{9516905D-4803-1FC3-2DFE-1D187C68FEAE}"/>
          </ac:spMkLst>
        </pc:spChg>
        <pc:spChg chg="mod">
          <ac:chgData name="Parvathi Jayaprakash" userId="508e18e3ab4300d8" providerId="LiveId" clId="{60B5D45E-1B0A-4B26-BD4E-D13B1F577FD3}" dt="2022-12-14T05:19:31.179" v="2056" actId="20577"/>
          <ac:spMkLst>
            <pc:docMk/>
            <pc:sldMk cId="3975582079" sldId="386"/>
            <ac:spMk id="3" creationId="{28CB0367-09AA-1EE8-DAC2-2CAD21B45668}"/>
          </ac:spMkLst>
        </pc:spChg>
      </pc:sldChg>
      <pc:sldChg chg="modSp new del mod">
        <pc:chgData name="Parvathi Jayaprakash" userId="508e18e3ab4300d8" providerId="LiveId" clId="{60B5D45E-1B0A-4B26-BD4E-D13B1F577FD3}" dt="2022-12-14T00:25:45.378" v="1538" actId="47"/>
        <pc:sldMkLst>
          <pc:docMk/>
          <pc:sldMk cId="831157738" sldId="387"/>
        </pc:sldMkLst>
        <pc:spChg chg="mod">
          <ac:chgData name="Parvathi Jayaprakash" userId="508e18e3ab4300d8" providerId="LiveId" clId="{60B5D45E-1B0A-4B26-BD4E-D13B1F577FD3}" dt="2022-12-14T00:23:15.198" v="1536" actId="20577"/>
          <ac:spMkLst>
            <pc:docMk/>
            <pc:sldMk cId="831157738" sldId="387"/>
            <ac:spMk id="2" creationId="{5450954A-FCA3-F271-8DB9-F88C8A8ACE63}"/>
          </ac:spMkLst>
        </pc:spChg>
      </pc:sldChg>
      <pc:sldChg chg="modSp new mod">
        <pc:chgData name="Parvathi Jayaprakash" userId="508e18e3ab4300d8" providerId="LiveId" clId="{60B5D45E-1B0A-4B26-BD4E-D13B1F577FD3}" dt="2022-12-14T05:20:45.247" v="2064" actId="113"/>
        <pc:sldMkLst>
          <pc:docMk/>
          <pc:sldMk cId="3888353502" sldId="387"/>
        </pc:sldMkLst>
        <pc:spChg chg="mod">
          <ac:chgData name="Parvathi Jayaprakash" userId="508e18e3ab4300d8" providerId="LiveId" clId="{60B5D45E-1B0A-4B26-BD4E-D13B1F577FD3}" dt="2022-12-14T05:20:45.247" v="2064" actId="113"/>
          <ac:spMkLst>
            <pc:docMk/>
            <pc:sldMk cId="3888353502" sldId="387"/>
            <ac:spMk id="2" creationId="{5EC991AD-9A25-A9D9-EF93-E85F6BD16A27}"/>
          </ac:spMkLst>
        </pc:spChg>
        <pc:spChg chg="mod">
          <ac:chgData name="Parvathi Jayaprakash" userId="508e18e3ab4300d8" providerId="LiveId" clId="{60B5D45E-1B0A-4B26-BD4E-D13B1F577FD3}" dt="2022-12-14T05:19:57.299" v="2061" actId="20577"/>
          <ac:spMkLst>
            <pc:docMk/>
            <pc:sldMk cId="3888353502" sldId="387"/>
            <ac:spMk id="3" creationId="{D7F0F9BE-04E3-61EA-84DF-9E9372F3AE17}"/>
          </ac:spMkLst>
        </pc:spChg>
      </pc:sldChg>
      <pc:sldChg chg="modSp new mod">
        <pc:chgData name="Parvathi Jayaprakash" userId="508e18e3ab4300d8" providerId="LiveId" clId="{60B5D45E-1B0A-4B26-BD4E-D13B1F577FD3}" dt="2022-12-14T05:21:42.116" v="2077" actId="1076"/>
        <pc:sldMkLst>
          <pc:docMk/>
          <pc:sldMk cId="662186133" sldId="388"/>
        </pc:sldMkLst>
        <pc:spChg chg="mod">
          <ac:chgData name="Parvathi Jayaprakash" userId="508e18e3ab4300d8" providerId="LiveId" clId="{60B5D45E-1B0A-4B26-BD4E-D13B1F577FD3}" dt="2022-12-14T05:21:00.045" v="2067" actId="1076"/>
          <ac:spMkLst>
            <pc:docMk/>
            <pc:sldMk cId="662186133" sldId="388"/>
            <ac:spMk id="2" creationId="{964D6A07-043A-628C-867D-A2E93CF7008B}"/>
          </ac:spMkLst>
        </pc:spChg>
        <pc:spChg chg="mod">
          <ac:chgData name="Parvathi Jayaprakash" userId="508e18e3ab4300d8" providerId="LiveId" clId="{60B5D45E-1B0A-4B26-BD4E-D13B1F577FD3}" dt="2022-12-14T05:21:42.116" v="2077" actId="1076"/>
          <ac:spMkLst>
            <pc:docMk/>
            <pc:sldMk cId="662186133" sldId="388"/>
            <ac:spMk id="3" creationId="{97B729B3-42DA-1698-87F7-E42B943828B9}"/>
          </ac:spMkLst>
        </pc:spChg>
      </pc:sldChg>
      <pc:sldChg chg="modSp new mod">
        <pc:chgData name="Parvathi Jayaprakash" userId="508e18e3ab4300d8" providerId="LiveId" clId="{60B5D45E-1B0A-4B26-BD4E-D13B1F577FD3}" dt="2022-12-14T05:22:28.748" v="2084" actId="20577"/>
        <pc:sldMkLst>
          <pc:docMk/>
          <pc:sldMk cId="2377887167" sldId="389"/>
        </pc:sldMkLst>
        <pc:spChg chg="mod">
          <ac:chgData name="Parvathi Jayaprakash" userId="508e18e3ab4300d8" providerId="LiveId" clId="{60B5D45E-1B0A-4B26-BD4E-D13B1F577FD3}" dt="2022-12-14T05:22:08.762" v="2080" actId="1076"/>
          <ac:spMkLst>
            <pc:docMk/>
            <pc:sldMk cId="2377887167" sldId="389"/>
            <ac:spMk id="2" creationId="{7C3A30AF-DBAA-96CA-7295-86004D1426EA}"/>
          </ac:spMkLst>
        </pc:spChg>
        <pc:spChg chg="mod">
          <ac:chgData name="Parvathi Jayaprakash" userId="508e18e3ab4300d8" providerId="LiveId" clId="{60B5D45E-1B0A-4B26-BD4E-D13B1F577FD3}" dt="2022-12-14T05:22:28.748" v="2084" actId="20577"/>
          <ac:spMkLst>
            <pc:docMk/>
            <pc:sldMk cId="2377887167" sldId="389"/>
            <ac:spMk id="3" creationId="{08C8B68E-2C13-E3C6-2460-13744170ED55}"/>
          </ac:spMkLst>
        </pc:spChg>
      </pc:sldChg>
      <pc:sldChg chg="modSp add mod">
        <pc:chgData name="Parvathi Jayaprakash" userId="508e18e3ab4300d8" providerId="LiveId" clId="{60B5D45E-1B0A-4B26-BD4E-D13B1F577FD3}" dt="2022-12-14T05:22:55.468" v="2093" actId="14100"/>
        <pc:sldMkLst>
          <pc:docMk/>
          <pc:sldMk cId="1967183759" sldId="390"/>
        </pc:sldMkLst>
        <pc:spChg chg="mod">
          <ac:chgData name="Parvathi Jayaprakash" userId="508e18e3ab4300d8" providerId="LiveId" clId="{60B5D45E-1B0A-4B26-BD4E-D13B1F577FD3}" dt="2022-12-14T05:22:36.257" v="2086" actId="1076"/>
          <ac:spMkLst>
            <pc:docMk/>
            <pc:sldMk cId="1967183759" sldId="390"/>
            <ac:spMk id="2" creationId="{CF48F6B4-4C9C-2589-BB9B-FAFADDA536E9}"/>
          </ac:spMkLst>
        </pc:spChg>
        <pc:spChg chg="mod">
          <ac:chgData name="Parvathi Jayaprakash" userId="508e18e3ab4300d8" providerId="LiveId" clId="{60B5D45E-1B0A-4B26-BD4E-D13B1F577FD3}" dt="2022-12-14T05:22:55.468" v="2093" actId="14100"/>
          <ac:spMkLst>
            <pc:docMk/>
            <pc:sldMk cId="1967183759" sldId="390"/>
            <ac:spMk id="3" creationId="{87C0E66E-F83D-0B39-2EE8-0D4934E10E48}"/>
          </ac:spMkLst>
        </pc:spChg>
      </pc:sldChg>
      <pc:sldChg chg="modSp new del mod">
        <pc:chgData name="Parvathi Jayaprakash" userId="508e18e3ab4300d8" providerId="LiveId" clId="{60B5D45E-1B0A-4B26-BD4E-D13B1F577FD3}" dt="2022-12-14T00:33:06.973" v="1612" actId="2696"/>
        <pc:sldMkLst>
          <pc:docMk/>
          <pc:sldMk cId="2456454379" sldId="390"/>
        </pc:sldMkLst>
        <pc:spChg chg="mod">
          <ac:chgData name="Parvathi Jayaprakash" userId="508e18e3ab4300d8" providerId="LiveId" clId="{60B5D45E-1B0A-4B26-BD4E-D13B1F577FD3}" dt="2022-12-14T00:31:20.562" v="1595" actId="1076"/>
          <ac:spMkLst>
            <pc:docMk/>
            <pc:sldMk cId="2456454379" sldId="390"/>
            <ac:spMk id="2" creationId="{CF48F6B4-4C9C-2589-BB9B-FAFADDA536E9}"/>
          </ac:spMkLst>
        </pc:spChg>
        <pc:spChg chg="mod">
          <ac:chgData name="Parvathi Jayaprakash" userId="508e18e3ab4300d8" providerId="LiveId" clId="{60B5D45E-1B0A-4B26-BD4E-D13B1F577FD3}" dt="2022-12-14T00:31:55.580" v="1600" actId="2711"/>
          <ac:spMkLst>
            <pc:docMk/>
            <pc:sldMk cId="2456454379" sldId="390"/>
            <ac:spMk id="3" creationId="{87C0E66E-F83D-0B39-2EE8-0D4934E10E48}"/>
          </ac:spMkLst>
        </pc:spChg>
      </pc:sldChg>
      <pc:sldChg chg="modSp add mod">
        <pc:chgData name="Parvathi Jayaprakash" userId="508e18e3ab4300d8" providerId="LiveId" clId="{60B5D45E-1B0A-4B26-BD4E-D13B1F577FD3}" dt="2022-12-14T05:27:43.260" v="2132" actId="12"/>
        <pc:sldMkLst>
          <pc:docMk/>
          <pc:sldMk cId="1261078754" sldId="391"/>
        </pc:sldMkLst>
        <pc:spChg chg="mod">
          <ac:chgData name="Parvathi Jayaprakash" userId="508e18e3ab4300d8" providerId="LiveId" clId="{60B5D45E-1B0A-4B26-BD4E-D13B1F577FD3}" dt="2022-12-14T05:27:43.260" v="2132" actId="12"/>
          <ac:spMkLst>
            <pc:docMk/>
            <pc:sldMk cId="1261078754" sldId="391"/>
            <ac:spMk id="3" creationId="{0616CFE5-DBBB-C154-C749-B2DFE982371F}"/>
          </ac:spMkLst>
        </pc:spChg>
      </pc:sldChg>
      <pc:sldChg chg="modSp new del mod">
        <pc:chgData name="Parvathi Jayaprakash" userId="508e18e3ab4300d8" providerId="LiveId" clId="{60B5D45E-1B0A-4B26-BD4E-D13B1F577FD3}" dt="2022-12-14T00:33:06.973" v="1612" actId="2696"/>
        <pc:sldMkLst>
          <pc:docMk/>
          <pc:sldMk cId="3391317788" sldId="391"/>
        </pc:sldMkLst>
        <pc:spChg chg="mod">
          <ac:chgData name="Parvathi Jayaprakash" userId="508e18e3ab4300d8" providerId="LiveId" clId="{60B5D45E-1B0A-4B26-BD4E-D13B1F577FD3}" dt="2022-12-14T00:32:22.005" v="1605" actId="1076"/>
          <ac:spMkLst>
            <pc:docMk/>
            <pc:sldMk cId="3391317788" sldId="391"/>
            <ac:spMk id="2" creationId="{1A02CCE2-74DF-8280-3CDD-19ACEF227EF4}"/>
          </ac:spMkLst>
        </pc:spChg>
        <pc:spChg chg="mod">
          <ac:chgData name="Parvathi Jayaprakash" userId="508e18e3ab4300d8" providerId="LiveId" clId="{60B5D45E-1B0A-4B26-BD4E-D13B1F577FD3}" dt="2022-12-14T00:32:58.811" v="1611" actId="14100"/>
          <ac:spMkLst>
            <pc:docMk/>
            <pc:sldMk cId="3391317788" sldId="391"/>
            <ac:spMk id="3" creationId="{0616CFE5-DBBB-C154-C749-B2DFE982371F}"/>
          </ac:spMkLst>
        </pc:spChg>
      </pc:sldChg>
      <pc:sldChg chg="modSp new mod">
        <pc:chgData name="Parvathi Jayaprakash" userId="508e18e3ab4300d8" providerId="LiveId" clId="{60B5D45E-1B0A-4B26-BD4E-D13B1F577FD3}" dt="2022-12-14T00:35:13.559" v="1769" actId="14100"/>
        <pc:sldMkLst>
          <pc:docMk/>
          <pc:sldMk cId="2439906853" sldId="392"/>
        </pc:sldMkLst>
        <pc:spChg chg="mod">
          <ac:chgData name="Parvathi Jayaprakash" userId="508e18e3ab4300d8" providerId="LiveId" clId="{60B5D45E-1B0A-4B26-BD4E-D13B1F577FD3}" dt="2022-12-14T00:35:13.559" v="1769" actId="14100"/>
          <ac:spMkLst>
            <pc:docMk/>
            <pc:sldMk cId="2439906853" sldId="392"/>
            <ac:spMk id="2" creationId="{FFA7F74A-D1D5-41E7-4FE8-616E1AC7870E}"/>
          </ac:spMkLst>
        </pc:spChg>
      </pc:sldChg>
      <pc:sldChg chg="modSp add mod modNotesTx">
        <pc:chgData name="Parvathi Jayaprakash" userId="508e18e3ab4300d8" providerId="LiveId" clId="{60B5D45E-1B0A-4B26-BD4E-D13B1F577FD3}" dt="2022-12-21T00:47:10.534" v="3145" actId="20577"/>
        <pc:sldMkLst>
          <pc:docMk/>
          <pc:sldMk cId="690260877" sldId="393"/>
        </pc:sldMkLst>
        <pc:spChg chg="mod">
          <ac:chgData name="Parvathi Jayaprakash" userId="508e18e3ab4300d8" providerId="LiveId" clId="{60B5D45E-1B0A-4B26-BD4E-D13B1F577FD3}" dt="2022-12-14T00:35:30.503" v="1799" actId="20577"/>
          <ac:spMkLst>
            <pc:docMk/>
            <pc:sldMk cId="690260877" sldId="393"/>
            <ac:spMk id="2" creationId="{FFA7F74A-D1D5-41E7-4FE8-616E1AC7870E}"/>
          </ac:spMkLst>
        </pc:spChg>
      </pc:sldChg>
      <pc:sldChg chg="addSp delSp modSp new del mod modClrScheme chgLayout">
        <pc:chgData name="Parvathi Jayaprakash" userId="508e18e3ab4300d8" providerId="LiveId" clId="{60B5D45E-1B0A-4B26-BD4E-D13B1F577FD3}" dt="2022-12-14T05:28:58.625" v="2133" actId="47"/>
        <pc:sldMkLst>
          <pc:docMk/>
          <pc:sldMk cId="1680786190" sldId="394"/>
        </pc:sldMkLst>
        <pc:spChg chg="del mod ord">
          <ac:chgData name="Parvathi Jayaprakash" userId="508e18e3ab4300d8" providerId="LiveId" clId="{60B5D45E-1B0A-4B26-BD4E-D13B1F577FD3}" dt="2022-12-14T00:36:35.354" v="1801" actId="700"/>
          <ac:spMkLst>
            <pc:docMk/>
            <pc:sldMk cId="1680786190" sldId="394"/>
            <ac:spMk id="2" creationId="{725552EE-DCF9-E356-844F-CDBFDA174738}"/>
          </ac:spMkLst>
        </pc:spChg>
        <pc:spChg chg="add mod ord">
          <ac:chgData name="Parvathi Jayaprakash" userId="508e18e3ab4300d8" providerId="LiveId" clId="{60B5D45E-1B0A-4B26-BD4E-D13B1F577FD3}" dt="2022-12-14T00:36:55.270" v="1826" actId="1076"/>
          <ac:spMkLst>
            <pc:docMk/>
            <pc:sldMk cId="1680786190" sldId="394"/>
            <ac:spMk id="3" creationId="{5E413CF4-BC12-D4AB-7DB6-ECA71928B869}"/>
          </ac:spMkLst>
        </pc:spChg>
        <pc:spChg chg="add mod ord">
          <ac:chgData name="Parvathi Jayaprakash" userId="508e18e3ab4300d8" providerId="LiveId" clId="{60B5D45E-1B0A-4B26-BD4E-D13B1F577FD3}" dt="2022-12-14T00:37:17.580" v="1831" actId="14100"/>
          <ac:spMkLst>
            <pc:docMk/>
            <pc:sldMk cId="1680786190" sldId="394"/>
            <ac:spMk id="4" creationId="{D349711E-C90E-3E59-4E75-E6B522FE2AFB}"/>
          </ac:spMkLst>
        </pc:spChg>
      </pc:sldChg>
      <pc:sldChg chg="addSp delSp modSp new del mod modClrScheme chgLayout">
        <pc:chgData name="Parvathi Jayaprakash" userId="508e18e3ab4300d8" providerId="LiveId" clId="{60B5D45E-1B0A-4B26-BD4E-D13B1F577FD3}" dt="2022-12-14T00:49:18.625" v="1842" actId="47"/>
        <pc:sldMkLst>
          <pc:docMk/>
          <pc:sldMk cId="1922170133" sldId="395"/>
        </pc:sldMkLst>
        <pc:spChg chg="del">
          <ac:chgData name="Parvathi Jayaprakash" userId="508e18e3ab4300d8" providerId="LiveId" clId="{60B5D45E-1B0A-4B26-BD4E-D13B1F577FD3}" dt="2022-12-14T00:38:30.423" v="1833" actId="700"/>
          <ac:spMkLst>
            <pc:docMk/>
            <pc:sldMk cId="1922170133" sldId="395"/>
            <ac:spMk id="2" creationId="{61D99089-86B3-2198-2C8C-2FC440A0B453}"/>
          </ac:spMkLst>
        </pc:spChg>
        <pc:spChg chg="del mod ord">
          <ac:chgData name="Parvathi Jayaprakash" userId="508e18e3ab4300d8" providerId="LiveId" clId="{60B5D45E-1B0A-4B26-BD4E-D13B1F577FD3}" dt="2022-12-14T00:38:30.423" v="1833" actId="700"/>
          <ac:spMkLst>
            <pc:docMk/>
            <pc:sldMk cId="1922170133" sldId="395"/>
            <ac:spMk id="3" creationId="{FB9E59C5-B0F3-C49E-8D1F-F6758863FA50}"/>
          </ac:spMkLst>
        </pc:spChg>
        <pc:spChg chg="add mod ord">
          <ac:chgData name="Parvathi Jayaprakash" userId="508e18e3ab4300d8" providerId="LiveId" clId="{60B5D45E-1B0A-4B26-BD4E-D13B1F577FD3}" dt="2022-12-14T00:38:54.114" v="1840" actId="403"/>
          <ac:spMkLst>
            <pc:docMk/>
            <pc:sldMk cId="1922170133" sldId="395"/>
            <ac:spMk id="4" creationId="{C9146838-01AF-83AE-E143-BC16AF993BC1}"/>
          </ac:spMkLst>
        </pc:spChg>
        <pc:picChg chg="add mod">
          <ac:chgData name="Parvathi Jayaprakash" userId="508e18e3ab4300d8" providerId="LiveId" clId="{60B5D45E-1B0A-4B26-BD4E-D13B1F577FD3}" dt="2022-12-14T00:38:34.902" v="1835" actId="14100"/>
          <ac:picMkLst>
            <pc:docMk/>
            <pc:sldMk cId="1922170133" sldId="395"/>
            <ac:picMk id="6" creationId="{BC23C720-7DFD-0753-35EA-2C1CE669378C}"/>
          </ac:picMkLst>
        </pc:picChg>
      </pc:sldChg>
      <pc:sldChg chg="new del">
        <pc:chgData name="Parvathi Jayaprakash" userId="508e18e3ab4300d8" providerId="LiveId" clId="{60B5D45E-1B0A-4B26-BD4E-D13B1F577FD3}" dt="2022-12-14T00:49:25.406" v="1844" actId="47"/>
        <pc:sldMkLst>
          <pc:docMk/>
          <pc:sldMk cId="2484840166" sldId="396"/>
        </pc:sldMkLst>
      </pc:sldChg>
      <pc:sldChg chg="modSp new mod">
        <pc:chgData name="Parvathi Jayaprakash" userId="508e18e3ab4300d8" providerId="LiveId" clId="{60B5D45E-1B0A-4B26-BD4E-D13B1F577FD3}" dt="2022-12-21T00:41:19.300" v="3065" actId="5793"/>
        <pc:sldMkLst>
          <pc:docMk/>
          <pc:sldMk cId="1823695388" sldId="397"/>
        </pc:sldMkLst>
        <pc:spChg chg="mod">
          <ac:chgData name="Parvathi Jayaprakash" userId="508e18e3ab4300d8" providerId="LiveId" clId="{60B5D45E-1B0A-4B26-BD4E-D13B1F577FD3}" dt="2022-12-14T00:50:44.520" v="1850" actId="1076"/>
          <ac:spMkLst>
            <pc:docMk/>
            <pc:sldMk cId="1823695388" sldId="397"/>
            <ac:spMk id="2" creationId="{219B415C-3046-D730-8B70-2F3047A0CADC}"/>
          </ac:spMkLst>
        </pc:spChg>
        <pc:spChg chg="mod">
          <ac:chgData name="Parvathi Jayaprakash" userId="508e18e3ab4300d8" providerId="LiveId" clId="{60B5D45E-1B0A-4B26-BD4E-D13B1F577FD3}" dt="2022-12-21T00:41:19.300" v="3065" actId="5793"/>
          <ac:spMkLst>
            <pc:docMk/>
            <pc:sldMk cId="1823695388" sldId="397"/>
            <ac:spMk id="3" creationId="{9BAEE90E-B40F-7852-F7C8-F06CCA22318D}"/>
          </ac:spMkLst>
        </pc:spChg>
      </pc:sldChg>
      <pc:sldChg chg="modSp new mod">
        <pc:chgData name="Parvathi Jayaprakash" userId="508e18e3ab4300d8" providerId="LiveId" clId="{60B5D45E-1B0A-4B26-BD4E-D13B1F577FD3}" dt="2022-12-21T00:41:42.604" v="3067" actId="20577"/>
        <pc:sldMkLst>
          <pc:docMk/>
          <pc:sldMk cId="2130003571" sldId="398"/>
        </pc:sldMkLst>
        <pc:spChg chg="mod">
          <ac:chgData name="Parvathi Jayaprakash" userId="508e18e3ab4300d8" providerId="LiveId" clId="{60B5D45E-1B0A-4B26-BD4E-D13B1F577FD3}" dt="2022-12-14T00:53:59.880" v="1869" actId="20577"/>
          <ac:spMkLst>
            <pc:docMk/>
            <pc:sldMk cId="2130003571" sldId="398"/>
            <ac:spMk id="2" creationId="{3C5F865C-8937-EEE7-AA66-16646BD44370}"/>
          </ac:spMkLst>
        </pc:spChg>
        <pc:spChg chg="mod">
          <ac:chgData name="Parvathi Jayaprakash" userId="508e18e3ab4300d8" providerId="LiveId" clId="{60B5D45E-1B0A-4B26-BD4E-D13B1F577FD3}" dt="2022-12-21T00:41:42.604" v="3067" actId="20577"/>
          <ac:spMkLst>
            <pc:docMk/>
            <pc:sldMk cId="2130003571" sldId="398"/>
            <ac:spMk id="3" creationId="{EA26B781-35ED-984D-8BE5-FE4164493A2E}"/>
          </ac:spMkLst>
        </pc:spChg>
      </pc:sldChg>
      <pc:sldChg chg="modSp new mod ord">
        <pc:chgData name="Parvathi Jayaprakash" userId="508e18e3ab4300d8" providerId="LiveId" clId="{60B5D45E-1B0A-4B26-BD4E-D13B1F577FD3}" dt="2022-12-21T00:41:55.537" v="3068" actId="20577"/>
        <pc:sldMkLst>
          <pc:docMk/>
          <pc:sldMk cId="3076500711" sldId="399"/>
        </pc:sldMkLst>
        <pc:spChg chg="mod">
          <ac:chgData name="Parvathi Jayaprakash" userId="508e18e3ab4300d8" providerId="LiveId" clId="{60B5D45E-1B0A-4B26-BD4E-D13B1F577FD3}" dt="2022-12-14T00:55:47.674" v="1888" actId="20577"/>
          <ac:spMkLst>
            <pc:docMk/>
            <pc:sldMk cId="3076500711" sldId="399"/>
            <ac:spMk id="2" creationId="{7E743402-9B40-6446-32C3-076D29894E7E}"/>
          </ac:spMkLst>
        </pc:spChg>
        <pc:spChg chg="mod">
          <ac:chgData name="Parvathi Jayaprakash" userId="508e18e3ab4300d8" providerId="LiveId" clId="{60B5D45E-1B0A-4B26-BD4E-D13B1F577FD3}" dt="2022-12-21T00:41:55.537" v="3068" actId="20577"/>
          <ac:spMkLst>
            <pc:docMk/>
            <pc:sldMk cId="3076500711" sldId="399"/>
            <ac:spMk id="3" creationId="{D591849B-1F64-1F29-4B18-65F692849764}"/>
          </ac:spMkLst>
        </pc:spChg>
      </pc:sldChg>
      <pc:sldChg chg="addSp delSp modSp new mod modClrScheme chgLayout">
        <pc:chgData name="Parvathi Jayaprakash" userId="508e18e3ab4300d8" providerId="LiveId" clId="{60B5D45E-1B0A-4B26-BD4E-D13B1F577FD3}" dt="2022-12-14T01:02:26.675" v="1960" actId="20577"/>
        <pc:sldMkLst>
          <pc:docMk/>
          <pc:sldMk cId="2319756229" sldId="400"/>
        </pc:sldMkLst>
        <pc:spChg chg="del">
          <ac:chgData name="Parvathi Jayaprakash" userId="508e18e3ab4300d8" providerId="LiveId" clId="{60B5D45E-1B0A-4B26-BD4E-D13B1F577FD3}" dt="2022-12-14T01:01:40.415" v="1897" actId="700"/>
          <ac:spMkLst>
            <pc:docMk/>
            <pc:sldMk cId="2319756229" sldId="400"/>
            <ac:spMk id="2" creationId="{7C727955-F226-C57A-75B5-3B25FDA175AB}"/>
          </ac:spMkLst>
        </pc:spChg>
        <pc:spChg chg="del mod ord">
          <ac:chgData name="Parvathi Jayaprakash" userId="508e18e3ab4300d8" providerId="LiveId" clId="{60B5D45E-1B0A-4B26-BD4E-D13B1F577FD3}" dt="2022-12-14T01:01:40.415" v="1897" actId="700"/>
          <ac:spMkLst>
            <pc:docMk/>
            <pc:sldMk cId="2319756229" sldId="400"/>
            <ac:spMk id="3" creationId="{C0FF6295-55FB-2783-710C-F47FFE9492BF}"/>
          </ac:spMkLst>
        </pc:spChg>
        <pc:spChg chg="add mod ord">
          <ac:chgData name="Parvathi Jayaprakash" userId="508e18e3ab4300d8" providerId="LiveId" clId="{60B5D45E-1B0A-4B26-BD4E-D13B1F577FD3}" dt="2022-12-14T01:02:26.675" v="1960" actId="20577"/>
          <ac:spMkLst>
            <pc:docMk/>
            <pc:sldMk cId="2319756229" sldId="400"/>
            <ac:spMk id="4" creationId="{820AFB3D-73D0-EE3C-7E08-07CB0E446456}"/>
          </ac:spMkLst>
        </pc:spChg>
      </pc:sldChg>
      <pc:sldChg chg="addSp modSp new mod modClrScheme chgLayout">
        <pc:chgData name="Parvathi Jayaprakash" userId="508e18e3ab4300d8" providerId="LiveId" clId="{60B5D45E-1B0A-4B26-BD4E-D13B1F577FD3}" dt="2022-12-20T12:26:32.062" v="2817" actId="20577"/>
        <pc:sldMkLst>
          <pc:docMk/>
          <pc:sldMk cId="1229700868" sldId="401"/>
        </pc:sldMkLst>
        <pc:spChg chg="mod ord">
          <ac:chgData name="Parvathi Jayaprakash" userId="508e18e3ab4300d8" providerId="LiveId" clId="{60B5D45E-1B0A-4B26-BD4E-D13B1F577FD3}" dt="2022-12-20T12:24:02.443" v="2746" actId="1076"/>
          <ac:spMkLst>
            <pc:docMk/>
            <pc:sldMk cId="1229700868" sldId="401"/>
            <ac:spMk id="2" creationId="{6AD1FFBD-5994-DE29-81BC-E075143CC02D}"/>
          </ac:spMkLst>
        </pc:spChg>
        <pc:spChg chg="add mod ord">
          <ac:chgData name="Parvathi Jayaprakash" userId="508e18e3ab4300d8" providerId="LiveId" clId="{60B5D45E-1B0A-4B26-BD4E-D13B1F577FD3}" dt="2022-12-20T12:26:32.062" v="2817" actId="20577"/>
          <ac:spMkLst>
            <pc:docMk/>
            <pc:sldMk cId="1229700868" sldId="401"/>
            <ac:spMk id="3" creationId="{B7B61997-F0E4-AB84-A642-34D257BA5AF3}"/>
          </ac:spMkLst>
        </pc:spChg>
      </pc:sldChg>
      <pc:sldChg chg="addSp modSp new mod modAnim modNotesTx">
        <pc:chgData name="Parvathi Jayaprakash" userId="508e18e3ab4300d8" providerId="LiveId" clId="{60B5D45E-1B0A-4B26-BD4E-D13B1F577FD3}" dt="2022-12-14T05:02:50.238" v="1997"/>
        <pc:sldMkLst>
          <pc:docMk/>
          <pc:sldMk cId="1611048138" sldId="402"/>
        </pc:sldMkLst>
        <pc:picChg chg="add mod">
          <ac:chgData name="Parvathi Jayaprakash" userId="508e18e3ab4300d8" providerId="LiveId" clId="{60B5D45E-1B0A-4B26-BD4E-D13B1F577FD3}" dt="2022-12-14T05:02:48.196" v="1996" actId="14100"/>
          <ac:picMkLst>
            <pc:docMk/>
            <pc:sldMk cId="1611048138" sldId="402"/>
            <ac:picMk id="3" creationId="{1DC7E76E-C074-BBE9-92EA-21763E63FA07}"/>
          </ac:picMkLst>
        </pc:picChg>
      </pc:sldChg>
      <pc:sldChg chg="addSp delSp modSp new mod modClrScheme modAnim chgLayout modNotesTx">
        <pc:chgData name="Parvathi Jayaprakash" userId="508e18e3ab4300d8" providerId="LiveId" clId="{60B5D45E-1B0A-4B26-BD4E-D13B1F577FD3}" dt="2022-12-21T00:42:08.910" v="3088" actId="20577"/>
        <pc:sldMkLst>
          <pc:docMk/>
          <pc:sldMk cId="2292681198" sldId="403"/>
        </pc:sldMkLst>
        <pc:spChg chg="del mod ord">
          <ac:chgData name="Parvathi Jayaprakash" userId="508e18e3ab4300d8" providerId="LiveId" clId="{60B5D45E-1B0A-4B26-BD4E-D13B1F577FD3}" dt="2022-12-20T10:36:13.133" v="2146" actId="700"/>
          <ac:spMkLst>
            <pc:docMk/>
            <pc:sldMk cId="2292681198" sldId="403"/>
            <ac:spMk id="2" creationId="{2C939184-DB56-FEEB-973E-41386D264347}"/>
          </ac:spMkLst>
        </pc:spChg>
        <pc:spChg chg="add mod ord">
          <ac:chgData name="Parvathi Jayaprakash" userId="508e18e3ab4300d8" providerId="LiveId" clId="{60B5D45E-1B0A-4B26-BD4E-D13B1F577FD3}" dt="2022-12-20T10:36:46.157" v="2174" actId="1076"/>
          <ac:spMkLst>
            <pc:docMk/>
            <pc:sldMk cId="2292681198" sldId="403"/>
            <ac:spMk id="3" creationId="{E197F527-649D-AD7D-F34D-07F9DCF8ECB5}"/>
          </ac:spMkLst>
        </pc:spChg>
        <pc:spChg chg="add mod ord">
          <ac:chgData name="Parvathi Jayaprakash" userId="508e18e3ab4300d8" providerId="LiveId" clId="{60B5D45E-1B0A-4B26-BD4E-D13B1F577FD3}" dt="2022-12-21T00:39:19.417" v="2909" actId="20577"/>
          <ac:spMkLst>
            <pc:docMk/>
            <pc:sldMk cId="2292681198" sldId="403"/>
            <ac:spMk id="4" creationId="{1D9CB07A-B15A-A0B9-AF2B-883A413C0D8E}"/>
          </ac:spMkLst>
        </pc:spChg>
      </pc:sldChg>
      <pc:sldChg chg="addSp modSp new mod modAnim modNotesTx">
        <pc:chgData name="Parvathi Jayaprakash" userId="508e18e3ab4300d8" providerId="LiveId" clId="{60B5D45E-1B0A-4B26-BD4E-D13B1F577FD3}" dt="2022-12-20T10:41:34.486" v="2204"/>
        <pc:sldMkLst>
          <pc:docMk/>
          <pc:sldMk cId="1466478355" sldId="404"/>
        </pc:sldMkLst>
        <pc:picChg chg="add mod modCrop">
          <ac:chgData name="Parvathi Jayaprakash" userId="508e18e3ab4300d8" providerId="LiveId" clId="{60B5D45E-1B0A-4B26-BD4E-D13B1F577FD3}" dt="2022-12-20T10:40:27.628" v="2196" actId="1076"/>
          <ac:picMkLst>
            <pc:docMk/>
            <pc:sldMk cId="1466478355" sldId="404"/>
            <ac:picMk id="5" creationId="{DB739768-3260-B7C0-9FE9-7396880860E1}"/>
          </ac:picMkLst>
        </pc:picChg>
        <pc:picChg chg="add mod">
          <ac:chgData name="Parvathi Jayaprakash" userId="508e18e3ab4300d8" providerId="LiveId" clId="{60B5D45E-1B0A-4B26-BD4E-D13B1F577FD3}" dt="2022-12-20T10:40:33.359" v="2199" actId="14100"/>
          <ac:picMkLst>
            <pc:docMk/>
            <pc:sldMk cId="1466478355" sldId="404"/>
            <ac:picMk id="7" creationId="{21770D26-B78A-6178-5039-673903110D9E}"/>
          </ac:picMkLst>
        </pc:picChg>
      </pc:sldChg>
      <pc:sldChg chg="addSp delSp modSp new mod modNotesTx">
        <pc:chgData name="Parvathi Jayaprakash" userId="508e18e3ab4300d8" providerId="LiveId" clId="{60B5D45E-1B0A-4B26-BD4E-D13B1F577FD3}" dt="2022-12-20T10:54:45.923" v="2273"/>
        <pc:sldMkLst>
          <pc:docMk/>
          <pc:sldMk cId="2550312873" sldId="405"/>
        </pc:sldMkLst>
        <pc:spChg chg="mod">
          <ac:chgData name="Parvathi Jayaprakash" userId="508e18e3ab4300d8" providerId="LiveId" clId="{60B5D45E-1B0A-4B26-BD4E-D13B1F577FD3}" dt="2022-12-20T10:46:39.654" v="2262" actId="1076"/>
          <ac:spMkLst>
            <pc:docMk/>
            <pc:sldMk cId="2550312873" sldId="405"/>
            <ac:spMk id="2" creationId="{1C863039-0E05-F34E-E59E-83F6F7508428}"/>
          </ac:spMkLst>
        </pc:spChg>
        <pc:spChg chg="del mod">
          <ac:chgData name="Parvathi Jayaprakash" userId="508e18e3ab4300d8" providerId="LiveId" clId="{60B5D45E-1B0A-4B26-BD4E-D13B1F577FD3}" dt="2022-12-20T10:45:57.058" v="2227" actId="478"/>
          <ac:spMkLst>
            <pc:docMk/>
            <pc:sldMk cId="2550312873" sldId="405"/>
            <ac:spMk id="3" creationId="{5409DB14-8E96-DFFE-0B80-99EEE2227D59}"/>
          </ac:spMkLst>
        </pc:spChg>
        <pc:spChg chg="add del">
          <ac:chgData name="Parvathi Jayaprakash" userId="508e18e3ab4300d8" providerId="LiveId" clId="{60B5D45E-1B0A-4B26-BD4E-D13B1F577FD3}" dt="2022-12-20T10:46:44.382" v="2264" actId="22"/>
          <ac:spMkLst>
            <pc:docMk/>
            <pc:sldMk cId="2550312873" sldId="405"/>
            <ac:spMk id="7" creationId="{C6634D92-F124-CE04-547F-5E9003E80E5B}"/>
          </ac:spMkLst>
        </pc:spChg>
        <pc:picChg chg="add del mod modCrop">
          <ac:chgData name="Parvathi Jayaprakash" userId="508e18e3ab4300d8" providerId="LiveId" clId="{60B5D45E-1B0A-4B26-BD4E-D13B1F577FD3}" dt="2022-12-20T10:44:54.605" v="2212" actId="21"/>
          <ac:picMkLst>
            <pc:docMk/>
            <pc:sldMk cId="2550312873" sldId="405"/>
            <ac:picMk id="5" creationId="{16F6BE78-FBD9-AE00-AE71-3C07B9A3A9EC}"/>
          </ac:picMkLst>
        </pc:picChg>
        <pc:picChg chg="add mod modCrop">
          <ac:chgData name="Parvathi Jayaprakash" userId="508e18e3ab4300d8" providerId="LiveId" clId="{60B5D45E-1B0A-4B26-BD4E-D13B1F577FD3}" dt="2022-12-20T10:47:19.313" v="2269" actId="732"/>
          <ac:picMkLst>
            <pc:docMk/>
            <pc:sldMk cId="2550312873" sldId="405"/>
            <ac:picMk id="9" creationId="{2AA782DB-9030-41FD-C56A-51DE4B9B4CCE}"/>
          </ac:picMkLst>
        </pc:picChg>
      </pc:sldChg>
      <pc:sldChg chg="addSp modSp new mod modNotesTx">
        <pc:chgData name="Parvathi Jayaprakash" userId="508e18e3ab4300d8" providerId="LiveId" clId="{60B5D45E-1B0A-4B26-BD4E-D13B1F577FD3}" dt="2022-12-20T11:00:43.053" v="2458" actId="20577"/>
        <pc:sldMkLst>
          <pc:docMk/>
          <pc:sldMk cId="1052001310" sldId="406"/>
        </pc:sldMkLst>
        <pc:spChg chg="mod">
          <ac:chgData name="Parvathi Jayaprakash" userId="508e18e3ab4300d8" providerId="LiveId" clId="{60B5D45E-1B0A-4B26-BD4E-D13B1F577FD3}" dt="2022-12-20T10:57:37.465" v="2300" actId="1076"/>
          <ac:spMkLst>
            <pc:docMk/>
            <pc:sldMk cId="1052001310" sldId="406"/>
            <ac:spMk id="2" creationId="{A8028395-9598-E29F-FF5E-ED67925F9582}"/>
          </ac:spMkLst>
        </pc:spChg>
        <pc:spChg chg="mod">
          <ac:chgData name="Parvathi Jayaprakash" userId="508e18e3ab4300d8" providerId="LiveId" clId="{60B5D45E-1B0A-4B26-BD4E-D13B1F577FD3}" dt="2022-12-20T10:57:09.168" v="2275" actId="1076"/>
          <ac:spMkLst>
            <pc:docMk/>
            <pc:sldMk cId="1052001310" sldId="406"/>
            <ac:spMk id="3" creationId="{712795BE-90DB-9BCE-34C4-13038F68950C}"/>
          </ac:spMkLst>
        </pc:spChg>
        <pc:picChg chg="add mod">
          <ac:chgData name="Parvathi Jayaprakash" userId="508e18e3ab4300d8" providerId="LiveId" clId="{60B5D45E-1B0A-4B26-BD4E-D13B1F577FD3}" dt="2022-12-20T10:57:40.657" v="2301" actId="14100"/>
          <ac:picMkLst>
            <pc:docMk/>
            <pc:sldMk cId="1052001310" sldId="406"/>
            <ac:picMk id="5" creationId="{F1EAD55B-E80E-E5BD-9BD4-B68036337BF3}"/>
          </ac:picMkLst>
        </pc:picChg>
      </pc:sldChg>
      <pc:sldChg chg="addSp modSp new mod">
        <pc:chgData name="Parvathi Jayaprakash" userId="508e18e3ab4300d8" providerId="LiveId" clId="{60B5D45E-1B0A-4B26-BD4E-D13B1F577FD3}" dt="2022-12-20T11:03:21.483" v="2476" actId="14100"/>
        <pc:sldMkLst>
          <pc:docMk/>
          <pc:sldMk cId="3320887464" sldId="407"/>
        </pc:sldMkLst>
        <pc:spChg chg="mod">
          <ac:chgData name="Parvathi Jayaprakash" userId="508e18e3ab4300d8" providerId="LiveId" clId="{60B5D45E-1B0A-4B26-BD4E-D13B1F577FD3}" dt="2022-12-20T11:03:12.029" v="2473" actId="1076"/>
          <ac:spMkLst>
            <pc:docMk/>
            <pc:sldMk cId="3320887464" sldId="407"/>
            <ac:spMk id="2" creationId="{96A67FCD-0EDF-2260-4C6C-ACBC043DFF52}"/>
          </ac:spMkLst>
        </pc:spChg>
        <pc:picChg chg="add mod">
          <ac:chgData name="Parvathi Jayaprakash" userId="508e18e3ab4300d8" providerId="LiveId" clId="{60B5D45E-1B0A-4B26-BD4E-D13B1F577FD3}" dt="2022-12-20T11:03:21.483" v="2476" actId="14100"/>
          <ac:picMkLst>
            <pc:docMk/>
            <pc:sldMk cId="3320887464" sldId="407"/>
            <ac:picMk id="5" creationId="{E0D3D10D-0E37-DEB8-A266-F867ED9453AD}"/>
          </ac:picMkLst>
        </pc:picChg>
      </pc:sldChg>
      <pc:sldChg chg="addSp delSp modSp new mod">
        <pc:chgData name="Parvathi Jayaprakash" userId="508e18e3ab4300d8" providerId="LiveId" clId="{60B5D45E-1B0A-4B26-BD4E-D13B1F577FD3}" dt="2022-12-20T11:19:13.516" v="2591" actId="20577"/>
        <pc:sldMkLst>
          <pc:docMk/>
          <pc:sldMk cId="1302842703" sldId="408"/>
        </pc:sldMkLst>
        <pc:spChg chg="mod">
          <ac:chgData name="Parvathi Jayaprakash" userId="508e18e3ab4300d8" providerId="LiveId" clId="{60B5D45E-1B0A-4B26-BD4E-D13B1F577FD3}" dt="2022-12-20T11:16:08.010" v="2513"/>
          <ac:spMkLst>
            <pc:docMk/>
            <pc:sldMk cId="1302842703" sldId="408"/>
            <ac:spMk id="2" creationId="{3F2BA7FE-BB33-695A-3357-B118384BD933}"/>
          </ac:spMkLst>
        </pc:spChg>
        <pc:spChg chg="mod">
          <ac:chgData name="Parvathi Jayaprakash" userId="508e18e3ab4300d8" providerId="LiveId" clId="{60B5D45E-1B0A-4B26-BD4E-D13B1F577FD3}" dt="2022-12-20T11:18:52.197" v="2560" actId="1076"/>
          <ac:spMkLst>
            <pc:docMk/>
            <pc:sldMk cId="1302842703" sldId="408"/>
            <ac:spMk id="3" creationId="{62102254-6D26-2E32-91A2-1A00C85F997D}"/>
          </ac:spMkLst>
        </pc:spChg>
        <pc:spChg chg="add mod">
          <ac:chgData name="Parvathi Jayaprakash" userId="508e18e3ab4300d8" providerId="LiveId" clId="{60B5D45E-1B0A-4B26-BD4E-D13B1F577FD3}" dt="2022-12-20T11:19:08.450" v="2579" actId="20577"/>
          <ac:spMkLst>
            <pc:docMk/>
            <pc:sldMk cId="1302842703" sldId="408"/>
            <ac:spMk id="14" creationId="{0FC8F5BB-2D43-0134-0D3A-A3982087012D}"/>
          </ac:spMkLst>
        </pc:spChg>
        <pc:spChg chg="add mod">
          <ac:chgData name="Parvathi Jayaprakash" userId="508e18e3ab4300d8" providerId="LiveId" clId="{60B5D45E-1B0A-4B26-BD4E-D13B1F577FD3}" dt="2022-12-20T11:19:13.516" v="2591" actId="20577"/>
          <ac:spMkLst>
            <pc:docMk/>
            <pc:sldMk cId="1302842703" sldId="408"/>
            <ac:spMk id="15" creationId="{2DCB0569-4B4A-E3D2-2060-C2D92C934CC0}"/>
          </ac:spMkLst>
        </pc:spChg>
        <pc:picChg chg="add del mod">
          <ac:chgData name="Parvathi Jayaprakash" userId="508e18e3ab4300d8" providerId="LiveId" clId="{60B5D45E-1B0A-4B26-BD4E-D13B1F577FD3}" dt="2022-12-20T11:15:43.249" v="2511" actId="478"/>
          <ac:picMkLst>
            <pc:docMk/>
            <pc:sldMk cId="1302842703" sldId="408"/>
            <ac:picMk id="5" creationId="{3DAA8C53-DDAC-8580-88A2-3EE55949846F}"/>
          </ac:picMkLst>
        </pc:picChg>
        <pc:picChg chg="add mod">
          <ac:chgData name="Parvathi Jayaprakash" userId="508e18e3ab4300d8" providerId="LiveId" clId="{60B5D45E-1B0A-4B26-BD4E-D13B1F577FD3}" dt="2022-12-20T11:17:33.372" v="2547" actId="14100"/>
          <ac:picMkLst>
            <pc:docMk/>
            <pc:sldMk cId="1302842703" sldId="408"/>
            <ac:picMk id="7" creationId="{D5EB1966-C693-F329-7D7A-56814331CE5C}"/>
          </ac:picMkLst>
        </pc:picChg>
        <pc:picChg chg="add del mod">
          <ac:chgData name="Parvathi Jayaprakash" userId="508e18e3ab4300d8" providerId="LiveId" clId="{60B5D45E-1B0A-4B26-BD4E-D13B1F577FD3}" dt="2022-12-20T11:17:59.436" v="2551" actId="22"/>
          <ac:picMkLst>
            <pc:docMk/>
            <pc:sldMk cId="1302842703" sldId="408"/>
            <ac:picMk id="9" creationId="{823081D3-B83E-EEE0-ACBD-9D4650EC2435}"/>
          </ac:picMkLst>
        </pc:picChg>
        <pc:picChg chg="add mod">
          <ac:chgData name="Parvathi Jayaprakash" userId="508e18e3ab4300d8" providerId="LiveId" clId="{60B5D45E-1B0A-4B26-BD4E-D13B1F577FD3}" dt="2022-12-20T11:18:16.615" v="2554" actId="14100"/>
          <ac:picMkLst>
            <pc:docMk/>
            <pc:sldMk cId="1302842703" sldId="408"/>
            <ac:picMk id="11" creationId="{A442576A-1559-AD1E-A1C8-3EFEBF80AA0E}"/>
          </ac:picMkLst>
        </pc:picChg>
        <pc:picChg chg="add mod">
          <ac:chgData name="Parvathi Jayaprakash" userId="508e18e3ab4300d8" providerId="LiveId" clId="{60B5D45E-1B0A-4B26-BD4E-D13B1F577FD3}" dt="2022-12-20T11:18:44.384" v="2558" actId="14100"/>
          <ac:picMkLst>
            <pc:docMk/>
            <pc:sldMk cId="1302842703" sldId="408"/>
            <ac:picMk id="13" creationId="{67622830-832A-BA8F-5D70-17C9D329301F}"/>
          </ac:picMkLst>
        </pc:picChg>
      </pc:sldChg>
      <pc:sldChg chg="addSp delSp modSp new mod modClrScheme chgLayout">
        <pc:chgData name="Parvathi Jayaprakash" userId="508e18e3ab4300d8" providerId="LiveId" clId="{60B5D45E-1B0A-4B26-BD4E-D13B1F577FD3}" dt="2022-12-20T11:30:06.189" v="2607" actId="20577"/>
        <pc:sldMkLst>
          <pc:docMk/>
          <pc:sldMk cId="3742678174" sldId="409"/>
        </pc:sldMkLst>
        <pc:spChg chg="del mod ord">
          <ac:chgData name="Parvathi Jayaprakash" userId="508e18e3ab4300d8" providerId="LiveId" clId="{60B5D45E-1B0A-4B26-BD4E-D13B1F577FD3}" dt="2022-12-20T11:29:45.704" v="2596" actId="700"/>
          <ac:spMkLst>
            <pc:docMk/>
            <pc:sldMk cId="3742678174" sldId="409"/>
            <ac:spMk id="2" creationId="{B6296631-7B18-3F13-528A-872FF80D37D8}"/>
          </ac:spMkLst>
        </pc:spChg>
        <pc:spChg chg="add mod ord">
          <ac:chgData name="Parvathi Jayaprakash" userId="508e18e3ab4300d8" providerId="LiveId" clId="{60B5D45E-1B0A-4B26-BD4E-D13B1F577FD3}" dt="2022-12-20T11:30:06.189" v="2607" actId="20577"/>
          <ac:spMkLst>
            <pc:docMk/>
            <pc:sldMk cId="3742678174" sldId="409"/>
            <ac:spMk id="5" creationId="{69CB81E8-E379-277E-158F-D9419B5B4315}"/>
          </ac:spMkLst>
        </pc:spChg>
        <pc:spChg chg="add mod ord">
          <ac:chgData name="Parvathi Jayaprakash" userId="508e18e3ab4300d8" providerId="LiveId" clId="{60B5D45E-1B0A-4B26-BD4E-D13B1F577FD3}" dt="2022-12-20T11:29:45.704" v="2596" actId="700"/>
          <ac:spMkLst>
            <pc:docMk/>
            <pc:sldMk cId="3742678174" sldId="409"/>
            <ac:spMk id="6" creationId="{000A1B24-44BE-D4FE-954C-99820AE7DF24}"/>
          </ac:spMkLst>
        </pc:spChg>
        <pc:picChg chg="add mod">
          <ac:chgData name="Parvathi Jayaprakash" userId="508e18e3ab4300d8" providerId="LiveId" clId="{60B5D45E-1B0A-4B26-BD4E-D13B1F577FD3}" dt="2022-12-20T11:30:00.922" v="2601" actId="14100"/>
          <ac:picMkLst>
            <pc:docMk/>
            <pc:sldMk cId="3742678174" sldId="409"/>
            <ac:picMk id="4" creationId="{9B1DA0B5-9B3B-CB3E-4B9B-BD72384EBE2F}"/>
          </ac:picMkLst>
        </pc:picChg>
      </pc:sldChg>
      <pc:sldChg chg="addSp delSp modSp new mod modClrScheme chgLayout">
        <pc:chgData name="Parvathi Jayaprakash" userId="508e18e3ab4300d8" providerId="LiveId" clId="{60B5D45E-1B0A-4B26-BD4E-D13B1F577FD3}" dt="2022-12-21T00:46:29.716" v="3091" actId="20577"/>
        <pc:sldMkLst>
          <pc:docMk/>
          <pc:sldMk cId="1083031405" sldId="410"/>
        </pc:sldMkLst>
        <pc:spChg chg="del mod ord">
          <ac:chgData name="Parvathi Jayaprakash" userId="508e18e3ab4300d8" providerId="LiveId" clId="{60B5D45E-1B0A-4B26-BD4E-D13B1F577FD3}" dt="2022-12-20T11:32:32.977" v="2609" actId="700"/>
          <ac:spMkLst>
            <pc:docMk/>
            <pc:sldMk cId="1083031405" sldId="410"/>
            <ac:spMk id="2" creationId="{81E686F1-AF10-A550-6AFB-C0E6B05A1F92}"/>
          </ac:spMkLst>
        </pc:spChg>
        <pc:spChg chg="add mod ord">
          <ac:chgData name="Parvathi Jayaprakash" userId="508e18e3ab4300d8" providerId="LiveId" clId="{60B5D45E-1B0A-4B26-BD4E-D13B1F577FD3}" dt="2022-12-20T11:33:49.783" v="2660" actId="20577"/>
          <ac:spMkLst>
            <pc:docMk/>
            <pc:sldMk cId="1083031405" sldId="410"/>
            <ac:spMk id="3" creationId="{EAA09BE2-A3B1-13DA-29CD-14A340E77CE9}"/>
          </ac:spMkLst>
        </pc:spChg>
        <pc:spChg chg="add mod ord">
          <ac:chgData name="Parvathi Jayaprakash" userId="508e18e3ab4300d8" providerId="LiveId" clId="{60B5D45E-1B0A-4B26-BD4E-D13B1F577FD3}" dt="2022-12-21T00:46:29.716" v="3091" actId="20577"/>
          <ac:spMkLst>
            <pc:docMk/>
            <pc:sldMk cId="1083031405" sldId="410"/>
            <ac:spMk id="4" creationId="{D4479BF1-154D-1E13-7BD5-2748ED99562C}"/>
          </ac:spMkLst>
        </pc:spChg>
      </pc:sldChg>
      <pc:sldChg chg="modSp new mod">
        <pc:chgData name="Parvathi Jayaprakash" userId="508e18e3ab4300d8" providerId="LiveId" clId="{60B5D45E-1B0A-4B26-BD4E-D13B1F577FD3}" dt="2022-12-20T11:35:43.065" v="2725" actId="20577"/>
        <pc:sldMkLst>
          <pc:docMk/>
          <pc:sldMk cId="4200962872" sldId="411"/>
        </pc:sldMkLst>
        <pc:spChg chg="mod">
          <ac:chgData name="Parvathi Jayaprakash" userId="508e18e3ab4300d8" providerId="LiveId" clId="{60B5D45E-1B0A-4B26-BD4E-D13B1F577FD3}" dt="2022-12-20T11:35:29.529" v="2718" actId="1076"/>
          <ac:spMkLst>
            <pc:docMk/>
            <pc:sldMk cId="4200962872" sldId="411"/>
            <ac:spMk id="2" creationId="{B99A7F5D-A07F-9FD5-C48A-33E07EE896B8}"/>
          </ac:spMkLst>
        </pc:spChg>
        <pc:spChg chg="mod">
          <ac:chgData name="Parvathi Jayaprakash" userId="508e18e3ab4300d8" providerId="LiveId" clId="{60B5D45E-1B0A-4B26-BD4E-D13B1F577FD3}" dt="2022-12-20T11:35:43.065" v="2725" actId="20577"/>
          <ac:spMkLst>
            <pc:docMk/>
            <pc:sldMk cId="4200962872" sldId="411"/>
            <ac:spMk id="3" creationId="{DD90D9C3-A766-A159-1E4D-F854D19B26E7}"/>
          </ac:spMkLst>
        </pc:spChg>
      </pc:sldChg>
      <pc:sldChg chg="addSp modSp new mod modNotesTx">
        <pc:chgData name="Parvathi Jayaprakash" userId="508e18e3ab4300d8" providerId="LiveId" clId="{60B5D45E-1B0A-4B26-BD4E-D13B1F577FD3}" dt="2022-12-20T12:31:24.256" v="2849" actId="20577"/>
        <pc:sldMkLst>
          <pc:docMk/>
          <pc:sldMk cId="1652289789" sldId="412"/>
        </pc:sldMkLst>
        <pc:spChg chg="mod">
          <ac:chgData name="Parvathi Jayaprakash" userId="508e18e3ab4300d8" providerId="LiveId" clId="{60B5D45E-1B0A-4B26-BD4E-D13B1F577FD3}" dt="2022-12-20T12:29:54.522" v="2834" actId="1076"/>
          <ac:spMkLst>
            <pc:docMk/>
            <pc:sldMk cId="1652289789" sldId="412"/>
            <ac:spMk id="2" creationId="{4ED39CF1-4EFA-6069-A77A-14FCE61E03D3}"/>
          </ac:spMkLst>
        </pc:spChg>
        <pc:spChg chg="mod">
          <ac:chgData name="Parvathi Jayaprakash" userId="508e18e3ab4300d8" providerId="LiveId" clId="{60B5D45E-1B0A-4B26-BD4E-D13B1F577FD3}" dt="2022-12-20T12:29:57.231" v="2835" actId="14100"/>
          <ac:spMkLst>
            <pc:docMk/>
            <pc:sldMk cId="1652289789" sldId="412"/>
            <ac:spMk id="3" creationId="{3F8C6EC6-2030-C440-13B9-5FA9D7FA0896}"/>
          </ac:spMkLst>
        </pc:spChg>
        <pc:picChg chg="add mod">
          <ac:chgData name="Parvathi Jayaprakash" userId="508e18e3ab4300d8" providerId="LiveId" clId="{60B5D45E-1B0A-4B26-BD4E-D13B1F577FD3}" dt="2022-12-20T12:30:06.024" v="2838" actId="14100"/>
          <ac:picMkLst>
            <pc:docMk/>
            <pc:sldMk cId="1652289789" sldId="412"/>
            <ac:picMk id="5" creationId="{4FB95EB3-EC92-BB98-9FD8-A7F4A9DEE879}"/>
          </ac:picMkLst>
        </pc:picChg>
      </pc:sldChg>
      <pc:sldChg chg="addSp delSp modSp new mod">
        <pc:chgData name="Parvathi Jayaprakash" userId="508e18e3ab4300d8" providerId="LiveId" clId="{60B5D45E-1B0A-4B26-BD4E-D13B1F577FD3}" dt="2022-12-20T12:49:39.106" v="2900" actId="1076"/>
        <pc:sldMkLst>
          <pc:docMk/>
          <pc:sldMk cId="3986504850" sldId="413"/>
        </pc:sldMkLst>
        <pc:spChg chg="del mod">
          <ac:chgData name="Parvathi Jayaprakash" userId="508e18e3ab4300d8" providerId="LiveId" clId="{60B5D45E-1B0A-4B26-BD4E-D13B1F577FD3}" dt="2022-12-20T12:43:11.717" v="2855" actId="478"/>
          <ac:spMkLst>
            <pc:docMk/>
            <pc:sldMk cId="3986504850" sldId="413"/>
            <ac:spMk id="2" creationId="{3F301946-629E-7122-D044-0D6EAD841B3B}"/>
          </ac:spMkLst>
        </pc:spChg>
        <pc:spChg chg="del mod">
          <ac:chgData name="Parvathi Jayaprakash" userId="508e18e3ab4300d8" providerId="LiveId" clId="{60B5D45E-1B0A-4B26-BD4E-D13B1F577FD3}" dt="2022-12-20T12:47:04.839" v="2863" actId="478"/>
          <ac:spMkLst>
            <pc:docMk/>
            <pc:sldMk cId="3986504850" sldId="413"/>
            <ac:spMk id="3" creationId="{35A9DDFD-4465-0929-92E7-ABA3C70E2789}"/>
          </ac:spMkLst>
        </pc:spChg>
        <pc:spChg chg="add mod">
          <ac:chgData name="Parvathi Jayaprakash" userId="508e18e3ab4300d8" providerId="LiveId" clId="{60B5D45E-1B0A-4B26-BD4E-D13B1F577FD3}" dt="2022-12-20T12:49:39.106" v="2900" actId="1076"/>
          <ac:spMkLst>
            <pc:docMk/>
            <pc:sldMk cId="3986504850" sldId="413"/>
            <ac:spMk id="7" creationId="{9140C105-E088-965D-07AE-DA2027173BCA}"/>
          </ac:spMkLst>
        </pc:spChg>
        <pc:graphicFrameChg chg="add mod">
          <ac:chgData name="Parvathi Jayaprakash" userId="508e18e3ab4300d8" providerId="LiveId" clId="{60B5D45E-1B0A-4B26-BD4E-D13B1F577FD3}" dt="2022-12-20T12:48:45.552" v="2873" actId="1076"/>
          <ac:graphicFrameMkLst>
            <pc:docMk/>
            <pc:sldMk cId="3986504850" sldId="413"/>
            <ac:graphicFrameMk id="6" creationId="{43DBBE47-7F54-3D72-EF76-AA58D45F844C}"/>
          </ac:graphicFrameMkLst>
        </pc:graphicFrameChg>
        <pc:picChg chg="add del mod">
          <ac:chgData name="Parvathi Jayaprakash" userId="508e18e3ab4300d8" providerId="LiveId" clId="{60B5D45E-1B0A-4B26-BD4E-D13B1F577FD3}" dt="2022-12-20T12:49:01.757" v="2874" actId="478"/>
          <ac:picMkLst>
            <pc:docMk/>
            <pc:sldMk cId="3986504850" sldId="413"/>
            <ac:picMk id="5" creationId="{41C70AB4-1A92-1350-83D0-E9B9422166A5}"/>
          </ac:picMkLst>
        </pc:picChg>
        <pc:picChg chg="add mod">
          <ac:chgData name="Parvathi Jayaprakash" userId="508e18e3ab4300d8" providerId="LiveId" clId="{60B5D45E-1B0A-4B26-BD4E-D13B1F577FD3}" dt="2022-12-20T12:46:59.835" v="2861" actId="1076"/>
          <ac:picMkLst>
            <pc:docMk/>
            <pc:sldMk cId="3986504850" sldId="413"/>
            <ac:picMk id="1026" creationId="{F797B688-3B89-6B6A-277B-380352C28A81}"/>
          </ac:picMkLst>
        </pc:picChg>
      </pc:sldChg>
      <pc:sldMasterChg chg="delSldLayout">
        <pc:chgData name="Parvathi Jayaprakash" userId="508e18e3ab4300d8" providerId="LiveId" clId="{60B5D45E-1B0A-4B26-BD4E-D13B1F577FD3}" dt="2022-12-14T04:58:07.756" v="1967" actId="47"/>
        <pc:sldMasterMkLst>
          <pc:docMk/>
          <pc:sldMasterMk cId="3258813142" sldId="2147483648"/>
        </pc:sldMasterMkLst>
        <pc:sldLayoutChg chg="del">
          <pc:chgData name="Parvathi Jayaprakash" userId="508e18e3ab4300d8" providerId="LiveId" clId="{60B5D45E-1B0A-4B26-BD4E-D13B1F577FD3}" dt="2022-12-14T04:58:04.750" v="1961" actId="47"/>
          <pc:sldLayoutMkLst>
            <pc:docMk/>
            <pc:sldMasterMk cId="3258813142" sldId="2147483648"/>
            <pc:sldLayoutMk cId="2067042394" sldId="2147483661"/>
          </pc:sldLayoutMkLst>
        </pc:sldLayoutChg>
        <pc:sldLayoutChg chg="del">
          <pc:chgData name="Parvathi Jayaprakash" userId="508e18e3ab4300d8" providerId="LiveId" clId="{60B5D45E-1B0A-4B26-BD4E-D13B1F577FD3}" dt="2022-12-14T04:58:07.756" v="1967" actId="47"/>
          <pc:sldLayoutMkLst>
            <pc:docMk/>
            <pc:sldMasterMk cId="3258813142" sldId="2147483648"/>
            <pc:sldLayoutMk cId="3253500886" sldId="214748366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05E353-2BFB-4831-BA55-C944FB904DAB}" type="datetimeFigureOut">
              <a:rPr lang="en-IN" smtClean="0"/>
              <a:t>21-12-2022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73FE88-1F99-44FE-A430-FB76CE148D8D}" type="slidenum">
              <a:rPr lang="en-IN" smtClean="0"/>
              <a:t>‹#›</a:t>
            </a:fld>
            <a:endParaRPr lang="en-IN"/>
          </a:p>
        </p:txBody>
      </p:sp>
    </p:spTree>
    <p:extLst>
      <p:ext uri="{BB962C8B-B14F-4D97-AF65-F5344CB8AC3E}">
        <p14:creationId xmlns:p14="http://schemas.microsoft.com/office/powerpoint/2010/main" val="3642822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8280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rgbClr val="000000"/>
                </a:solidFill>
                <a:latin typeface="Lato" panose="020F0502020204030203" pitchFamily="34" charset="0"/>
                <a:ea typeface="Lato" panose="020F0502020204030203" pitchFamily="34" charset="0"/>
                <a:cs typeface="Lato" panose="020F0502020204030203" pitchFamily="34" charset="0"/>
              </a:rPr>
              <a:t>is marketing done through the internet on online channels. </a:t>
            </a:r>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3</a:t>
            </a:fld>
            <a:endParaRPr lang="en-IN"/>
          </a:p>
        </p:txBody>
      </p:sp>
    </p:spTree>
    <p:extLst>
      <p:ext uri="{BB962C8B-B14F-4D97-AF65-F5344CB8AC3E}">
        <p14:creationId xmlns:p14="http://schemas.microsoft.com/office/powerpoint/2010/main" val="3013867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4D5156"/>
                </a:solidFill>
                <a:effectLst/>
                <a:latin typeface="arial" panose="020B0604020202020204" pitchFamily="34" charset="0"/>
              </a:rPr>
              <a:t>In </a:t>
            </a:r>
            <a:r>
              <a:rPr lang="en-GB" b="0" i="0" dirty="0" err="1">
                <a:solidFill>
                  <a:srgbClr val="4D5156"/>
                </a:solidFill>
                <a:effectLst/>
                <a:latin typeface="arial" panose="020B0604020202020204" pitchFamily="34" charset="0"/>
              </a:rPr>
              <a:t>geomarketing</a:t>
            </a:r>
            <a:r>
              <a:rPr lang="en-GB" b="0" i="0" dirty="0">
                <a:solidFill>
                  <a:srgbClr val="4D5156"/>
                </a:solidFill>
                <a:effectLst/>
                <a:latin typeface="arial" panose="020B0604020202020204" pitchFamily="34" charset="0"/>
              </a:rPr>
              <a:t> and internet marketing, geotargeting is the method of delivering different content to visitors based on their geolocation. </a:t>
            </a:r>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4</a:t>
            </a:fld>
            <a:endParaRPr lang="en-IN"/>
          </a:p>
        </p:txBody>
      </p:sp>
    </p:spTree>
    <p:extLst>
      <p:ext uri="{BB962C8B-B14F-4D97-AF65-F5344CB8AC3E}">
        <p14:creationId xmlns:p14="http://schemas.microsoft.com/office/powerpoint/2010/main" val="1342766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Users want information in less than three seconds, and if it takes longer than that, you risk losing visitors to a competitor’s site.</a:t>
            </a:r>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8</a:t>
            </a:fld>
            <a:endParaRPr lang="en-IN"/>
          </a:p>
        </p:txBody>
      </p:sp>
    </p:spTree>
    <p:extLst>
      <p:ext uri="{BB962C8B-B14F-4D97-AF65-F5344CB8AC3E}">
        <p14:creationId xmlns:p14="http://schemas.microsoft.com/office/powerpoint/2010/main" val="1201613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9</a:t>
            </a:fld>
            <a:endParaRPr lang="en-IN"/>
          </a:p>
        </p:txBody>
      </p:sp>
    </p:spTree>
    <p:extLst>
      <p:ext uri="{BB962C8B-B14F-4D97-AF65-F5344CB8AC3E}">
        <p14:creationId xmlns:p14="http://schemas.microsoft.com/office/powerpoint/2010/main" val="215514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20</a:t>
            </a:fld>
            <a:endParaRPr lang="en-IN"/>
          </a:p>
        </p:txBody>
      </p:sp>
    </p:spTree>
    <p:extLst>
      <p:ext uri="{BB962C8B-B14F-4D97-AF65-F5344CB8AC3E}">
        <p14:creationId xmlns:p14="http://schemas.microsoft.com/office/powerpoint/2010/main" val="774595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21</a:t>
            </a:fld>
            <a:endParaRPr lang="en-IN"/>
          </a:p>
        </p:txBody>
      </p:sp>
    </p:spTree>
    <p:extLst>
      <p:ext uri="{BB962C8B-B14F-4D97-AF65-F5344CB8AC3E}">
        <p14:creationId xmlns:p14="http://schemas.microsoft.com/office/powerpoint/2010/main" val="180617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is CRM?</a:t>
            </a:r>
          </a:p>
          <a:p>
            <a:r>
              <a:rPr lang="en-IN" dirty="0"/>
              <a:t>What are the procedures involved in CRM?</a:t>
            </a:r>
          </a:p>
          <a:p>
            <a:r>
              <a:rPr lang="en-IN" dirty="0"/>
              <a:t>How is technology supporting the function?</a:t>
            </a:r>
          </a:p>
          <a:p>
            <a:r>
              <a:rPr lang="en-IN" dirty="0"/>
              <a:t>Compare with traditional methods of CRM</a:t>
            </a:r>
          </a:p>
          <a:p>
            <a:r>
              <a:rPr lang="en-IN" dirty="0"/>
              <a:t>Advantages of </a:t>
            </a:r>
            <a:r>
              <a:rPr lang="en-IN" dirty="0" err="1"/>
              <a:t>eCRM</a:t>
            </a:r>
            <a:r>
              <a:rPr lang="en-IN" dirty="0"/>
              <a:t>?</a:t>
            </a:r>
          </a:p>
          <a:p>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23</a:t>
            </a:fld>
            <a:endParaRPr lang="en-IN"/>
          </a:p>
        </p:txBody>
      </p:sp>
    </p:spTree>
    <p:extLst>
      <p:ext uri="{BB962C8B-B14F-4D97-AF65-F5344CB8AC3E}">
        <p14:creationId xmlns:p14="http://schemas.microsoft.com/office/powerpoint/2010/main" val="2802016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25</a:t>
            </a:fld>
            <a:endParaRPr lang="en-IN"/>
          </a:p>
        </p:txBody>
      </p:sp>
    </p:spTree>
    <p:extLst>
      <p:ext uri="{BB962C8B-B14F-4D97-AF65-F5344CB8AC3E}">
        <p14:creationId xmlns:p14="http://schemas.microsoft.com/office/powerpoint/2010/main" val="3840926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Customer Information Environment In the first stage, building up of a customer information environment and acting on it forms the starting point. It consists of Metrics programmes, Customer information repository, and monitoring customer behaviours. </a:t>
            </a:r>
          </a:p>
          <a:p>
            <a:r>
              <a:rPr lang="en-GB" dirty="0"/>
              <a:t>Customer Value Orientation In the second stage, operational effectiveness is the focus. Customers want value for their money. They believe that they have got value, when the perceived benefits they receive from something exceed the costs of owning it. </a:t>
            </a:r>
          </a:p>
          <a:p>
            <a:r>
              <a:rPr lang="en-GB" dirty="0"/>
              <a:t>Customer Loyalty In the third stage, the focus is on the integration of internal process of the organization with the customer in creating a community. Moving costly customer services to the Internet is critical to staying competitive. Providing customer services on the Internet means a lot more than just having a website. With the users demanding more services via the Internet, leading companies have realized the importance of their e-services strategies on the Web.</a:t>
            </a:r>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27</a:t>
            </a:fld>
            <a:endParaRPr lang="en-IN"/>
          </a:p>
        </p:txBody>
      </p:sp>
    </p:spTree>
    <p:extLst>
      <p:ext uri="{BB962C8B-B14F-4D97-AF65-F5344CB8AC3E}">
        <p14:creationId xmlns:p14="http://schemas.microsoft.com/office/powerpoint/2010/main" val="3274611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Transference is, ascribing the characteristics of one person to another, often at a subconscious level. This may be the result of similarities in appearance, style of speech, or mannerisms and can be a positive or a negative factor in the sales and customer-relations process. For example, a salesman may subconsciously remind a woman of a trusted relative, and she will instinctively believe everything he says. Conversely, the same salesman could remind her of an unscrupulous salesperson she dealt with in the past, and she develops the same negative attitude towards this one</a:t>
            </a:r>
          </a:p>
          <a:p>
            <a:endParaRPr lang="en-GB" dirty="0"/>
          </a:p>
          <a:p>
            <a:r>
              <a:rPr lang="en-GB" dirty="0"/>
              <a:t>Reducing Cost Per Contact</a:t>
            </a:r>
          </a:p>
          <a:p>
            <a:r>
              <a:rPr lang="en-GB" dirty="0"/>
              <a:t>Decreasing Development Time</a:t>
            </a:r>
          </a:p>
          <a:p>
            <a:r>
              <a:rPr lang="en-GB" dirty="0"/>
              <a:t>Creating Emotional Bonds</a:t>
            </a:r>
          </a:p>
          <a:p>
            <a:r>
              <a:rPr lang="en-GB" dirty="0"/>
              <a:t>Presenting Emotive Content</a:t>
            </a:r>
          </a:p>
          <a:p>
            <a:r>
              <a:rPr lang="en-GB" dirty="0"/>
              <a:t>Displaying Empathy</a:t>
            </a:r>
          </a:p>
          <a:p>
            <a:r>
              <a:rPr lang="en-GB" dirty="0"/>
              <a:t>Reducing Human Error</a:t>
            </a:r>
          </a:p>
          <a:p>
            <a:r>
              <a:rPr lang="en-GB" dirty="0"/>
              <a:t>Increasing Flexibility</a:t>
            </a:r>
          </a:p>
          <a:p>
            <a:r>
              <a:rPr lang="en-GB" dirty="0"/>
              <a:t>Improving Interactivity</a:t>
            </a:r>
          </a:p>
          <a:p>
            <a:r>
              <a:rPr lang="en-GB" dirty="0"/>
              <a:t>Increasing Continuity</a:t>
            </a:r>
          </a:p>
          <a:p>
            <a:r>
              <a:rPr lang="en-GB" dirty="0"/>
              <a:t>Adding a Personal Touch</a:t>
            </a:r>
          </a:p>
          <a:p>
            <a:r>
              <a:rPr lang="en-GB" dirty="0"/>
              <a:t>Communicating Personality</a:t>
            </a:r>
          </a:p>
          <a:p>
            <a:r>
              <a:rPr lang="en-GB" dirty="0"/>
              <a:t>Increasing Quality</a:t>
            </a:r>
          </a:p>
          <a:p>
            <a:r>
              <a:rPr lang="en-GB" dirty="0"/>
              <a:t>Providing Reassurance</a:t>
            </a:r>
          </a:p>
          <a:p>
            <a:r>
              <a:rPr lang="en-GB" dirty="0"/>
              <a:t>Increasing Reliability</a:t>
            </a:r>
          </a:p>
          <a:p>
            <a:r>
              <a:rPr lang="en-GB" dirty="0"/>
              <a:t>Improving Responsiveness</a:t>
            </a:r>
          </a:p>
          <a:p>
            <a:r>
              <a:rPr lang="en-GB" dirty="0"/>
              <a:t>Improving Return on Investment (ROI)</a:t>
            </a:r>
          </a:p>
          <a:p>
            <a:r>
              <a:rPr lang="en-GB" dirty="0"/>
              <a:t>Increasing Scalability</a:t>
            </a:r>
          </a:p>
          <a:p>
            <a:r>
              <a:rPr lang="en-GB" dirty="0"/>
              <a:t>Controlling Transference</a:t>
            </a:r>
          </a:p>
          <a:p>
            <a:r>
              <a:rPr lang="en-GB" dirty="0"/>
              <a:t>Decreasing Variability</a:t>
            </a:r>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28</a:t>
            </a:fld>
            <a:endParaRPr lang="en-IN"/>
          </a:p>
        </p:txBody>
      </p:sp>
    </p:spTree>
    <p:extLst>
      <p:ext uri="{BB962C8B-B14F-4D97-AF65-F5344CB8AC3E}">
        <p14:creationId xmlns:p14="http://schemas.microsoft.com/office/powerpoint/2010/main" val="3965466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order to bring true customer management across online business, one need the E- CRM products to fulfil the following:</a:t>
            </a:r>
          </a:p>
          <a:p>
            <a:r>
              <a:rPr lang="en-GB" dirty="0"/>
              <a:t>Content Is the system delivering the contents a customer wants to see? How is it being managed on the IT platform? </a:t>
            </a:r>
          </a:p>
          <a:p>
            <a:r>
              <a:rPr lang="en-GB" dirty="0"/>
              <a:t>Storefront and Merchandising Services With large numbers of visitors failing to complete transaction at the checkout, it is needed to ensure that your storefront services propel your customers to the cash point. </a:t>
            </a:r>
          </a:p>
          <a:p>
            <a:r>
              <a:rPr lang="en-GB" dirty="0"/>
              <a:t>E-mail Management Are e-mail campaigns focussed to provide an offer that customer cannot refuse? How are these tied in with websites so that customers enjoy a seamless experience? </a:t>
            </a:r>
          </a:p>
          <a:p>
            <a:r>
              <a:rPr lang="en-GB" dirty="0"/>
              <a:t>Customer Management Is the company managing data across all the sales and marketing functions to its best? </a:t>
            </a:r>
          </a:p>
          <a:p>
            <a:r>
              <a:rPr lang="en-GB" dirty="0"/>
              <a:t>E-marketing How well are e-marketing efforts targeted? How well do they combine with online selling operation? </a:t>
            </a:r>
          </a:p>
          <a:p>
            <a:r>
              <a:rPr lang="en-GB" dirty="0"/>
              <a:t>Assisted Selling how assisted selling can enhance the shopping experience and achieve business success. But what assisted selling approach will work best for any company</a:t>
            </a:r>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29</a:t>
            </a:fld>
            <a:endParaRPr lang="en-IN"/>
          </a:p>
        </p:txBody>
      </p:sp>
    </p:spTree>
    <p:extLst>
      <p:ext uri="{BB962C8B-B14F-4D97-AF65-F5344CB8AC3E}">
        <p14:creationId xmlns:p14="http://schemas.microsoft.com/office/powerpoint/2010/main" val="3790209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is supply chain? </a:t>
            </a:r>
          </a:p>
        </p:txBody>
      </p:sp>
      <p:sp>
        <p:nvSpPr>
          <p:cNvPr id="4" name="Slide Number Placeholder 3"/>
          <p:cNvSpPr>
            <a:spLocks noGrp="1"/>
          </p:cNvSpPr>
          <p:nvPr>
            <p:ph type="sldNum" sz="quarter" idx="5"/>
          </p:nvPr>
        </p:nvSpPr>
        <p:spPr/>
        <p:txBody>
          <a:bodyPr/>
          <a:lstStyle/>
          <a:p>
            <a:fld id="{4A73FE88-1F99-44FE-A430-FB76CE148D8D}" type="slidenum">
              <a:rPr lang="en-IN" smtClean="0"/>
              <a:t>33</a:t>
            </a:fld>
            <a:endParaRPr lang="en-IN"/>
          </a:p>
        </p:txBody>
      </p:sp>
    </p:spTree>
    <p:extLst>
      <p:ext uri="{BB962C8B-B14F-4D97-AF65-F5344CB8AC3E}">
        <p14:creationId xmlns:p14="http://schemas.microsoft.com/office/powerpoint/2010/main" val="3336023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https://youtu.be/hht6RsV7d40</a:t>
            </a:r>
          </a:p>
        </p:txBody>
      </p:sp>
      <p:sp>
        <p:nvSpPr>
          <p:cNvPr id="4" name="Slide Number Placeholder 3"/>
          <p:cNvSpPr>
            <a:spLocks noGrp="1"/>
          </p:cNvSpPr>
          <p:nvPr>
            <p:ph type="sldNum" sz="quarter" idx="5"/>
          </p:nvPr>
        </p:nvSpPr>
        <p:spPr/>
        <p:txBody>
          <a:bodyPr/>
          <a:lstStyle/>
          <a:p>
            <a:fld id="{4A73FE88-1F99-44FE-A430-FB76CE148D8D}" type="slidenum">
              <a:rPr lang="en-IN" smtClean="0"/>
              <a:t>37</a:t>
            </a:fld>
            <a:endParaRPr lang="en-IN"/>
          </a:p>
        </p:txBody>
      </p:sp>
    </p:spTree>
    <p:extLst>
      <p:ext uri="{BB962C8B-B14F-4D97-AF65-F5344CB8AC3E}">
        <p14:creationId xmlns:p14="http://schemas.microsoft.com/office/powerpoint/2010/main" val="1193507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38</a:t>
            </a:fld>
            <a:endParaRPr lang="en-IN"/>
          </a:p>
        </p:txBody>
      </p:sp>
    </p:spTree>
    <p:extLst>
      <p:ext uri="{BB962C8B-B14F-4D97-AF65-F5344CB8AC3E}">
        <p14:creationId xmlns:p14="http://schemas.microsoft.com/office/powerpoint/2010/main" val="2334113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Advanced Scheduling and Manufacturing Planning Programme This automated programme provides detailed coordination of all manufacturing and supply efforts based on individual customer orders. Scheduling is based on real-time analysis of changing constraints throughout the process, from equipment malfunctioning to supply interruptions. Scheduling creates job schedules for managing the manufacturing process as well as logistics.</a:t>
            </a:r>
          </a:p>
          <a:p>
            <a:endParaRPr lang="en-GB" dirty="0"/>
          </a:p>
          <a:p>
            <a:r>
              <a:rPr lang="en-GB" dirty="0"/>
              <a:t> Demand Forecasting Programme This module supports a range of statistical tools and business forecasting techniques. It constantly takes into account changing market scenarios and economic factors while making decisions. </a:t>
            </a:r>
          </a:p>
          <a:p>
            <a:endParaRPr lang="en-GB" dirty="0"/>
          </a:p>
          <a:p>
            <a:r>
              <a:rPr lang="en-GB" dirty="0"/>
              <a:t>Transportation Logistics Programme This programme facilitates resource allocation and execution to ensure that materials and finished goods are delivered at the right time and at the right place, according to the planning schedule, at minimal cost. It considers such variables as transportation mode and availability of each mode such as airlines, trains, and trucks. </a:t>
            </a:r>
          </a:p>
          <a:p>
            <a:endParaRPr lang="en-GB" dirty="0"/>
          </a:p>
          <a:p>
            <a:r>
              <a:rPr lang="en-GB" dirty="0"/>
              <a:t>Distribution Planning Programme This is integrated with demand forecasting, manufacturing schedules and transportation logistics to reach the customer. </a:t>
            </a:r>
          </a:p>
          <a:p>
            <a:endParaRPr lang="en-GB" dirty="0"/>
          </a:p>
          <a:p>
            <a:r>
              <a:rPr lang="en-GB" dirty="0"/>
              <a:t>Order Commitment Order commitment is linked to all the other modules so that accurate delivery of goods and services can be guaranteed. </a:t>
            </a:r>
            <a:endParaRPr lang="en-IN" dirty="0"/>
          </a:p>
        </p:txBody>
      </p:sp>
      <p:sp>
        <p:nvSpPr>
          <p:cNvPr id="4" name="Slide Number Placeholder 3"/>
          <p:cNvSpPr>
            <a:spLocks noGrp="1"/>
          </p:cNvSpPr>
          <p:nvPr>
            <p:ph type="sldNum" sz="quarter" idx="5"/>
          </p:nvPr>
        </p:nvSpPr>
        <p:spPr/>
        <p:txBody>
          <a:bodyPr/>
          <a:lstStyle/>
          <a:p>
            <a:fld id="{4A73FE88-1F99-44FE-A430-FB76CE148D8D}" type="slidenum">
              <a:rPr lang="en-IN" smtClean="0"/>
              <a:t>39</a:t>
            </a:fld>
            <a:endParaRPr lang="en-IN"/>
          </a:p>
        </p:txBody>
      </p:sp>
    </p:spTree>
    <p:extLst>
      <p:ext uri="{BB962C8B-B14F-4D97-AF65-F5344CB8AC3E}">
        <p14:creationId xmlns:p14="http://schemas.microsoft.com/office/powerpoint/2010/main" val="1560556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A2FB-0F69-9753-3535-1A5E4DAB17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199AE11-DB14-B731-001A-0C0B643458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576897-A8FA-E678-7603-15124D4CD96A}"/>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5" name="Footer Placeholder 4">
            <a:extLst>
              <a:ext uri="{FF2B5EF4-FFF2-40B4-BE49-F238E27FC236}">
                <a16:creationId xmlns:a16="http://schemas.microsoft.com/office/drawing/2014/main" id="{E88333B7-C147-83DE-B744-65BE4D15DA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E7C8E7-CB06-0C2E-77B7-F0222797D40A}"/>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304778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A6995-0B6B-4A83-B70F-C48A1CE267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FA48DB-70E6-FC1D-14C7-B624924937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C0D47C-CBA3-F93D-86E5-21E16F804969}"/>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5" name="Footer Placeholder 4">
            <a:extLst>
              <a:ext uri="{FF2B5EF4-FFF2-40B4-BE49-F238E27FC236}">
                <a16:creationId xmlns:a16="http://schemas.microsoft.com/office/drawing/2014/main" id="{84E10188-0E61-5266-D73C-54ED125CD5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42E11C-2593-6C9F-0E48-20ED08785028}"/>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125945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E81A1-8E9C-7389-FE15-ED6151A2A2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52C210-FC72-9AD9-C974-904DF12CAF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9E029E-3861-7B6C-7179-49B07372C15C}"/>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5" name="Footer Placeholder 4">
            <a:extLst>
              <a:ext uri="{FF2B5EF4-FFF2-40B4-BE49-F238E27FC236}">
                <a16:creationId xmlns:a16="http://schemas.microsoft.com/office/drawing/2014/main" id="{345B71F8-09AA-8736-8A3F-638AC48BC8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37840B-9F03-E20A-A54C-DEC95CBEA656}"/>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592758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4EE42-DFAC-046C-C5B6-E81D49F058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C636AC-0C6A-5BFA-40EB-A2D7277458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D14823-5717-EC13-FFC3-20B0F0A2D0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93E79D-8586-7F00-5060-1020866FE6F7}"/>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6" name="Footer Placeholder 5">
            <a:extLst>
              <a:ext uri="{FF2B5EF4-FFF2-40B4-BE49-F238E27FC236}">
                <a16:creationId xmlns:a16="http://schemas.microsoft.com/office/drawing/2014/main" id="{C465B8DF-77CD-22DC-3066-51754F0FD3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533BF1-F6F5-BF82-682A-FEBB70EB34F5}"/>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2303027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554C3-30EC-5996-4ECA-70763EA073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F83282-CFD5-27E5-8827-952FE2495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9FF466-1FE4-D590-07FE-0C3635A0D3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9F469F-B125-A1FB-E2E0-49A3D62177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ED8992-E856-628E-A469-10F7ACD77E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6E66D4-9143-50E4-90C2-DDE2EFEE7958}"/>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8" name="Footer Placeholder 7">
            <a:extLst>
              <a:ext uri="{FF2B5EF4-FFF2-40B4-BE49-F238E27FC236}">
                <a16:creationId xmlns:a16="http://schemas.microsoft.com/office/drawing/2014/main" id="{8D28C5C7-F8FC-C959-35EC-22DA7EB0BB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A985A9-03A0-645E-32AD-E36C7419EF3A}"/>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498652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C597E-60A1-D41E-A252-77174833E9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2F1F2E-CAE9-CF74-7A53-F7CF26BB6FC5}"/>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4" name="Footer Placeholder 3">
            <a:extLst>
              <a:ext uri="{FF2B5EF4-FFF2-40B4-BE49-F238E27FC236}">
                <a16:creationId xmlns:a16="http://schemas.microsoft.com/office/drawing/2014/main" id="{A93CD39A-433E-DB67-FBF1-AAA3AD96C78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FC174D-E605-5F9B-C6A0-70C77A940299}"/>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3573102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C810E8-58E3-262E-E9CB-8C836E3DD673}"/>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3" name="Footer Placeholder 2">
            <a:extLst>
              <a:ext uri="{FF2B5EF4-FFF2-40B4-BE49-F238E27FC236}">
                <a16:creationId xmlns:a16="http://schemas.microsoft.com/office/drawing/2014/main" id="{1E8B4EF4-879E-A275-B311-8EF53B6351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C75CDC2-5F7E-CA5A-D776-6EE65EDE39A6}"/>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1376046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97553-856B-2FF4-7C23-E0AF0A2867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4F47344-2166-C9AF-3503-ECFCF84379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292ECD-8527-A95B-8C01-89CD7DF783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A0E0E0-89CC-A9BB-3AEB-AAF006DB23EB}"/>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6" name="Footer Placeholder 5">
            <a:extLst>
              <a:ext uri="{FF2B5EF4-FFF2-40B4-BE49-F238E27FC236}">
                <a16:creationId xmlns:a16="http://schemas.microsoft.com/office/drawing/2014/main" id="{BFB7A2B7-A56D-1FBF-8361-FCFA1B59E5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E14B3B-13CF-563A-FC48-15FBD0120A35}"/>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1327330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1CDF3-13CF-7108-1282-33CBEC1CF1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098A95-6820-7579-0B56-0760A8C7D4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86E0E50-2C3F-1C7C-D3F5-34004FC97D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745FB6-746C-5373-8D01-1EF1A2F6570A}"/>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6" name="Footer Placeholder 5">
            <a:extLst>
              <a:ext uri="{FF2B5EF4-FFF2-40B4-BE49-F238E27FC236}">
                <a16:creationId xmlns:a16="http://schemas.microsoft.com/office/drawing/2014/main" id="{80DE18F2-7B50-F6EA-3B74-2E75D68B76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64DB52-B339-AD17-BFDB-6FA8A3F75CCF}"/>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1018925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3E50F-247D-D036-8FCE-CA958FE015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04EA21-5138-A79D-8C07-C89FE7F4AB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CC39C3-2FFE-C245-9A0D-FA39366D8E38}"/>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5" name="Footer Placeholder 4">
            <a:extLst>
              <a:ext uri="{FF2B5EF4-FFF2-40B4-BE49-F238E27FC236}">
                <a16:creationId xmlns:a16="http://schemas.microsoft.com/office/drawing/2014/main" id="{881E4506-C4B0-818F-7598-DC98C7A63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136E90-6920-CB2F-A290-3B41CD0B1E20}"/>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1467479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216E9B-07D0-572A-08B3-5866D1D4F6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545F3C-86F6-1066-EE87-0A1D5EFB63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A4B54D-F0FF-19D6-2264-01E6CB6D9E17}"/>
              </a:ext>
            </a:extLst>
          </p:cNvPr>
          <p:cNvSpPr>
            <a:spLocks noGrp="1"/>
          </p:cNvSpPr>
          <p:nvPr>
            <p:ph type="dt" sz="half" idx="10"/>
          </p:nvPr>
        </p:nvSpPr>
        <p:spPr/>
        <p:txBody>
          <a:bodyPr/>
          <a:lstStyle/>
          <a:p>
            <a:fld id="{C91D4E4E-A8F6-4F72-B1A0-73EE0FE883C7}" type="datetimeFigureOut">
              <a:rPr lang="en-IN" smtClean="0"/>
              <a:t>21-12-2022</a:t>
            </a:fld>
            <a:endParaRPr lang="en-IN"/>
          </a:p>
        </p:txBody>
      </p:sp>
      <p:sp>
        <p:nvSpPr>
          <p:cNvPr id="5" name="Footer Placeholder 4">
            <a:extLst>
              <a:ext uri="{FF2B5EF4-FFF2-40B4-BE49-F238E27FC236}">
                <a16:creationId xmlns:a16="http://schemas.microsoft.com/office/drawing/2014/main" id="{B42F3D33-AD0B-4964-5961-009A0BB442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F6720C-79CB-A556-CF39-9E115A20928D}"/>
              </a:ext>
            </a:extLst>
          </p:cNvPr>
          <p:cNvSpPr>
            <a:spLocks noGrp="1"/>
          </p:cNvSpPr>
          <p:nvPr>
            <p:ph type="sldNum" sz="quarter" idx="12"/>
          </p:nvPr>
        </p:nvSpPr>
        <p:spPr/>
        <p:txBody>
          <a:bodyPr/>
          <a:lstStyle/>
          <a:p>
            <a:fld id="{A7EE708B-6D6C-46A6-AB0B-464C46001F6E}" type="slidenum">
              <a:rPr lang="en-IN" smtClean="0"/>
              <a:t>‹#›</a:t>
            </a:fld>
            <a:endParaRPr lang="en-IN"/>
          </a:p>
        </p:txBody>
      </p:sp>
    </p:spTree>
    <p:extLst>
      <p:ext uri="{BB962C8B-B14F-4D97-AF65-F5344CB8AC3E}">
        <p14:creationId xmlns:p14="http://schemas.microsoft.com/office/powerpoint/2010/main" val="3721384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2" y="0"/>
            <a:ext cx="5460903" cy="6858000"/>
          </a:xfrm>
          <a:prstGeom prst="rect">
            <a:avLst/>
          </a:prstGeom>
          <a:noFill/>
          <a:ln>
            <a:noFill/>
          </a:ln>
        </p:spPr>
      </p:pic>
      <p:sp>
        <p:nvSpPr>
          <p:cNvPr id="11" name="Google Shape;11;p2"/>
          <p:cNvSpPr txBox="1">
            <a:spLocks noGrp="1"/>
          </p:cNvSpPr>
          <p:nvPr>
            <p:ph type="ctrTitle"/>
          </p:nvPr>
        </p:nvSpPr>
        <p:spPr>
          <a:xfrm>
            <a:off x="4277500" y="4382967"/>
            <a:ext cx="7000400" cy="15464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1pPr>
            <a:lvl2pPr lvl="1"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2pPr>
            <a:lvl3pPr lvl="2"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3pPr>
            <a:lvl4pPr lvl="3"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4pPr>
            <a:lvl5pPr lvl="4"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5pPr>
            <a:lvl6pPr lvl="5"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6pPr>
            <a:lvl7pPr lvl="6"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7pPr>
            <a:lvl8pPr lvl="7"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8pPr>
            <a:lvl9pPr lvl="8"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9pPr>
          </a:lstStyle>
          <a:p>
            <a:endParaRPr/>
          </a:p>
        </p:txBody>
      </p:sp>
      <p:pic>
        <p:nvPicPr>
          <p:cNvPr id="2" name="Picture 4" descr="Symbiosis Institute of Business Management, Bengaluru - Wikipedia">
            <a:extLst>
              <a:ext uri="{FF2B5EF4-FFF2-40B4-BE49-F238E27FC236}">
                <a16:creationId xmlns:a16="http://schemas.microsoft.com/office/drawing/2014/main" id="{56764408-EA9F-2188-8076-5FCA54354EF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951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12192000" cy="6858000"/>
          </a:xfrm>
          <a:prstGeom prst="rect">
            <a:avLst/>
          </a:prstGeom>
          <a:noFill/>
          <a:ln>
            <a:noFill/>
          </a:ln>
        </p:spPr>
      </p:pic>
      <p:sp>
        <p:nvSpPr>
          <p:cNvPr id="23" name="Google Shape;23;p5"/>
          <p:cNvSpPr txBox="1">
            <a:spLocks noGrp="1"/>
          </p:cNvSpPr>
          <p:nvPr>
            <p:ph type="title"/>
          </p:nvPr>
        </p:nvSpPr>
        <p:spPr>
          <a:xfrm>
            <a:off x="609600" y="1798633"/>
            <a:ext cx="7348400" cy="1143200"/>
          </a:xfrm>
          <a:prstGeom prst="rect">
            <a:avLst/>
          </a:prstGeom>
        </p:spPr>
        <p:txBody>
          <a:bodyPr spcFirstLastPara="1" wrap="square" lIns="91425" tIns="91425" rIns="91425" bIns="91425" anchor="b" anchorCtr="0">
            <a:noAutofit/>
          </a:bodyPr>
          <a:lstStyle>
            <a:lvl1pPr lvl="0">
              <a:spcBef>
                <a:spcPts val="0"/>
              </a:spcBef>
              <a:spcAft>
                <a:spcPts val="0"/>
              </a:spcAft>
              <a:buSzPts val="4800"/>
              <a:buFont typeface="Lato"/>
              <a:buNone/>
              <a:defRPr>
                <a:latin typeface="Lato"/>
                <a:ea typeface="Lato"/>
                <a:cs typeface="Lato"/>
                <a:sym typeface="Lato"/>
              </a:defRPr>
            </a:lvl1pPr>
            <a:lvl2pPr lvl="1">
              <a:spcBef>
                <a:spcPts val="0"/>
              </a:spcBef>
              <a:spcAft>
                <a:spcPts val="0"/>
              </a:spcAft>
              <a:buSzPts val="4800"/>
              <a:buFont typeface="Lato"/>
              <a:buNone/>
              <a:defRPr>
                <a:latin typeface="Lato"/>
                <a:ea typeface="Lato"/>
                <a:cs typeface="Lato"/>
                <a:sym typeface="Lato"/>
              </a:defRPr>
            </a:lvl2pPr>
            <a:lvl3pPr lvl="2">
              <a:spcBef>
                <a:spcPts val="0"/>
              </a:spcBef>
              <a:spcAft>
                <a:spcPts val="0"/>
              </a:spcAft>
              <a:buSzPts val="4800"/>
              <a:buFont typeface="Lato"/>
              <a:buNone/>
              <a:defRPr>
                <a:latin typeface="Lato"/>
                <a:ea typeface="Lato"/>
                <a:cs typeface="Lato"/>
                <a:sym typeface="Lato"/>
              </a:defRPr>
            </a:lvl3pPr>
            <a:lvl4pPr lvl="3">
              <a:spcBef>
                <a:spcPts val="0"/>
              </a:spcBef>
              <a:spcAft>
                <a:spcPts val="0"/>
              </a:spcAft>
              <a:buSzPts val="4800"/>
              <a:buFont typeface="Lato"/>
              <a:buNone/>
              <a:defRPr>
                <a:latin typeface="Lato"/>
                <a:ea typeface="Lato"/>
                <a:cs typeface="Lato"/>
                <a:sym typeface="Lato"/>
              </a:defRPr>
            </a:lvl4pPr>
            <a:lvl5pPr lvl="4">
              <a:spcBef>
                <a:spcPts val="0"/>
              </a:spcBef>
              <a:spcAft>
                <a:spcPts val="0"/>
              </a:spcAft>
              <a:buSzPts val="4800"/>
              <a:buFont typeface="Lato"/>
              <a:buNone/>
              <a:defRPr>
                <a:latin typeface="Lato"/>
                <a:ea typeface="Lato"/>
                <a:cs typeface="Lato"/>
                <a:sym typeface="Lato"/>
              </a:defRPr>
            </a:lvl5pPr>
            <a:lvl6pPr lvl="5">
              <a:spcBef>
                <a:spcPts val="0"/>
              </a:spcBef>
              <a:spcAft>
                <a:spcPts val="0"/>
              </a:spcAft>
              <a:buSzPts val="4800"/>
              <a:buFont typeface="Lato"/>
              <a:buNone/>
              <a:defRPr>
                <a:latin typeface="Lato"/>
                <a:ea typeface="Lato"/>
                <a:cs typeface="Lato"/>
                <a:sym typeface="Lato"/>
              </a:defRPr>
            </a:lvl6pPr>
            <a:lvl7pPr lvl="6">
              <a:spcBef>
                <a:spcPts val="0"/>
              </a:spcBef>
              <a:spcAft>
                <a:spcPts val="0"/>
              </a:spcAft>
              <a:buSzPts val="4800"/>
              <a:buFont typeface="Lato"/>
              <a:buNone/>
              <a:defRPr>
                <a:latin typeface="Lato"/>
                <a:ea typeface="Lato"/>
                <a:cs typeface="Lato"/>
                <a:sym typeface="Lato"/>
              </a:defRPr>
            </a:lvl7pPr>
            <a:lvl8pPr lvl="7">
              <a:spcBef>
                <a:spcPts val="0"/>
              </a:spcBef>
              <a:spcAft>
                <a:spcPts val="0"/>
              </a:spcAft>
              <a:buSzPts val="4800"/>
              <a:buFont typeface="Lato"/>
              <a:buNone/>
              <a:defRPr>
                <a:latin typeface="Lato"/>
                <a:ea typeface="Lato"/>
                <a:cs typeface="Lato"/>
                <a:sym typeface="Lato"/>
              </a:defRPr>
            </a:lvl8pPr>
            <a:lvl9pPr lvl="8">
              <a:spcBef>
                <a:spcPts val="0"/>
              </a:spcBef>
              <a:spcAft>
                <a:spcPts val="0"/>
              </a:spcAft>
              <a:buSzPts val="4800"/>
              <a:buFont typeface="Lato"/>
              <a:buNone/>
              <a:defRPr>
                <a:latin typeface="Lato"/>
                <a:ea typeface="Lato"/>
                <a:cs typeface="Lato"/>
                <a:sym typeface="Lato"/>
              </a:defRPr>
            </a:lvl9pPr>
          </a:lstStyle>
          <a:p>
            <a:endParaRPr/>
          </a:p>
        </p:txBody>
      </p:sp>
      <p:sp>
        <p:nvSpPr>
          <p:cNvPr id="24" name="Google Shape;24;p5"/>
          <p:cNvSpPr txBox="1">
            <a:spLocks noGrp="1"/>
          </p:cNvSpPr>
          <p:nvPr>
            <p:ph type="body" idx="1"/>
          </p:nvPr>
        </p:nvSpPr>
        <p:spPr>
          <a:xfrm>
            <a:off x="609600" y="2992533"/>
            <a:ext cx="7348400" cy="3473600"/>
          </a:xfrm>
          <a:prstGeom prst="rect">
            <a:avLst/>
          </a:prstGeom>
        </p:spPr>
        <p:txBody>
          <a:bodyPr spcFirstLastPara="1" wrap="square" lIns="91425" tIns="91425" rIns="91425" bIns="91425" anchor="t" anchorCtr="0">
            <a:noAutofit/>
          </a:bodyPr>
          <a:lstStyle>
            <a:lvl1pPr marL="609585" lvl="0" indent="-457189">
              <a:spcBef>
                <a:spcPts val="800"/>
              </a:spcBef>
              <a:spcAft>
                <a:spcPts val="0"/>
              </a:spcAft>
              <a:buSzPts val="1800"/>
              <a:buChar char="×"/>
              <a:defRPr/>
            </a:lvl1pPr>
            <a:lvl2pPr marL="1219170" lvl="1" indent="-457189">
              <a:spcBef>
                <a:spcPts val="0"/>
              </a:spcBef>
              <a:spcAft>
                <a:spcPts val="0"/>
              </a:spcAft>
              <a:buSzPts val="1800"/>
              <a:buChar char="×"/>
              <a:defRPr/>
            </a:lvl2pPr>
            <a:lvl3pPr marL="1828754" lvl="2" indent="-457189">
              <a:spcBef>
                <a:spcPts val="0"/>
              </a:spcBef>
              <a:spcAft>
                <a:spcPts val="0"/>
              </a:spcAft>
              <a:buSzPts val="18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98FA446A-4447-7EBC-76D0-2BAF847B9279}"/>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28225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5"/>
            <a:ext cx="12192000" cy="6858017"/>
          </a:xfrm>
          <a:prstGeom prst="rect">
            <a:avLst/>
          </a:prstGeom>
          <a:noFill/>
          <a:ln>
            <a:noFill/>
          </a:ln>
        </p:spPr>
      </p:pic>
      <p:sp>
        <p:nvSpPr>
          <p:cNvPr id="19" name="Google Shape;19;p4"/>
          <p:cNvSpPr txBox="1">
            <a:spLocks noGrp="1"/>
          </p:cNvSpPr>
          <p:nvPr>
            <p:ph type="body" idx="1"/>
          </p:nvPr>
        </p:nvSpPr>
        <p:spPr>
          <a:xfrm>
            <a:off x="3311133" y="1114833"/>
            <a:ext cx="5569600" cy="4628400"/>
          </a:xfrm>
          <a:prstGeom prst="rect">
            <a:avLst/>
          </a:prstGeom>
        </p:spPr>
        <p:txBody>
          <a:bodyPr spcFirstLastPara="1" wrap="square" lIns="91425" tIns="91425" rIns="91425" bIns="91425" anchor="ctr" anchorCtr="0">
            <a:noAutofit/>
          </a:bodyPr>
          <a:lstStyle>
            <a:lvl1pPr marL="609585" lvl="0" indent="-507987" algn="ctr" rtl="0">
              <a:spcBef>
                <a:spcPts val="800"/>
              </a:spcBef>
              <a:spcAft>
                <a:spcPts val="0"/>
              </a:spcAft>
              <a:buClr>
                <a:srgbClr val="FFFFFF"/>
              </a:buClr>
              <a:buSzPts val="2400"/>
              <a:buChar char="×"/>
              <a:defRPr sz="3200" i="1">
                <a:solidFill>
                  <a:srgbClr val="FFFFFF"/>
                </a:solidFill>
              </a:defRPr>
            </a:lvl1pPr>
            <a:lvl2pPr marL="1219170" lvl="1" indent="-507987" algn="ctr" rtl="0">
              <a:spcBef>
                <a:spcPts val="0"/>
              </a:spcBef>
              <a:spcAft>
                <a:spcPts val="0"/>
              </a:spcAft>
              <a:buClr>
                <a:srgbClr val="FFFFFF"/>
              </a:buClr>
              <a:buSzPts val="2400"/>
              <a:buChar char="×"/>
              <a:defRPr sz="3200" i="1">
                <a:solidFill>
                  <a:srgbClr val="FFFFFF"/>
                </a:solidFill>
              </a:defRPr>
            </a:lvl2pPr>
            <a:lvl3pPr marL="1828754" lvl="2" indent="-507987" algn="ctr" rtl="0">
              <a:spcBef>
                <a:spcPts val="0"/>
              </a:spcBef>
              <a:spcAft>
                <a:spcPts val="0"/>
              </a:spcAft>
              <a:buClr>
                <a:srgbClr val="FFFFFF"/>
              </a:buClr>
              <a:buSzPts val="2400"/>
              <a:buChar char="×"/>
              <a:defRPr sz="3200" i="1">
                <a:solidFill>
                  <a:srgbClr val="FFFFFF"/>
                </a:solidFill>
              </a:defRPr>
            </a:lvl3pPr>
            <a:lvl4pPr marL="2438339" lvl="3" indent="-507987" algn="ctr" rtl="0">
              <a:spcBef>
                <a:spcPts val="0"/>
              </a:spcBef>
              <a:spcAft>
                <a:spcPts val="0"/>
              </a:spcAft>
              <a:buClr>
                <a:srgbClr val="FFFFFF"/>
              </a:buClr>
              <a:buSzPts val="2400"/>
              <a:buChar char="×"/>
              <a:defRPr sz="3200" i="1">
                <a:solidFill>
                  <a:srgbClr val="FFFFFF"/>
                </a:solidFill>
              </a:defRPr>
            </a:lvl4pPr>
            <a:lvl5pPr marL="3047924" lvl="4" indent="-507987" algn="ctr" rtl="0">
              <a:spcBef>
                <a:spcPts val="0"/>
              </a:spcBef>
              <a:spcAft>
                <a:spcPts val="0"/>
              </a:spcAft>
              <a:buClr>
                <a:srgbClr val="FFFFFF"/>
              </a:buClr>
              <a:buSzPts val="2400"/>
              <a:buChar char="○"/>
              <a:defRPr sz="3200" i="1">
                <a:solidFill>
                  <a:srgbClr val="FFFFFF"/>
                </a:solidFill>
              </a:defRPr>
            </a:lvl5pPr>
            <a:lvl6pPr marL="3657509" lvl="5" indent="-507987" algn="ctr" rtl="0">
              <a:spcBef>
                <a:spcPts val="0"/>
              </a:spcBef>
              <a:spcAft>
                <a:spcPts val="0"/>
              </a:spcAft>
              <a:buClr>
                <a:srgbClr val="FFFFFF"/>
              </a:buClr>
              <a:buSzPts val="2400"/>
              <a:buChar char="■"/>
              <a:defRPr sz="3200" i="1">
                <a:solidFill>
                  <a:srgbClr val="FFFFFF"/>
                </a:solidFill>
              </a:defRPr>
            </a:lvl6pPr>
            <a:lvl7pPr marL="4267093" lvl="6" indent="-507987" algn="ctr" rtl="0">
              <a:spcBef>
                <a:spcPts val="0"/>
              </a:spcBef>
              <a:spcAft>
                <a:spcPts val="0"/>
              </a:spcAft>
              <a:buClr>
                <a:srgbClr val="FFFFFF"/>
              </a:buClr>
              <a:buSzPts val="2400"/>
              <a:buChar char="●"/>
              <a:defRPr sz="3200" i="1">
                <a:solidFill>
                  <a:srgbClr val="FFFFFF"/>
                </a:solidFill>
              </a:defRPr>
            </a:lvl7pPr>
            <a:lvl8pPr marL="4876678" lvl="7" indent="-507987" algn="ctr" rtl="0">
              <a:spcBef>
                <a:spcPts val="0"/>
              </a:spcBef>
              <a:spcAft>
                <a:spcPts val="0"/>
              </a:spcAft>
              <a:buClr>
                <a:srgbClr val="FFFFFF"/>
              </a:buClr>
              <a:buSzPts val="2400"/>
              <a:buChar char="○"/>
              <a:defRPr sz="3200" i="1">
                <a:solidFill>
                  <a:srgbClr val="FFFFFF"/>
                </a:solidFill>
              </a:defRPr>
            </a:lvl8pPr>
            <a:lvl9pPr marL="5486263" lvl="8" indent="-507987" algn="ctr">
              <a:spcBef>
                <a:spcPts val="0"/>
              </a:spcBef>
              <a:spcAft>
                <a:spcPts val="0"/>
              </a:spcAft>
              <a:buClr>
                <a:srgbClr val="FFFFFF"/>
              </a:buClr>
              <a:buSzPts val="2400"/>
              <a:buChar char="■"/>
              <a:defRPr sz="3200" i="1">
                <a:solidFill>
                  <a:srgbClr val="FFFFFF"/>
                </a:solidFill>
              </a:defRPr>
            </a:lvl9pPr>
          </a:lstStyle>
          <a:p>
            <a:endParaRPr/>
          </a:p>
        </p:txBody>
      </p:sp>
      <p:sp>
        <p:nvSpPr>
          <p:cNvPr id="20" name="Google Shape;20;p4"/>
          <p:cNvSpPr txBox="1">
            <a:spLocks noGrp="1"/>
          </p:cNvSpPr>
          <p:nvPr>
            <p:ph type="sldNum" idx="12"/>
          </p:nvPr>
        </p:nvSpPr>
        <p:spPr>
          <a:xfrm>
            <a:off x="5730200" y="6231535"/>
            <a:ext cx="731600" cy="5248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906C3282-C5F8-9628-E2DA-EA9D8A83A19C}"/>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755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43"/>
        <p:cNvGrpSpPr/>
        <p:nvPr/>
      </p:nvGrpSpPr>
      <p:grpSpPr>
        <a:xfrm>
          <a:off x="0" y="0"/>
          <a:ext cx="0" cy="0"/>
          <a:chOff x="0" y="0"/>
          <a:chExt cx="0" cy="0"/>
        </a:xfrm>
      </p:grpSpPr>
      <p:pic>
        <p:nvPicPr>
          <p:cNvPr id="44" name="Google Shape;44;p9" descr="paint_transparent1.png"/>
          <p:cNvPicPr preferRelativeResize="0"/>
          <p:nvPr/>
        </p:nvPicPr>
        <p:blipFill>
          <a:blip r:embed="rId3">
            <a:alphaModFix/>
          </a:blip>
          <a:stretch>
            <a:fillRect/>
          </a:stretch>
        </p:blipFill>
        <p:spPr>
          <a:xfrm>
            <a:off x="0" y="0"/>
            <a:ext cx="12192000" cy="6858000"/>
          </a:xfrm>
          <a:prstGeom prst="rect">
            <a:avLst/>
          </a:prstGeom>
          <a:noFill/>
          <a:ln>
            <a:noFill/>
          </a:ln>
        </p:spPr>
      </p:pic>
      <p:sp>
        <p:nvSpPr>
          <p:cNvPr id="45" name="Google Shape;45;p9"/>
          <p:cNvSpPr txBox="1">
            <a:spLocks noGrp="1"/>
          </p:cNvSpPr>
          <p:nvPr>
            <p:ph type="body" idx="1"/>
          </p:nvPr>
        </p:nvSpPr>
        <p:spPr>
          <a:xfrm>
            <a:off x="609600" y="5875079"/>
            <a:ext cx="10972800" cy="692800"/>
          </a:xfrm>
          <a:prstGeom prst="rect">
            <a:avLst/>
          </a:prstGeom>
        </p:spPr>
        <p:txBody>
          <a:bodyPr spcFirstLastPara="1" wrap="square" lIns="91425" tIns="91425" rIns="91425" bIns="91425" anchor="t" anchorCtr="0">
            <a:noAutofit/>
          </a:bodyPr>
          <a:lstStyle>
            <a:lvl1pPr marL="609585" lvl="0" indent="-304792">
              <a:spcBef>
                <a:spcPts val="480"/>
              </a:spcBef>
              <a:spcAft>
                <a:spcPts val="0"/>
              </a:spcAft>
              <a:buSzPts val="1400"/>
              <a:buNone/>
              <a:defRPr sz="1867"/>
            </a:lvl1pPr>
          </a:lstStyle>
          <a:p>
            <a:endParaRPr/>
          </a:p>
        </p:txBody>
      </p:sp>
      <p:sp>
        <p:nvSpPr>
          <p:cNvPr id="46" name="Google Shape;46;p9"/>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9A0A4E4A-5B02-A367-2313-5B8B616BE851}"/>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3081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199DC4-1127-AC83-D764-6676D7970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9CB19C-F887-955E-793F-28D51AF589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171469-2D68-6239-27DB-1D81D4B29E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1D4E4E-A8F6-4F72-B1A0-73EE0FE883C7}" type="datetimeFigureOut">
              <a:rPr lang="en-IN" smtClean="0"/>
              <a:t>21-12-2022</a:t>
            </a:fld>
            <a:endParaRPr lang="en-IN"/>
          </a:p>
        </p:txBody>
      </p:sp>
      <p:sp>
        <p:nvSpPr>
          <p:cNvPr id="5" name="Footer Placeholder 4">
            <a:extLst>
              <a:ext uri="{FF2B5EF4-FFF2-40B4-BE49-F238E27FC236}">
                <a16:creationId xmlns:a16="http://schemas.microsoft.com/office/drawing/2014/main" id="{92873C78-1FA4-862F-B90F-8AFF75CAF8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73BCFD0-B984-F2D6-4856-0DEA8E7551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EE708B-6D6C-46A6-AB0B-464C46001F6E}" type="slidenum">
              <a:rPr lang="en-IN" smtClean="0"/>
              <a:t>‹#›</a:t>
            </a:fld>
            <a:endParaRPr lang="en-IN"/>
          </a:p>
        </p:txBody>
      </p:sp>
    </p:spTree>
    <p:extLst>
      <p:ext uri="{BB962C8B-B14F-4D97-AF65-F5344CB8AC3E}">
        <p14:creationId xmlns:p14="http://schemas.microsoft.com/office/powerpoint/2010/main" val="3258813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4" r:id="rId14"/>
    <p:sldLayoutId id="214748366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video" Target="https://www.youtube.com/embed/hht6RsV7d40?feature=oembed" TargetMode="External"/><Relationship Id="rId4" Type="http://schemas.openxmlformats.org/officeDocument/2006/relationships/image" Target="../media/image20.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2.jpeg"/><Relationship Id="rId1" Type="http://schemas.openxmlformats.org/officeDocument/2006/relationships/slideLayout" Target="../slideLayouts/slideLayout13.xml"/><Relationship Id="rId4" Type="http://schemas.openxmlformats.org/officeDocument/2006/relationships/image" Target="../media/image23.wmf"/></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3" name="Title 2">
            <a:extLst>
              <a:ext uri="{FF2B5EF4-FFF2-40B4-BE49-F238E27FC236}">
                <a16:creationId xmlns:a16="http://schemas.microsoft.com/office/drawing/2014/main" id="{DCEF1ECF-48A3-6584-B44B-E5FB1AE939AF}"/>
              </a:ext>
            </a:extLst>
          </p:cNvPr>
          <p:cNvSpPr>
            <a:spLocks noGrp="1"/>
          </p:cNvSpPr>
          <p:nvPr>
            <p:ph type="ctrTitle"/>
          </p:nvPr>
        </p:nvSpPr>
        <p:spPr>
          <a:xfrm>
            <a:off x="4382415" y="2137951"/>
            <a:ext cx="7000400" cy="1546400"/>
          </a:xfrm>
        </p:spPr>
        <p:txBody>
          <a:bodyPr/>
          <a:lstStyle/>
          <a:p>
            <a:r>
              <a:rPr lang="en-US" dirty="0"/>
              <a:t>E-COMMERCE</a:t>
            </a:r>
            <a:endParaRPr lang="en-IN" dirty="0"/>
          </a:p>
        </p:txBody>
      </p:sp>
      <p:sp>
        <p:nvSpPr>
          <p:cNvPr id="85" name="Google Shape;85;p16"/>
          <p:cNvSpPr txBox="1">
            <a:spLocks noGrp="1"/>
          </p:cNvSpPr>
          <p:nvPr>
            <p:ph type="subTitle" idx="4294967295"/>
          </p:nvPr>
        </p:nvSpPr>
        <p:spPr>
          <a:xfrm>
            <a:off x="3392458" y="4468406"/>
            <a:ext cx="8619067" cy="1667699"/>
          </a:xfrm>
          <a:prstGeom prst="rect">
            <a:avLst/>
          </a:prstGeom>
        </p:spPr>
        <p:txBody>
          <a:bodyPr spcFirstLastPara="1" vert="horz" wrap="square" lIns="0" tIns="0" rIns="0" bIns="0" rtlCol="0" anchor="ctr" anchorCtr="0">
            <a:noAutofit/>
          </a:bodyPr>
          <a:lstStyle/>
          <a:p>
            <a:pPr marL="0" indent="0">
              <a:lnSpc>
                <a:spcPct val="80000"/>
              </a:lnSpc>
              <a:spcBef>
                <a:spcPts val="0"/>
              </a:spcBef>
              <a:buClr>
                <a:schemeClr val="dk1"/>
              </a:buClr>
              <a:buSzPts val="4800"/>
              <a:buNone/>
            </a:pPr>
            <a:r>
              <a:rPr lang="en-US" sz="4267" dirty="0">
                <a:solidFill>
                  <a:schemeClr val="bg1"/>
                </a:solidFill>
              </a:rPr>
              <a:t>Session 5: e-Marketing, e-CRM, e-SCM</a:t>
            </a:r>
            <a:endParaRPr sz="4267" dirty="0">
              <a:solidFill>
                <a:schemeClr val="bg1"/>
              </a:solidFill>
            </a:endParaRPr>
          </a:p>
        </p:txBody>
      </p:sp>
      <p:sp>
        <p:nvSpPr>
          <p:cNvPr id="4" name="Google Shape;85;p16">
            <a:extLst>
              <a:ext uri="{FF2B5EF4-FFF2-40B4-BE49-F238E27FC236}">
                <a16:creationId xmlns:a16="http://schemas.microsoft.com/office/drawing/2014/main" id="{EFFEFD1D-4F2C-5986-F77C-F62407F8446C}"/>
              </a:ext>
            </a:extLst>
          </p:cNvPr>
          <p:cNvSpPr txBox="1">
            <a:spLocks/>
          </p:cNvSpPr>
          <p:nvPr/>
        </p:nvSpPr>
        <p:spPr>
          <a:xfrm>
            <a:off x="4977215" y="1643301"/>
            <a:ext cx="6405600" cy="10464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68300" algn="ctr" rtl="0">
              <a:lnSpc>
                <a:spcPct val="115000"/>
              </a:lnSpc>
              <a:spcBef>
                <a:spcPts val="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1pPr>
            <a:lvl2pPr marL="914400" marR="0" lvl="1"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2pPr>
            <a:lvl3pPr marL="1371600" marR="0" lvl="2"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3pPr>
            <a:lvl4pPr marL="1828800" marR="0" lvl="3"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4pPr>
            <a:lvl5pPr marL="2286000" marR="0" lvl="4"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5pPr>
            <a:lvl6pPr marL="2743200" marR="0" lvl="5"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6pPr>
            <a:lvl7pPr marL="3200400" marR="0" lvl="6"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7pPr>
            <a:lvl8pPr marL="3657600" marR="0" lvl="7"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8pPr>
            <a:lvl9pPr marL="4114800" marR="0" lvl="8" indent="-368300" algn="ctr" rtl="0">
              <a:lnSpc>
                <a:spcPct val="115000"/>
              </a:lnSpc>
              <a:spcBef>
                <a:spcPts val="1000"/>
              </a:spcBef>
              <a:spcAft>
                <a:spcPts val="100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9pPr>
          </a:lstStyle>
          <a:p>
            <a:pPr marL="0" indent="0">
              <a:spcAft>
                <a:spcPts val="1333"/>
              </a:spcAft>
            </a:pPr>
            <a:r>
              <a:rPr lang="en-US" sz="2400" dirty="0"/>
              <a:t>MBA(BA) </a:t>
            </a:r>
          </a:p>
        </p:txBody>
      </p:sp>
      <p:pic>
        <p:nvPicPr>
          <p:cNvPr id="2050" name="Picture 2" descr="Ecommerce Shopping Cart Png Photo - Online Shopping Cart Png, Transparent  Png - kindpng">
            <a:extLst>
              <a:ext uri="{FF2B5EF4-FFF2-40B4-BE49-F238E27FC236}">
                <a16:creationId xmlns:a16="http://schemas.microsoft.com/office/drawing/2014/main" id="{81602A68-130B-EC28-5C73-F8D39F8727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foregroundMark x1="54535" y1="74654" x2="54535" y2="74654"/>
                        <a14:foregroundMark x1="54535" y1="74654" x2="54535" y2="74654"/>
                        <a14:foregroundMark x1="46047" y1="73425" x2="46047" y2="73425"/>
                        <a14:foregroundMark x1="46047" y1="73425" x2="46047" y2="73425"/>
                        <a14:foregroundMark x1="82674" y1="44240" x2="82674" y2="44240"/>
                        <a14:foregroundMark x1="82674" y1="44240" x2="82674" y2="44240"/>
                      </a14:backgroundRemoval>
                    </a14:imgEffect>
                  </a14:imgLayer>
                </a14:imgProps>
              </a:ext>
              <a:ext uri="{28A0092B-C50C-407E-A947-70E740481C1C}">
                <a14:useLocalDpi xmlns:a14="http://schemas.microsoft.com/office/drawing/2010/main" val="0"/>
              </a:ext>
            </a:extLst>
          </a:blip>
          <a:srcRect/>
          <a:stretch>
            <a:fillRect/>
          </a:stretch>
        </p:blipFill>
        <p:spPr bwMode="auto">
          <a:xfrm>
            <a:off x="-949842" y="3939017"/>
            <a:ext cx="4660756" cy="352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6050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251DCF-2192-A815-28E6-AC1F41442451}"/>
              </a:ext>
            </a:extLst>
          </p:cNvPr>
          <p:cNvSpPr>
            <a:spLocks noGrp="1"/>
          </p:cNvSpPr>
          <p:nvPr>
            <p:ph type="body" idx="1"/>
          </p:nvPr>
        </p:nvSpPr>
        <p:spPr/>
        <p:txBody>
          <a:bodyPr/>
          <a:lstStyle/>
          <a:p>
            <a:endParaRPr lang="en-IN"/>
          </a:p>
        </p:txBody>
      </p:sp>
      <p:pic>
        <p:nvPicPr>
          <p:cNvPr id="1026" name="Picture 2" descr="What is E-Marketing? Features, Types &amp; Advantages | Marketing Tutor">
            <a:extLst>
              <a:ext uri="{FF2B5EF4-FFF2-40B4-BE49-F238E27FC236}">
                <a16:creationId xmlns:a16="http://schemas.microsoft.com/office/drawing/2014/main" id="{CE1747DB-511E-8A93-8861-FE3E5EF072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37" y="962526"/>
            <a:ext cx="8058725" cy="5763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303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D8030-6E84-13C6-B867-F7C6B8DD210F}"/>
              </a:ext>
            </a:extLst>
          </p:cNvPr>
          <p:cNvSpPr>
            <a:spLocks noGrp="1"/>
          </p:cNvSpPr>
          <p:nvPr>
            <p:ph type="title"/>
          </p:nvPr>
        </p:nvSpPr>
        <p:spPr>
          <a:xfrm>
            <a:off x="2751221" y="126243"/>
            <a:ext cx="7348400" cy="1143200"/>
          </a:xfrm>
        </p:spPr>
        <p:txBody>
          <a:bodyPr/>
          <a:lstStyle/>
          <a:p>
            <a:r>
              <a:rPr lang="en-IN" dirty="0"/>
              <a:t>E-Marketing</a:t>
            </a:r>
          </a:p>
        </p:txBody>
      </p:sp>
      <p:sp>
        <p:nvSpPr>
          <p:cNvPr id="4" name="Text Placeholder 3">
            <a:extLst>
              <a:ext uri="{FF2B5EF4-FFF2-40B4-BE49-F238E27FC236}">
                <a16:creationId xmlns:a16="http://schemas.microsoft.com/office/drawing/2014/main" id="{E3B38898-9F5F-96B0-0783-5D4D13E11F63}"/>
              </a:ext>
            </a:extLst>
          </p:cNvPr>
          <p:cNvSpPr>
            <a:spLocks noGrp="1"/>
          </p:cNvSpPr>
          <p:nvPr>
            <p:ph type="body" idx="1"/>
          </p:nvPr>
        </p:nvSpPr>
        <p:spPr>
          <a:xfrm>
            <a:off x="0" y="1768641"/>
            <a:ext cx="9515864" cy="4764506"/>
          </a:xfrm>
        </p:spPr>
        <p:txBody>
          <a:bodyPr/>
          <a:lstStyle/>
          <a:p>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E-marketing is the process of marketing a product or service offering using the Internet to reach the target audience on smartphones, devices, social media etc.</a:t>
            </a:r>
          </a:p>
          <a:p>
            <a:r>
              <a:rPr lang="en-GB" dirty="0">
                <a:solidFill>
                  <a:srgbClr val="000000"/>
                </a:solidFill>
                <a:latin typeface="Lato" panose="020F0502020204030203" pitchFamily="34" charset="0"/>
                <a:ea typeface="Lato" panose="020F0502020204030203" pitchFamily="34" charset="0"/>
                <a:cs typeface="Lato" panose="020F0502020204030203" pitchFamily="34" charset="0"/>
              </a:rPr>
              <a:t>Also known as Internet Marketing, Web Marketing, Digital Marketing, or Online Marketing, </a:t>
            </a:r>
          </a:p>
          <a:p>
            <a:r>
              <a:rPr lang="en-GB" dirty="0">
                <a:solidFill>
                  <a:srgbClr val="000000"/>
                </a:solidFill>
                <a:latin typeface="Lato" panose="020F0502020204030203" pitchFamily="34" charset="0"/>
                <a:ea typeface="Lato" panose="020F0502020204030203" pitchFamily="34" charset="0"/>
                <a:cs typeface="Lato" panose="020F0502020204030203" pitchFamily="34" charset="0"/>
              </a:rPr>
              <a:t>Encompasses all the activities a business conducts via the worldwide web with the aim of </a:t>
            </a:r>
          </a:p>
          <a:p>
            <a:pPr lvl="1"/>
            <a:r>
              <a:rPr lang="en-GB" dirty="0">
                <a:solidFill>
                  <a:srgbClr val="000000"/>
                </a:solidFill>
                <a:latin typeface="Lato" panose="020F0502020204030203" pitchFamily="34" charset="0"/>
                <a:ea typeface="Lato" panose="020F0502020204030203" pitchFamily="34" charset="0"/>
                <a:cs typeface="Lato" panose="020F0502020204030203" pitchFamily="34" charset="0"/>
              </a:rPr>
              <a:t>attracting new business,</a:t>
            </a:r>
          </a:p>
          <a:p>
            <a:pPr lvl="1"/>
            <a:r>
              <a:rPr lang="en-GB" dirty="0">
                <a:solidFill>
                  <a:srgbClr val="000000"/>
                </a:solidFill>
                <a:latin typeface="Lato" panose="020F0502020204030203" pitchFamily="34" charset="0"/>
                <a:ea typeface="Lato" panose="020F0502020204030203" pitchFamily="34" charset="0"/>
                <a:cs typeface="Lato" panose="020F0502020204030203" pitchFamily="34" charset="0"/>
              </a:rPr>
              <a:t>retaining current business </a:t>
            </a:r>
          </a:p>
          <a:p>
            <a:pPr lvl="1"/>
            <a:r>
              <a:rPr lang="en-GB" dirty="0">
                <a:solidFill>
                  <a:srgbClr val="000000"/>
                </a:solidFill>
                <a:latin typeface="Lato" panose="020F0502020204030203" pitchFamily="34" charset="0"/>
                <a:ea typeface="Lato" panose="020F0502020204030203" pitchFamily="34" charset="0"/>
                <a:cs typeface="Lato" panose="020F0502020204030203" pitchFamily="34" charset="0"/>
              </a:rPr>
              <a:t>developing its brand identity.</a:t>
            </a:r>
            <a:endParaRPr lang="en-IN" dirty="0">
              <a:solidFill>
                <a:srgbClr val="000000"/>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53434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0FF05-8DEE-1A59-31F7-C89439692ED2}"/>
              </a:ext>
            </a:extLst>
          </p:cNvPr>
          <p:cNvSpPr>
            <a:spLocks noGrp="1"/>
          </p:cNvSpPr>
          <p:nvPr>
            <p:ph type="title"/>
          </p:nvPr>
        </p:nvSpPr>
        <p:spPr>
          <a:xfrm>
            <a:off x="2703095" y="114212"/>
            <a:ext cx="7348400" cy="1143200"/>
          </a:xfrm>
        </p:spPr>
        <p:txBody>
          <a:bodyPr/>
          <a:lstStyle/>
          <a:p>
            <a:r>
              <a:rPr lang="en-IN" dirty="0"/>
              <a:t>Advantages of e-Marketing</a:t>
            </a:r>
          </a:p>
        </p:txBody>
      </p:sp>
      <p:sp>
        <p:nvSpPr>
          <p:cNvPr id="3" name="Text Placeholder 2">
            <a:extLst>
              <a:ext uri="{FF2B5EF4-FFF2-40B4-BE49-F238E27FC236}">
                <a16:creationId xmlns:a16="http://schemas.microsoft.com/office/drawing/2014/main" id="{23618284-AAAC-0A16-1F5B-EA2F07FB43B2}"/>
              </a:ext>
            </a:extLst>
          </p:cNvPr>
          <p:cNvSpPr>
            <a:spLocks noGrp="1"/>
          </p:cNvSpPr>
          <p:nvPr>
            <p:ph type="body" idx="1"/>
          </p:nvPr>
        </p:nvSpPr>
        <p:spPr>
          <a:xfrm>
            <a:off x="216567" y="1359568"/>
            <a:ext cx="11249527" cy="5106565"/>
          </a:xfrm>
        </p:spPr>
        <p:txBody>
          <a:bodyPr/>
          <a:lstStyle/>
          <a:p>
            <a:r>
              <a:rPr lang="en-GB" dirty="0">
                <a:latin typeface="Lato" panose="020F0502020204030203" pitchFamily="34" charset="0"/>
                <a:ea typeface="Lato" panose="020F0502020204030203" pitchFamily="34" charset="0"/>
                <a:cs typeface="Lato" panose="020F0502020204030203" pitchFamily="34" charset="0"/>
              </a:rPr>
              <a:t>Ability to target your customers faster and cheaper</a:t>
            </a:r>
          </a:p>
          <a:p>
            <a:r>
              <a:rPr lang="en-GB" dirty="0">
                <a:latin typeface="Lato" panose="020F0502020204030203" pitchFamily="34" charset="0"/>
                <a:ea typeface="Lato" panose="020F0502020204030203" pitchFamily="34" charset="0"/>
                <a:cs typeface="Lato" panose="020F0502020204030203" pitchFamily="34" charset="0"/>
              </a:rPr>
              <a:t>Reduction of marketing costs through automation of electronic media</a:t>
            </a:r>
          </a:p>
          <a:p>
            <a:r>
              <a:rPr lang="en-GB" dirty="0">
                <a:latin typeface="Lato" panose="020F0502020204030203" pitchFamily="34" charset="0"/>
                <a:ea typeface="Lato" panose="020F0502020204030203" pitchFamily="34" charset="0"/>
                <a:cs typeface="Lato" panose="020F0502020204030203" pitchFamily="34" charset="0"/>
              </a:rPr>
              <a:t>Near real-time interaction between the marketer and the end user</a:t>
            </a:r>
          </a:p>
          <a:p>
            <a:r>
              <a:rPr lang="en-GB" dirty="0">
                <a:latin typeface="Lato" panose="020F0502020204030203" pitchFamily="34" charset="0"/>
                <a:ea typeface="Lato" panose="020F0502020204030203" pitchFamily="34" charset="0"/>
                <a:cs typeface="Lato" panose="020F0502020204030203" pitchFamily="34" charset="0"/>
              </a:rPr>
              <a:t>Ability to quantify and collect user data</a:t>
            </a:r>
          </a:p>
          <a:p>
            <a:r>
              <a:rPr lang="en-GB" dirty="0">
                <a:latin typeface="Lato" panose="020F0502020204030203" pitchFamily="34" charset="0"/>
                <a:ea typeface="Lato" panose="020F0502020204030203" pitchFamily="34" charset="0"/>
                <a:cs typeface="Lato" panose="020F0502020204030203" pitchFamily="34" charset="0"/>
              </a:rPr>
              <a:t>One-to-one marketing experience</a:t>
            </a:r>
          </a:p>
          <a:p>
            <a:r>
              <a:rPr lang="en-GB" dirty="0">
                <a:latin typeface="Lato" panose="020F0502020204030203" pitchFamily="34" charset="0"/>
                <a:ea typeface="Lato" panose="020F0502020204030203" pitchFamily="34" charset="0"/>
                <a:cs typeface="Lato" panose="020F0502020204030203" pitchFamily="34" charset="0"/>
              </a:rPr>
              <a:t>Increased interactivity</a:t>
            </a:r>
          </a:p>
          <a:p>
            <a:r>
              <a:rPr lang="en-GB" dirty="0">
                <a:latin typeface="Lato" panose="020F0502020204030203" pitchFamily="34" charset="0"/>
                <a:ea typeface="Lato" panose="020F0502020204030203" pitchFamily="34" charset="0"/>
                <a:cs typeface="Lato" panose="020F0502020204030203" pitchFamily="34" charset="0"/>
              </a:rPr>
              <a:t>Ability to implement marketing strategies in a short time-frame</a:t>
            </a:r>
          </a:p>
          <a:p>
            <a:r>
              <a:rPr lang="en-GB" dirty="0">
                <a:latin typeface="Lato" panose="020F0502020204030203" pitchFamily="34" charset="0"/>
                <a:ea typeface="Lato" panose="020F0502020204030203" pitchFamily="34" charset="0"/>
                <a:cs typeface="Lato" panose="020F0502020204030203" pitchFamily="34" charset="0"/>
              </a:rPr>
              <a:t>Ability to scale with the market</a:t>
            </a:r>
          </a:p>
          <a:p>
            <a:r>
              <a:rPr lang="en-GB" dirty="0">
                <a:latin typeface="Lato" panose="020F0502020204030203" pitchFamily="34" charset="0"/>
                <a:ea typeface="Lato" panose="020F0502020204030203" pitchFamily="34" charset="0"/>
                <a:cs typeface="Lato" panose="020F0502020204030203" pitchFamily="34" charset="0"/>
              </a:rPr>
              <a:t>Appeal to specific interests</a:t>
            </a:r>
          </a:p>
          <a:p>
            <a:r>
              <a:rPr lang="en-GB" dirty="0">
                <a:latin typeface="Lato" panose="020F0502020204030203" pitchFamily="34" charset="0"/>
                <a:ea typeface="Lato" panose="020F0502020204030203" pitchFamily="34" charset="0"/>
                <a:cs typeface="Lato" panose="020F0502020204030203" pitchFamily="34" charset="0"/>
              </a:rPr>
              <a:t>Geo-targeting</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17756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6A9D6-07B4-D4FD-8DE6-6C58997AFD37}"/>
              </a:ext>
            </a:extLst>
          </p:cNvPr>
          <p:cNvSpPr>
            <a:spLocks noGrp="1"/>
          </p:cNvSpPr>
          <p:nvPr>
            <p:ph type="title"/>
          </p:nvPr>
        </p:nvSpPr>
        <p:spPr>
          <a:xfrm>
            <a:off x="2703095" y="114212"/>
            <a:ext cx="8426116" cy="1143200"/>
          </a:xfrm>
        </p:spPr>
        <p:txBody>
          <a:bodyPr/>
          <a:lstStyle/>
          <a:p>
            <a:r>
              <a:rPr lang="en-IN" dirty="0"/>
              <a:t>Why is E-marketing important?</a:t>
            </a:r>
          </a:p>
        </p:txBody>
      </p:sp>
      <p:sp>
        <p:nvSpPr>
          <p:cNvPr id="3" name="Text Placeholder 2">
            <a:extLst>
              <a:ext uri="{FF2B5EF4-FFF2-40B4-BE49-F238E27FC236}">
                <a16:creationId xmlns:a16="http://schemas.microsoft.com/office/drawing/2014/main" id="{D9E38C54-817D-D774-3672-4E23DFA2221D}"/>
              </a:ext>
            </a:extLst>
          </p:cNvPr>
          <p:cNvSpPr>
            <a:spLocks noGrp="1"/>
          </p:cNvSpPr>
          <p:nvPr>
            <p:ph type="body" idx="1"/>
          </p:nvPr>
        </p:nvSpPr>
        <p:spPr>
          <a:xfrm>
            <a:off x="204171" y="1910105"/>
            <a:ext cx="9216920" cy="5233736"/>
          </a:xfrm>
        </p:spPr>
        <p:txBody>
          <a:bodyPr/>
          <a:lstStyle/>
          <a:p>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A pivotal tactic in the marketing strategy adopted by companies using several digital media channels.</a:t>
            </a:r>
          </a:p>
          <a:p>
            <a:r>
              <a:rPr lang="en-GB" dirty="0">
                <a:solidFill>
                  <a:srgbClr val="000000"/>
                </a:solidFill>
                <a:latin typeface="Lato" panose="020F0502020204030203" pitchFamily="34" charset="0"/>
                <a:ea typeface="Lato" panose="020F0502020204030203" pitchFamily="34" charset="0"/>
                <a:cs typeface="Lato" panose="020F0502020204030203" pitchFamily="34" charset="0"/>
              </a:rPr>
              <a:t>The ROI can far exceed that of traditional marketing strategies. </a:t>
            </a:r>
          </a:p>
          <a:p>
            <a:r>
              <a:rPr lang="en-GB" dirty="0">
                <a:solidFill>
                  <a:srgbClr val="000000"/>
                </a:solidFill>
                <a:latin typeface="Lato" panose="020F0502020204030203" pitchFamily="34" charset="0"/>
                <a:ea typeface="Lato" panose="020F0502020204030203" pitchFamily="34" charset="0"/>
                <a:cs typeface="Lato" panose="020F0502020204030203" pitchFamily="34" charset="0"/>
              </a:rPr>
              <a:t>The transparency of the internet allows the marketer to have access to analytics and data in a near real-time fashion </a:t>
            </a:r>
          </a:p>
          <a:p>
            <a:r>
              <a:rPr lang="en-GB" dirty="0">
                <a:solidFill>
                  <a:srgbClr val="000000"/>
                </a:solidFill>
                <a:latin typeface="Lato" panose="020F0502020204030203" pitchFamily="34" charset="0"/>
                <a:ea typeface="Lato" panose="020F0502020204030203" pitchFamily="34" charset="0"/>
                <a:cs typeface="Lato" panose="020F0502020204030203" pitchFamily="34" charset="0"/>
              </a:rPr>
              <a:t>Allowing the marketer to make changes to align with the market’s reaction </a:t>
            </a:r>
          </a:p>
        </p:txBody>
      </p:sp>
    </p:spTree>
    <p:extLst>
      <p:ext uri="{BB962C8B-B14F-4D97-AF65-F5344CB8AC3E}">
        <p14:creationId xmlns:p14="http://schemas.microsoft.com/office/powerpoint/2010/main" val="128301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230EC-DA73-38DB-7515-2429FA5A6D2D}"/>
              </a:ext>
            </a:extLst>
          </p:cNvPr>
          <p:cNvSpPr>
            <a:spLocks noGrp="1"/>
          </p:cNvSpPr>
          <p:nvPr>
            <p:ph type="title"/>
          </p:nvPr>
        </p:nvSpPr>
        <p:spPr>
          <a:xfrm>
            <a:off x="3052010" y="138275"/>
            <a:ext cx="7348400" cy="1143200"/>
          </a:xfrm>
        </p:spPr>
        <p:txBody>
          <a:bodyPr/>
          <a:lstStyle/>
          <a:p>
            <a:r>
              <a:rPr lang="en-IN" dirty="0"/>
              <a:t>E-marketing Value Chain</a:t>
            </a:r>
          </a:p>
        </p:txBody>
      </p:sp>
      <p:pic>
        <p:nvPicPr>
          <p:cNvPr id="5" name="Picture 4">
            <a:extLst>
              <a:ext uri="{FF2B5EF4-FFF2-40B4-BE49-F238E27FC236}">
                <a16:creationId xmlns:a16="http://schemas.microsoft.com/office/drawing/2014/main" id="{88671D5F-522C-E001-1C5C-0364F84704B6}"/>
              </a:ext>
            </a:extLst>
          </p:cNvPr>
          <p:cNvPicPr>
            <a:picLocks noChangeAspect="1"/>
          </p:cNvPicPr>
          <p:nvPr/>
        </p:nvPicPr>
        <p:blipFill rotWithShape="1">
          <a:blip r:embed="rId2"/>
          <a:srcRect t="9528"/>
          <a:stretch/>
        </p:blipFill>
        <p:spPr>
          <a:xfrm>
            <a:off x="132346" y="1911113"/>
            <a:ext cx="9358017" cy="4020456"/>
          </a:xfrm>
          <a:prstGeom prst="rect">
            <a:avLst/>
          </a:prstGeom>
        </p:spPr>
      </p:pic>
    </p:spTree>
    <p:extLst>
      <p:ext uri="{BB962C8B-B14F-4D97-AF65-F5344CB8AC3E}">
        <p14:creationId xmlns:p14="http://schemas.microsoft.com/office/powerpoint/2010/main" val="1756725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86C67-ED6C-B5AF-34D5-4892D915D3D3}"/>
              </a:ext>
            </a:extLst>
          </p:cNvPr>
          <p:cNvSpPr>
            <a:spLocks noGrp="1"/>
          </p:cNvSpPr>
          <p:nvPr>
            <p:ph type="title"/>
          </p:nvPr>
        </p:nvSpPr>
        <p:spPr>
          <a:xfrm>
            <a:off x="2654969" y="0"/>
            <a:ext cx="7348400" cy="1143200"/>
          </a:xfrm>
        </p:spPr>
        <p:txBody>
          <a:bodyPr/>
          <a:lstStyle/>
          <a:p>
            <a:r>
              <a:rPr lang="en-IN" dirty="0"/>
              <a:t>Top e-marketing strategies</a:t>
            </a:r>
          </a:p>
        </p:txBody>
      </p:sp>
      <p:sp>
        <p:nvSpPr>
          <p:cNvPr id="3" name="Text Placeholder 2">
            <a:extLst>
              <a:ext uri="{FF2B5EF4-FFF2-40B4-BE49-F238E27FC236}">
                <a16:creationId xmlns:a16="http://schemas.microsoft.com/office/drawing/2014/main" id="{08536C56-E58B-5F64-956F-6399F10C88B7}"/>
              </a:ext>
            </a:extLst>
          </p:cNvPr>
          <p:cNvSpPr>
            <a:spLocks noGrp="1"/>
          </p:cNvSpPr>
          <p:nvPr>
            <p:ph type="body" idx="1"/>
          </p:nvPr>
        </p:nvSpPr>
        <p:spPr>
          <a:xfrm>
            <a:off x="0" y="1732183"/>
            <a:ext cx="10778836" cy="4199021"/>
          </a:xfrm>
        </p:spPr>
        <p:txBody>
          <a:bodyPr numCol="2"/>
          <a:lstStyle/>
          <a:p>
            <a:r>
              <a:rPr lang="en-GB" b="0" i="0" dirty="0">
                <a:effectLst/>
                <a:latin typeface="Lato" panose="020F0502020204030203" pitchFamily="34" charset="0"/>
                <a:ea typeface="Lato" panose="020F0502020204030203" pitchFamily="34" charset="0"/>
                <a:cs typeface="Lato" panose="020F0502020204030203" pitchFamily="34" charset="0"/>
              </a:rPr>
              <a:t>Search engine optimization (SEO)</a:t>
            </a:r>
          </a:p>
          <a:p>
            <a:r>
              <a:rPr lang="en-GB" dirty="0">
                <a:latin typeface="Lato" panose="020F0502020204030203" pitchFamily="34" charset="0"/>
                <a:ea typeface="Lato" panose="020F0502020204030203" pitchFamily="34" charset="0"/>
                <a:cs typeface="Lato" panose="020F0502020204030203" pitchFamily="34" charset="0"/>
              </a:rPr>
              <a:t>Email Marketing</a:t>
            </a:r>
          </a:p>
          <a:p>
            <a:r>
              <a:rPr lang="en-GB" b="0" i="0" dirty="0">
                <a:effectLst/>
                <a:latin typeface="Lato" panose="020F0502020204030203" pitchFamily="34" charset="0"/>
                <a:ea typeface="Lato" panose="020F0502020204030203" pitchFamily="34" charset="0"/>
                <a:cs typeface="Lato" panose="020F0502020204030203" pitchFamily="34" charset="0"/>
              </a:rPr>
              <a:t>Influencer Marketing</a:t>
            </a:r>
          </a:p>
          <a:p>
            <a:r>
              <a:rPr lang="en-GB" b="0" i="0" dirty="0">
                <a:effectLst/>
                <a:latin typeface="Lato" panose="020F0502020204030203" pitchFamily="34" charset="0"/>
                <a:ea typeface="Lato" panose="020F0502020204030203" pitchFamily="34" charset="0"/>
                <a:cs typeface="Lato" panose="020F0502020204030203" pitchFamily="34" charset="0"/>
              </a:rPr>
              <a:t>Affiliate Marketing</a:t>
            </a:r>
          </a:p>
          <a:p>
            <a:r>
              <a:rPr lang="en-GB" b="0" i="0" dirty="0">
                <a:effectLst/>
                <a:latin typeface="Lato" panose="020F0502020204030203" pitchFamily="34" charset="0"/>
                <a:ea typeface="Lato" panose="020F0502020204030203" pitchFamily="34" charset="0"/>
                <a:cs typeface="Lato" panose="020F0502020204030203" pitchFamily="34" charset="0"/>
              </a:rPr>
              <a:t>Reputation Marketing</a:t>
            </a:r>
          </a:p>
          <a:p>
            <a:r>
              <a:rPr lang="en-GB" b="0" i="0" dirty="0">
                <a:effectLst/>
                <a:latin typeface="Lato" panose="020F0502020204030203" pitchFamily="34" charset="0"/>
                <a:ea typeface="Lato" panose="020F0502020204030203" pitchFamily="34" charset="0"/>
                <a:cs typeface="Lato" panose="020F0502020204030203" pitchFamily="34" charset="0"/>
              </a:rPr>
              <a:t>Video Marketing</a:t>
            </a:r>
          </a:p>
          <a:p>
            <a:r>
              <a:rPr lang="en-GB" b="0" i="0" dirty="0">
                <a:effectLst/>
                <a:latin typeface="Lato" panose="020F0502020204030203" pitchFamily="34" charset="0"/>
                <a:ea typeface="Lato" panose="020F0502020204030203" pitchFamily="34" charset="0"/>
                <a:cs typeface="Lato" panose="020F0502020204030203" pitchFamily="34" charset="0"/>
              </a:rPr>
              <a:t>Instant Message marketing</a:t>
            </a:r>
          </a:p>
          <a:p>
            <a:r>
              <a:rPr lang="en-GB" b="0" i="0" dirty="0">
                <a:effectLst/>
                <a:latin typeface="Lato" panose="020F0502020204030203" pitchFamily="34" charset="0"/>
                <a:ea typeface="Lato" panose="020F0502020204030203" pitchFamily="34" charset="0"/>
                <a:cs typeface="Lato" panose="020F0502020204030203" pitchFamily="34" charset="0"/>
              </a:rPr>
              <a:t>Content marketing</a:t>
            </a:r>
          </a:p>
          <a:p>
            <a:r>
              <a:rPr lang="en-GB" b="0" i="0" dirty="0">
                <a:effectLst/>
                <a:latin typeface="Lato" panose="020F0502020204030203" pitchFamily="34" charset="0"/>
                <a:ea typeface="Lato" panose="020F0502020204030203" pitchFamily="34" charset="0"/>
                <a:cs typeface="Lato" panose="020F0502020204030203" pitchFamily="34" charset="0"/>
              </a:rPr>
              <a:t>Pay-per-click (PPC) advertising</a:t>
            </a:r>
          </a:p>
          <a:p>
            <a:r>
              <a:rPr lang="en-GB" b="0" i="0" dirty="0">
                <a:effectLst/>
                <a:latin typeface="Lato" panose="020F0502020204030203" pitchFamily="34" charset="0"/>
                <a:ea typeface="Lato" panose="020F0502020204030203" pitchFamily="34" charset="0"/>
                <a:cs typeface="Lato" panose="020F0502020204030203" pitchFamily="34" charset="0"/>
              </a:rPr>
              <a:t>Business branding</a:t>
            </a:r>
          </a:p>
          <a:p>
            <a:r>
              <a:rPr lang="en-GB" b="0" i="0" dirty="0">
                <a:effectLst/>
                <a:latin typeface="Lato" panose="020F0502020204030203" pitchFamily="34" charset="0"/>
                <a:ea typeface="Lato" panose="020F0502020204030203" pitchFamily="34" charset="0"/>
                <a:cs typeface="Lato" panose="020F0502020204030203" pitchFamily="34" charset="0"/>
              </a:rPr>
              <a:t>Social media marketing</a:t>
            </a:r>
          </a:p>
          <a:p>
            <a:r>
              <a:rPr lang="en-GB" b="0" i="0" dirty="0">
                <a:effectLst/>
                <a:latin typeface="Lato" panose="020F0502020204030203" pitchFamily="34" charset="0"/>
                <a:ea typeface="Lato" panose="020F0502020204030203" pitchFamily="34" charset="0"/>
                <a:cs typeface="Lato" panose="020F0502020204030203" pitchFamily="34" charset="0"/>
              </a:rPr>
              <a:t>Conversion rate optimization</a:t>
            </a:r>
          </a:p>
          <a:p>
            <a:r>
              <a:rPr lang="en-GB" b="0" i="0" dirty="0">
                <a:effectLst/>
                <a:latin typeface="Lato" panose="020F0502020204030203" pitchFamily="34" charset="0"/>
                <a:ea typeface="Lato" panose="020F0502020204030203" pitchFamily="34" charset="0"/>
                <a:cs typeface="Lato" panose="020F0502020204030203" pitchFamily="34" charset="0"/>
              </a:rPr>
              <a:t>Website design</a:t>
            </a:r>
          </a:p>
          <a:p>
            <a:r>
              <a:rPr lang="en-GB" b="0" i="0" dirty="0">
                <a:effectLst/>
                <a:latin typeface="Lato" panose="020F0502020204030203" pitchFamily="34" charset="0"/>
                <a:ea typeface="Lato" panose="020F0502020204030203" pitchFamily="34" charset="0"/>
                <a:cs typeface="Lato" panose="020F0502020204030203" pitchFamily="34" charset="0"/>
              </a:rPr>
              <a:t>E-marketing analytics</a:t>
            </a:r>
          </a:p>
        </p:txBody>
      </p:sp>
    </p:spTree>
    <p:extLst>
      <p:ext uri="{BB962C8B-B14F-4D97-AF65-F5344CB8AC3E}">
        <p14:creationId xmlns:p14="http://schemas.microsoft.com/office/powerpoint/2010/main" val="167885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49590-1F6D-9B67-F935-185C04BC8C39}"/>
              </a:ext>
            </a:extLst>
          </p:cNvPr>
          <p:cNvSpPr>
            <a:spLocks noGrp="1"/>
          </p:cNvSpPr>
          <p:nvPr>
            <p:ph type="title"/>
          </p:nvPr>
        </p:nvSpPr>
        <p:spPr>
          <a:xfrm>
            <a:off x="2751221" y="0"/>
            <a:ext cx="7348400" cy="1143200"/>
          </a:xfrm>
        </p:spPr>
        <p:txBody>
          <a:bodyPr/>
          <a:lstStyle/>
          <a:p>
            <a:r>
              <a:rPr lang="en-IN" b="1" dirty="0"/>
              <a:t>Search Engine Optimisation</a:t>
            </a:r>
          </a:p>
        </p:txBody>
      </p:sp>
      <p:sp>
        <p:nvSpPr>
          <p:cNvPr id="3" name="Text Placeholder 2">
            <a:extLst>
              <a:ext uri="{FF2B5EF4-FFF2-40B4-BE49-F238E27FC236}">
                <a16:creationId xmlns:a16="http://schemas.microsoft.com/office/drawing/2014/main" id="{82C1AD94-1E1F-7BDA-50CF-85C0443CE601}"/>
              </a:ext>
            </a:extLst>
          </p:cNvPr>
          <p:cNvSpPr>
            <a:spLocks noGrp="1"/>
          </p:cNvSpPr>
          <p:nvPr>
            <p:ph type="body" idx="1"/>
          </p:nvPr>
        </p:nvSpPr>
        <p:spPr>
          <a:xfrm>
            <a:off x="1" y="1235921"/>
            <a:ext cx="9712036" cy="5261131"/>
          </a:xfrm>
        </p:spPr>
        <p:txBody>
          <a:bodyPr/>
          <a:lstStyle/>
          <a:p>
            <a:r>
              <a:rPr lang="en-GB" sz="2400" dirty="0">
                <a:latin typeface="Lato" panose="020F0502020204030203" pitchFamily="34" charset="0"/>
                <a:ea typeface="Lato" panose="020F0502020204030203" pitchFamily="34" charset="0"/>
                <a:cs typeface="Lato" panose="020F0502020204030203" pitchFamily="34" charset="0"/>
              </a:rPr>
              <a:t>To outperform rivals in search results and reach your target audience</a:t>
            </a:r>
          </a:p>
          <a:p>
            <a:r>
              <a:rPr lang="en-GB" sz="2400" dirty="0">
                <a:latin typeface="Lato" panose="020F0502020204030203" pitchFamily="34" charset="0"/>
                <a:ea typeface="Lato" panose="020F0502020204030203" pitchFamily="34" charset="0"/>
                <a:cs typeface="Lato" panose="020F0502020204030203" pitchFamily="34" charset="0"/>
              </a:rPr>
              <a:t>This results in an increase in sales, clients, and revenue. </a:t>
            </a:r>
          </a:p>
          <a:p>
            <a:r>
              <a:rPr lang="en-GB" sz="2400" dirty="0">
                <a:latin typeface="Lato" panose="020F0502020204030203" pitchFamily="34" charset="0"/>
                <a:ea typeface="Lato" panose="020F0502020204030203" pitchFamily="34" charset="0"/>
                <a:cs typeface="Lato" panose="020F0502020204030203" pitchFamily="34" charset="0"/>
              </a:rPr>
              <a:t>Since 33% of clicks go to the top-ranking result in a search, the primary objective of SEO is to help your website rank higher.</a:t>
            </a:r>
          </a:p>
          <a:p>
            <a:r>
              <a:rPr lang="en-GB" sz="2400" dirty="0">
                <a:solidFill>
                  <a:srgbClr val="222222"/>
                </a:solidFill>
                <a:latin typeface="Lato" panose="020F0502020204030203" pitchFamily="34" charset="0"/>
                <a:ea typeface="Lato" panose="020F0502020204030203" pitchFamily="34" charset="0"/>
                <a:cs typeface="Lato" panose="020F0502020204030203" pitchFamily="34" charset="0"/>
              </a:rPr>
              <a:t>Certain m</a:t>
            </a:r>
            <a:r>
              <a:rPr lang="en-GB" sz="2400" b="0" i="0" dirty="0">
                <a:solidFill>
                  <a:srgbClr val="222222"/>
                </a:solidFill>
                <a:effectLst/>
                <a:latin typeface="Lato" panose="020F0502020204030203" pitchFamily="34" charset="0"/>
                <a:ea typeface="Lato" panose="020F0502020204030203" pitchFamily="34" charset="0"/>
                <a:cs typeface="Lato" panose="020F0502020204030203" pitchFamily="34" charset="0"/>
              </a:rPr>
              <a:t>icro-strategies associated with SEO that make it so effective,</a:t>
            </a:r>
          </a:p>
          <a:p>
            <a:pPr lvl="1"/>
            <a:r>
              <a:rPr lang="en-IN" b="1" i="1" dirty="0">
                <a:latin typeface="Lato" panose="020F0502020204030203" pitchFamily="34" charset="0"/>
                <a:ea typeface="Lato" panose="020F0502020204030203" pitchFamily="34" charset="0"/>
                <a:cs typeface="Lato" panose="020F0502020204030203" pitchFamily="34" charset="0"/>
              </a:rPr>
              <a:t>Keyword research </a:t>
            </a:r>
            <a:r>
              <a:rPr lang="en-IN" dirty="0">
                <a:latin typeface="Lato" panose="020F0502020204030203" pitchFamily="34" charset="0"/>
                <a:ea typeface="Lato" panose="020F0502020204030203" pitchFamily="34" charset="0"/>
                <a:cs typeface="Lato" panose="020F0502020204030203" pitchFamily="34" charset="0"/>
              </a:rPr>
              <a:t>are trigger words to determine exactly what your audience is searching online and rank a particular site higher</a:t>
            </a:r>
          </a:p>
          <a:p>
            <a:pPr lvl="1"/>
            <a:r>
              <a:rPr lang="en-IN" b="1" i="1" dirty="0">
                <a:latin typeface="Lato" panose="020F0502020204030203" pitchFamily="34" charset="0"/>
                <a:ea typeface="Lato" panose="020F0502020204030203" pitchFamily="34" charset="0"/>
                <a:cs typeface="Lato" panose="020F0502020204030203" pitchFamily="34" charset="0"/>
              </a:rPr>
              <a:t>Internal linking </a:t>
            </a:r>
            <a:r>
              <a:rPr lang="en-GB" b="0" i="0" dirty="0">
                <a:solidFill>
                  <a:srgbClr val="222222"/>
                </a:solidFill>
                <a:effectLst/>
                <a:latin typeface="Lato" panose="020F0502020204030203" pitchFamily="34" charset="0"/>
                <a:ea typeface="Lato" panose="020F0502020204030203" pitchFamily="34" charset="0"/>
                <a:cs typeface="Lato" panose="020F0502020204030203" pitchFamily="34" charset="0"/>
              </a:rPr>
              <a:t>ensures that all of your site pages are interconnected not just for customers but for the search engine to find new pages on the site</a:t>
            </a:r>
            <a:endParaRPr lang="en-IN" dirty="0">
              <a:latin typeface="Lato" panose="020F0502020204030203" pitchFamily="34" charset="0"/>
              <a:ea typeface="Lato" panose="020F0502020204030203" pitchFamily="34" charset="0"/>
              <a:cs typeface="Lato" panose="020F0502020204030203" pitchFamily="34" charset="0"/>
            </a:endParaRPr>
          </a:p>
          <a:p>
            <a:pPr lvl="1"/>
            <a:r>
              <a:rPr lang="en-IN" b="1" i="1" dirty="0">
                <a:latin typeface="Lato" panose="020F0502020204030203" pitchFamily="34" charset="0"/>
                <a:ea typeface="Lato" panose="020F0502020204030203" pitchFamily="34" charset="0"/>
                <a:cs typeface="Lato" panose="020F0502020204030203" pitchFamily="34" charset="0"/>
              </a:rPr>
              <a:t>Page speed optimization </a:t>
            </a:r>
            <a:r>
              <a:rPr lang="en-IN" dirty="0">
                <a:latin typeface="Lato" panose="020F0502020204030203" pitchFamily="34" charset="0"/>
                <a:ea typeface="Lato" panose="020F0502020204030203" pitchFamily="34" charset="0"/>
                <a:cs typeface="Lato" panose="020F0502020204030203" pitchFamily="34" charset="0"/>
              </a:rPr>
              <a:t>The</a:t>
            </a:r>
            <a:r>
              <a:rPr lang="en-IN" i="1" dirty="0">
                <a:latin typeface="Lato" panose="020F0502020204030203" pitchFamily="34" charset="0"/>
                <a:ea typeface="Lato" panose="020F0502020204030203" pitchFamily="34" charset="0"/>
                <a:cs typeface="Lato" panose="020F0502020204030203" pitchFamily="34" charset="0"/>
              </a:rPr>
              <a:t> </a:t>
            </a:r>
            <a:r>
              <a:rPr lang="en-GB" dirty="0">
                <a:latin typeface="Lato" panose="020F0502020204030203" pitchFamily="34" charset="0"/>
                <a:ea typeface="Lato" panose="020F0502020204030203" pitchFamily="34" charset="0"/>
                <a:cs typeface="Lato" panose="020F0502020204030203" pitchFamily="34" charset="0"/>
              </a:rPr>
              <a:t>site pages are required to load quickly is a crucial part of creating a great user experience. </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73653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3D3E9-8895-16CD-9F51-BC7394A1682B}"/>
              </a:ext>
            </a:extLst>
          </p:cNvPr>
          <p:cNvSpPr>
            <a:spLocks noGrp="1"/>
          </p:cNvSpPr>
          <p:nvPr>
            <p:ph type="title"/>
          </p:nvPr>
        </p:nvSpPr>
        <p:spPr>
          <a:xfrm>
            <a:off x="2835442" y="0"/>
            <a:ext cx="7348400" cy="1143200"/>
          </a:xfrm>
        </p:spPr>
        <p:txBody>
          <a:bodyPr/>
          <a:lstStyle/>
          <a:p>
            <a:r>
              <a:rPr lang="en-GB" b="0" i="0" dirty="0">
                <a:effectLst/>
                <a:latin typeface="Lato" panose="020F0502020204030203" pitchFamily="34" charset="0"/>
                <a:ea typeface="Lato" panose="020F0502020204030203" pitchFamily="34" charset="0"/>
                <a:cs typeface="Lato" panose="020F0502020204030203" pitchFamily="34" charset="0"/>
              </a:rPr>
              <a:t>Content marketing</a:t>
            </a:r>
            <a:endParaRPr lang="en-IN" dirty="0"/>
          </a:p>
        </p:txBody>
      </p:sp>
      <p:sp>
        <p:nvSpPr>
          <p:cNvPr id="3" name="Text Placeholder 2">
            <a:extLst>
              <a:ext uri="{FF2B5EF4-FFF2-40B4-BE49-F238E27FC236}">
                <a16:creationId xmlns:a16="http://schemas.microsoft.com/office/drawing/2014/main" id="{6715D171-8ED4-141A-C320-F508C8862B2D}"/>
              </a:ext>
            </a:extLst>
          </p:cNvPr>
          <p:cNvSpPr>
            <a:spLocks noGrp="1"/>
          </p:cNvSpPr>
          <p:nvPr>
            <p:ph type="body" idx="1"/>
          </p:nvPr>
        </p:nvSpPr>
        <p:spPr>
          <a:xfrm>
            <a:off x="0" y="1143200"/>
            <a:ext cx="9047747" cy="5714800"/>
          </a:xfrm>
        </p:spPr>
        <p:txBody>
          <a:bodyPr/>
          <a:lstStyle/>
          <a:p>
            <a:r>
              <a:rPr lang="en-GB" dirty="0">
                <a:latin typeface="Lato" panose="020F0502020204030203" pitchFamily="34" charset="0"/>
                <a:ea typeface="Lato" panose="020F0502020204030203" pitchFamily="34" charset="0"/>
                <a:cs typeface="Lato" panose="020F0502020204030203" pitchFamily="34" charset="0"/>
              </a:rPr>
              <a:t>The target keywords identified through keyword research are ideal for implementation in content. </a:t>
            </a:r>
          </a:p>
          <a:p>
            <a:r>
              <a:rPr lang="en-GB" dirty="0">
                <a:latin typeface="Lato" panose="020F0502020204030203" pitchFamily="34" charset="0"/>
                <a:ea typeface="Lato" panose="020F0502020204030203" pitchFamily="34" charset="0"/>
                <a:cs typeface="Lato" panose="020F0502020204030203" pitchFamily="34" charset="0"/>
              </a:rPr>
              <a:t>As content is a fantastic opportunity to educate site visitors about the business such as what you do, and your products and services, you should base it on the  target keywords.</a:t>
            </a:r>
          </a:p>
          <a:p>
            <a:r>
              <a:rPr lang="en-GB" dirty="0">
                <a:latin typeface="Lato" panose="020F0502020204030203" pitchFamily="34" charset="0"/>
                <a:ea typeface="Lato" panose="020F0502020204030203" pitchFamily="34" charset="0"/>
                <a:cs typeface="Lato" panose="020F0502020204030203" pitchFamily="34" charset="0"/>
              </a:rPr>
              <a:t>Certain ideas to implement a content marketing strategy</a:t>
            </a:r>
          </a:p>
          <a:p>
            <a:pPr lvl="1"/>
            <a:r>
              <a:rPr lang="en-GB" sz="2800" dirty="0">
                <a:latin typeface="Lato" panose="020F0502020204030203" pitchFamily="34" charset="0"/>
                <a:ea typeface="Lato" panose="020F0502020204030203" pitchFamily="34" charset="0"/>
                <a:cs typeface="Lato" panose="020F0502020204030203" pitchFamily="34" charset="0"/>
              </a:rPr>
              <a:t>Identify the topics that relate to your offerings that your audience may be interested in.</a:t>
            </a:r>
          </a:p>
          <a:p>
            <a:pPr lvl="1"/>
            <a:r>
              <a:rPr lang="en-GB" sz="2800" dirty="0">
                <a:latin typeface="Lato" panose="020F0502020204030203" pitchFamily="34" charset="0"/>
                <a:ea typeface="Lato" panose="020F0502020204030203" pitchFamily="34" charset="0"/>
                <a:cs typeface="Lato" panose="020F0502020204030203" pitchFamily="34" charset="0"/>
              </a:rPr>
              <a:t>Produce a variety of content.</a:t>
            </a:r>
          </a:p>
          <a:p>
            <a:pPr lvl="1"/>
            <a:r>
              <a:rPr lang="en-GB" sz="2800" dirty="0">
                <a:latin typeface="Lato" panose="020F0502020204030203" pitchFamily="34" charset="0"/>
                <a:ea typeface="Lato" panose="020F0502020204030203" pitchFamily="34" charset="0"/>
                <a:cs typeface="Lato" panose="020F0502020204030203" pitchFamily="34" charset="0"/>
              </a:rPr>
              <a:t>Regularly produce content and emphasize by using it across several platforms. </a:t>
            </a:r>
          </a:p>
          <a:p>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4155519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6905D-4803-1FC3-2DFE-1D187C68FEAE}"/>
              </a:ext>
            </a:extLst>
          </p:cNvPr>
          <p:cNvSpPr>
            <a:spLocks noGrp="1"/>
          </p:cNvSpPr>
          <p:nvPr>
            <p:ph type="title"/>
          </p:nvPr>
        </p:nvSpPr>
        <p:spPr/>
        <p:txBody>
          <a:bodyPr/>
          <a:lstStyle/>
          <a:p>
            <a:r>
              <a:rPr lang="en-IN" b="1" dirty="0"/>
              <a:t>Email Marketing </a:t>
            </a:r>
          </a:p>
        </p:txBody>
      </p:sp>
      <p:sp>
        <p:nvSpPr>
          <p:cNvPr id="3" name="Text Placeholder 2">
            <a:extLst>
              <a:ext uri="{FF2B5EF4-FFF2-40B4-BE49-F238E27FC236}">
                <a16:creationId xmlns:a16="http://schemas.microsoft.com/office/drawing/2014/main" id="{28CB0367-09AA-1EE8-DAC2-2CAD21B45668}"/>
              </a:ext>
            </a:extLst>
          </p:cNvPr>
          <p:cNvSpPr>
            <a:spLocks noGrp="1"/>
          </p:cNvSpPr>
          <p:nvPr>
            <p:ph type="body" idx="1"/>
          </p:nvPr>
        </p:nvSpPr>
        <p:spPr/>
        <p:txBody>
          <a:bodyPr/>
          <a:lstStyle/>
          <a:p>
            <a:pPr marL="152396" indent="0">
              <a:buNone/>
            </a:pPr>
            <a:r>
              <a:rPr lang="en-GB" dirty="0"/>
              <a:t>By building a subscriber list or database of targeted prospects, email marketing entails promoting a good or service to them via email.</a:t>
            </a:r>
          </a:p>
          <a:p>
            <a:pPr marL="152396" indent="0">
              <a:buNone/>
            </a:pPr>
            <a:endParaRPr lang="en-GB" dirty="0"/>
          </a:p>
          <a:p>
            <a:pPr marL="152396" indent="0">
              <a:buNone/>
            </a:pPr>
            <a:r>
              <a:rPr lang="en-GB" dirty="0"/>
              <a:t>To enhance conversions, email marketers can target particular email list groups and create correspondence that is especially customised to them.</a:t>
            </a:r>
            <a:endParaRPr lang="en-IN" dirty="0"/>
          </a:p>
        </p:txBody>
      </p:sp>
    </p:spTree>
    <p:extLst>
      <p:ext uri="{BB962C8B-B14F-4D97-AF65-F5344CB8AC3E}">
        <p14:creationId xmlns:p14="http://schemas.microsoft.com/office/powerpoint/2010/main" val="3975582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991AD-9A25-A9D9-EF93-E85F6BD16A27}"/>
              </a:ext>
            </a:extLst>
          </p:cNvPr>
          <p:cNvSpPr>
            <a:spLocks noGrp="1"/>
          </p:cNvSpPr>
          <p:nvPr>
            <p:ph type="title"/>
          </p:nvPr>
        </p:nvSpPr>
        <p:spPr>
          <a:xfrm>
            <a:off x="609600" y="690270"/>
            <a:ext cx="7348400" cy="1143200"/>
          </a:xfrm>
        </p:spPr>
        <p:txBody>
          <a:bodyPr/>
          <a:lstStyle/>
          <a:p>
            <a:r>
              <a:rPr lang="en-IN" b="1" i="0" dirty="0">
                <a:solidFill>
                  <a:srgbClr val="2D2D2D"/>
                </a:solidFill>
                <a:effectLst/>
                <a:latin typeface="Lato" panose="020F0502020204030203" pitchFamily="34" charset="0"/>
                <a:ea typeface="Lato" panose="020F0502020204030203" pitchFamily="34" charset="0"/>
                <a:cs typeface="Lato" panose="020F0502020204030203" pitchFamily="34" charset="0"/>
              </a:rPr>
              <a:t>Influencer marketing</a:t>
            </a:r>
            <a:endParaRPr lang="en-IN" b="1"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D7F0F9BE-04E3-61EA-84DF-9E9372F3AE17}"/>
              </a:ext>
            </a:extLst>
          </p:cNvPr>
          <p:cNvSpPr>
            <a:spLocks noGrp="1"/>
          </p:cNvSpPr>
          <p:nvPr>
            <p:ph type="body" idx="1"/>
          </p:nvPr>
        </p:nvSpPr>
        <p:spPr>
          <a:xfrm>
            <a:off x="304800" y="2105891"/>
            <a:ext cx="7764036" cy="4267200"/>
          </a:xfrm>
        </p:spPr>
        <p:txBody>
          <a:bodyPr/>
          <a:lstStyle/>
          <a:p>
            <a:pPr marL="152396" indent="0">
              <a:buNone/>
            </a:pPr>
            <a:r>
              <a:rPr lang="en-GB" dirty="0"/>
              <a:t>Influencers are people with a significant social media following who market goods or services in exchange for money.</a:t>
            </a:r>
          </a:p>
          <a:p>
            <a:pPr marL="152396" indent="0">
              <a:buNone/>
            </a:pPr>
            <a:r>
              <a:rPr lang="en-GB" dirty="0"/>
              <a:t> When a business makes contact with one of these individuals and establishes a connection, influencer marketing occurs. </a:t>
            </a:r>
          </a:p>
          <a:p>
            <a:pPr marL="152396" indent="0">
              <a:buNone/>
            </a:pPr>
            <a:r>
              <a:rPr lang="en-GB" dirty="0"/>
              <a:t>For producing or disseminating material about a certain company to their followers, the influencer is compensated financially or with goods and services.</a:t>
            </a:r>
            <a:endParaRPr lang="en-IN" dirty="0"/>
          </a:p>
        </p:txBody>
      </p:sp>
    </p:spTree>
    <p:extLst>
      <p:ext uri="{BB962C8B-B14F-4D97-AF65-F5344CB8AC3E}">
        <p14:creationId xmlns:p14="http://schemas.microsoft.com/office/powerpoint/2010/main" val="3888353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D6A07-043A-628C-867D-A2E93CF7008B}"/>
              </a:ext>
            </a:extLst>
          </p:cNvPr>
          <p:cNvSpPr>
            <a:spLocks noGrp="1"/>
          </p:cNvSpPr>
          <p:nvPr>
            <p:ph type="title"/>
          </p:nvPr>
        </p:nvSpPr>
        <p:spPr>
          <a:xfrm>
            <a:off x="2743200" y="219214"/>
            <a:ext cx="7348400" cy="1143200"/>
          </a:xfrm>
        </p:spPr>
        <p:txBody>
          <a:bodyPr/>
          <a:lstStyle/>
          <a:p>
            <a:r>
              <a:rPr lang="en-IN" b="1" i="0" dirty="0">
                <a:solidFill>
                  <a:srgbClr val="2D2D2D"/>
                </a:solidFill>
                <a:effectLst/>
                <a:latin typeface="Lato" panose="020F0502020204030203" pitchFamily="34" charset="0"/>
                <a:ea typeface="Lato" panose="020F0502020204030203" pitchFamily="34" charset="0"/>
                <a:cs typeface="Lato" panose="020F0502020204030203" pitchFamily="34" charset="0"/>
              </a:rPr>
              <a:t>Affiliate Marketing</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97B729B3-42DA-1698-87F7-E42B943828B9}"/>
              </a:ext>
            </a:extLst>
          </p:cNvPr>
          <p:cNvSpPr>
            <a:spLocks noGrp="1"/>
          </p:cNvSpPr>
          <p:nvPr>
            <p:ph type="body" idx="1"/>
          </p:nvPr>
        </p:nvSpPr>
        <p:spPr>
          <a:xfrm>
            <a:off x="235526" y="1259534"/>
            <a:ext cx="9088583" cy="4933448"/>
          </a:xfrm>
        </p:spPr>
        <p:txBody>
          <a:bodyPr/>
          <a:lstStyle/>
          <a:p>
            <a:pPr marL="152396" indent="0">
              <a:buNone/>
            </a:pPr>
            <a:r>
              <a:rPr lang="en-GB" b="0" i="0" dirty="0">
                <a:solidFill>
                  <a:srgbClr val="2D2D2D"/>
                </a:solidFill>
                <a:effectLst/>
                <a:latin typeface="Lato" panose="020F0502020204030203" pitchFamily="34" charset="0"/>
                <a:ea typeface="Lato" panose="020F0502020204030203" pitchFamily="34" charset="0"/>
                <a:cs typeface="Lato" panose="020F0502020204030203" pitchFamily="34" charset="0"/>
              </a:rPr>
              <a:t>Affiliate marketing is an e-marketing strategy involving three parties: the product owner, the affiliate marketer and the end consumer.</a:t>
            </a:r>
          </a:p>
          <a:p>
            <a:pPr marL="152396" indent="0">
              <a:buNone/>
            </a:pPr>
            <a:endParaRPr lang="en-GB" b="0" i="0" dirty="0">
              <a:solidFill>
                <a:srgbClr val="2D2D2D"/>
              </a:solidFill>
              <a:effectLst/>
              <a:latin typeface="Lato" panose="020F0502020204030203" pitchFamily="34" charset="0"/>
              <a:ea typeface="Lato" panose="020F0502020204030203" pitchFamily="34" charset="0"/>
              <a:cs typeface="Lato" panose="020F0502020204030203" pitchFamily="34" charset="0"/>
            </a:endParaRPr>
          </a:p>
          <a:p>
            <a:pPr marL="152396" indent="0">
              <a:buNone/>
            </a:pPr>
            <a:r>
              <a:rPr lang="en-GB" b="0" i="0" dirty="0">
                <a:solidFill>
                  <a:srgbClr val="2D2D2D"/>
                </a:solidFill>
                <a:effectLst/>
                <a:latin typeface="Lato" panose="020F0502020204030203" pitchFamily="34" charset="0"/>
                <a:ea typeface="Lato" panose="020F0502020204030203" pitchFamily="34" charset="0"/>
                <a:cs typeface="Lato" panose="020F0502020204030203" pitchFamily="34" charset="0"/>
              </a:rPr>
              <a:t>Affiliate marketers select a product and then promote it for the owner using blogs, videos or advertisements.</a:t>
            </a:r>
          </a:p>
          <a:p>
            <a:pPr marL="152396" indent="0">
              <a:buNone/>
            </a:pPr>
            <a:endParaRPr lang="en-GB" b="0" i="0" dirty="0">
              <a:solidFill>
                <a:srgbClr val="2D2D2D"/>
              </a:solidFill>
              <a:effectLst/>
              <a:latin typeface="Lato" panose="020F0502020204030203" pitchFamily="34" charset="0"/>
              <a:ea typeface="Lato" panose="020F0502020204030203" pitchFamily="34" charset="0"/>
              <a:cs typeface="Lato" panose="020F0502020204030203" pitchFamily="34" charset="0"/>
            </a:endParaRPr>
          </a:p>
          <a:p>
            <a:pPr marL="152396" indent="0">
              <a:buNone/>
            </a:pPr>
            <a:r>
              <a:rPr lang="en-GB" b="0" i="0" dirty="0">
                <a:solidFill>
                  <a:srgbClr val="2D2D2D"/>
                </a:solidFill>
                <a:effectLst/>
                <a:latin typeface="Lato" panose="020F0502020204030203" pitchFamily="34" charset="0"/>
                <a:ea typeface="Lato" panose="020F0502020204030203" pitchFamily="34" charset="0"/>
                <a:cs typeface="Lato" panose="020F0502020204030203" pitchFamily="34" charset="0"/>
              </a:rPr>
              <a:t>The consumer can buy the product online, using a link supplied by the affiliate, usually at a discounted price.</a:t>
            </a:r>
          </a:p>
          <a:p>
            <a:pPr marL="152396" indent="0">
              <a:buNone/>
            </a:pPr>
            <a:endParaRPr lang="en-GB" b="0" i="0" dirty="0">
              <a:solidFill>
                <a:srgbClr val="2D2D2D"/>
              </a:solidFill>
              <a:effectLst/>
              <a:latin typeface="Lato" panose="020F0502020204030203" pitchFamily="34" charset="0"/>
              <a:ea typeface="Lato" panose="020F0502020204030203" pitchFamily="34" charset="0"/>
              <a:cs typeface="Lato" panose="020F0502020204030203" pitchFamily="34" charset="0"/>
            </a:endParaRPr>
          </a:p>
          <a:p>
            <a:pPr marL="152396" indent="0">
              <a:buNone/>
            </a:pPr>
            <a:r>
              <a:rPr lang="en-GB" b="0" i="0" dirty="0">
                <a:solidFill>
                  <a:srgbClr val="2D2D2D"/>
                </a:solidFill>
                <a:effectLst/>
                <a:latin typeface="Lato" panose="020F0502020204030203" pitchFamily="34" charset="0"/>
                <a:ea typeface="Lato" panose="020F0502020204030203" pitchFamily="34" charset="0"/>
                <a:cs typeface="Lato" panose="020F0502020204030203" pitchFamily="34" charset="0"/>
              </a:rPr>
              <a:t>The affiliate marketer can get paid a predetermined commission on each sale.</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662186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30AF-DBAA-96CA-7295-86004D1426EA}"/>
              </a:ext>
            </a:extLst>
          </p:cNvPr>
          <p:cNvSpPr>
            <a:spLocks noGrp="1"/>
          </p:cNvSpPr>
          <p:nvPr>
            <p:ph type="title"/>
          </p:nvPr>
        </p:nvSpPr>
        <p:spPr>
          <a:xfrm>
            <a:off x="3338945" y="263237"/>
            <a:ext cx="7348400" cy="1143200"/>
          </a:xfrm>
        </p:spPr>
        <p:txBody>
          <a:bodyPr/>
          <a:lstStyle/>
          <a:p>
            <a:r>
              <a:rPr lang="en-IN" b="1" i="0" dirty="0">
                <a:solidFill>
                  <a:srgbClr val="2D2D2D"/>
                </a:solidFill>
                <a:effectLst/>
                <a:latin typeface="Lato" panose="020F0502020204030203" pitchFamily="34" charset="0"/>
                <a:ea typeface="Lato" panose="020F0502020204030203" pitchFamily="34" charset="0"/>
                <a:cs typeface="Lato" panose="020F0502020204030203" pitchFamily="34" charset="0"/>
              </a:rPr>
              <a:t>Reputation marketing</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08C8B68E-2C13-E3C6-2460-13744170ED55}"/>
              </a:ext>
            </a:extLst>
          </p:cNvPr>
          <p:cNvSpPr>
            <a:spLocks noGrp="1"/>
          </p:cNvSpPr>
          <p:nvPr>
            <p:ph type="body" idx="1"/>
          </p:nvPr>
        </p:nvSpPr>
        <p:spPr>
          <a:xfrm>
            <a:off x="290944" y="1607127"/>
            <a:ext cx="9615055" cy="4488872"/>
          </a:xfrm>
        </p:spPr>
        <p:txBody>
          <a:bodyPr/>
          <a:lstStyle/>
          <a:p>
            <a:pPr marL="152396" indent="0">
              <a:buNone/>
            </a:pPr>
            <a:r>
              <a:rPr lang="en-GB" dirty="0">
                <a:latin typeface="Lato" panose="020F0502020204030203" pitchFamily="34" charset="0"/>
                <a:ea typeface="Lato" panose="020F0502020204030203" pitchFamily="34" charset="0"/>
                <a:cs typeface="Lato" panose="020F0502020204030203" pitchFamily="34" charset="0"/>
              </a:rPr>
              <a:t>Reputation marketing is an e-marketing tactic that leverages online review sites and social media to improve a company's reputation and enhance sales.</a:t>
            </a:r>
          </a:p>
          <a:p>
            <a:pPr marL="152396" indent="0">
              <a:buNone/>
            </a:pPr>
            <a:endParaRPr lang="en-GB" dirty="0">
              <a:latin typeface="Lato" panose="020F0502020204030203" pitchFamily="34" charset="0"/>
              <a:ea typeface="Lato" panose="020F0502020204030203" pitchFamily="34" charset="0"/>
              <a:cs typeface="Lato" panose="020F0502020204030203" pitchFamily="34" charset="0"/>
            </a:endParaRP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Since more people now shop online, online testimonials and referrals have grown in importance as a source of product endorsement and advice for customers. </a:t>
            </a:r>
          </a:p>
          <a:p>
            <a:pPr marL="152396" indent="0">
              <a:buNone/>
            </a:pPr>
            <a:endParaRPr lang="en-GB" dirty="0">
              <a:latin typeface="Lato" panose="020F0502020204030203" pitchFamily="34" charset="0"/>
              <a:ea typeface="Lato" panose="020F0502020204030203" pitchFamily="34" charset="0"/>
              <a:cs typeface="Lato" panose="020F0502020204030203" pitchFamily="34" charset="0"/>
            </a:endParaRP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Building a brand's reputation through reputation marketing entails motivating people to leave favourable evaluations on particular websites and social media channels.</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377887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8F6B4-4C9C-2589-BB9B-FAFADDA536E9}"/>
              </a:ext>
            </a:extLst>
          </p:cNvPr>
          <p:cNvSpPr>
            <a:spLocks noGrp="1"/>
          </p:cNvSpPr>
          <p:nvPr>
            <p:ph type="title"/>
          </p:nvPr>
        </p:nvSpPr>
        <p:spPr>
          <a:xfrm>
            <a:off x="2729346" y="0"/>
            <a:ext cx="7348400" cy="1143200"/>
          </a:xfrm>
        </p:spPr>
        <p:txBody>
          <a:bodyPr/>
          <a:lstStyle/>
          <a:p>
            <a:r>
              <a:rPr lang="en-IN" b="1" i="0" dirty="0">
                <a:solidFill>
                  <a:srgbClr val="2D2D2D"/>
                </a:solidFill>
                <a:effectLst/>
                <a:latin typeface="Lato" panose="020F0502020204030203" pitchFamily="34" charset="0"/>
                <a:ea typeface="Lato" panose="020F0502020204030203" pitchFamily="34" charset="0"/>
                <a:cs typeface="Lato" panose="020F0502020204030203" pitchFamily="34" charset="0"/>
              </a:rPr>
              <a:t>Video marketing</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87C0E66E-F83D-0B39-2EE8-0D4934E10E48}"/>
              </a:ext>
            </a:extLst>
          </p:cNvPr>
          <p:cNvSpPr>
            <a:spLocks noGrp="1"/>
          </p:cNvSpPr>
          <p:nvPr>
            <p:ph type="body" idx="1"/>
          </p:nvPr>
        </p:nvSpPr>
        <p:spPr>
          <a:xfrm>
            <a:off x="180108" y="1468582"/>
            <a:ext cx="9490365" cy="4748169"/>
          </a:xfrm>
        </p:spPr>
        <p:txBody>
          <a:bodyPr/>
          <a:lstStyle/>
          <a:p>
            <a:pPr marL="152396" indent="0">
              <a:buNone/>
            </a:pPr>
            <a:r>
              <a:rPr lang="en-GB" dirty="0">
                <a:latin typeface="Lato" panose="020F0502020204030203" pitchFamily="34" charset="0"/>
                <a:ea typeface="Lato" panose="020F0502020204030203" pitchFamily="34" charset="0"/>
                <a:cs typeface="Lato" panose="020F0502020204030203" pitchFamily="34" charset="0"/>
              </a:rPr>
              <a:t>In order to improve visibility, engagement, and revenue on digital and social channels, video marketing employs moving images. </a:t>
            </a:r>
          </a:p>
          <a:p>
            <a:pPr marL="152396" indent="0">
              <a:buNone/>
            </a:pPr>
            <a:endParaRPr lang="en-GB" dirty="0">
              <a:latin typeface="Lato" panose="020F0502020204030203" pitchFamily="34" charset="0"/>
              <a:ea typeface="Lato" panose="020F0502020204030203" pitchFamily="34" charset="0"/>
              <a:cs typeface="Lato" panose="020F0502020204030203" pitchFamily="34" charset="0"/>
            </a:endParaRP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It works in tandem with content marketing and is crucial to e-marketing, giving companies another way to connect with their customers. </a:t>
            </a:r>
          </a:p>
          <a:p>
            <a:pPr marL="152396" indent="0">
              <a:buNone/>
            </a:pPr>
            <a:endParaRPr lang="en-GB" dirty="0">
              <a:latin typeface="Lato" panose="020F0502020204030203" pitchFamily="34" charset="0"/>
              <a:ea typeface="Lato" panose="020F0502020204030203" pitchFamily="34" charset="0"/>
              <a:cs typeface="Lato" panose="020F0502020204030203" pitchFamily="34" charset="0"/>
            </a:endParaRP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Video marketing is a very powerful tool for attracting the interest and feelings of your target market and promoting your good or service.</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967183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CCE2-74DF-8280-3CDD-19ACEF227EF4}"/>
              </a:ext>
            </a:extLst>
          </p:cNvPr>
          <p:cNvSpPr>
            <a:spLocks noGrp="1"/>
          </p:cNvSpPr>
          <p:nvPr>
            <p:ph type="title"/>
          </p:nvPr>
        </p:nvSpPr>
        <p:spPr>
          <a:xfrm>
            <a:off x="2743200" y="122233"/>
            <a:ext cx="7348400" cy="1143200"/>
          </a:xfrm>
        </p:spPr>
        <p:txBody>
          <a:bodyPr/>
          <a:lstStyle/>
          <a:p>
            <a:r>
              <a:rPr lang="en-IN" b="1" i="0" dirty="0">
                <a:solidFill>
                  <a:srgbClr val="2D2D2D"/>
                </a:solidFill>
                <a:effectLst/>
                <a:latin typeface="Lato" panose="020F0502020204030203" pitchFamily="34" charset="0"/>
                <a:ea typeface="Lato" panose="020F0502020204030203" pitchFamily="34" charset="0"/>
                <a:cs typeface="Lato" panose="020F0502020204030203" pitchFamily="34" charset="0"/>
              </a:rPr>
              <a:t>Instant messaging marketing</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0616CFE5-DBBB-C154-C749-B2DFE982371F}"/>
              </a:ext>
            </a:extLst>
          </p:cNvPr>
          <p:cNvSpPr>
            <a:spLocks noGrp="1"/>
          </p:cNvSpPr>
          <p:nvPr>
            <p:ph type="body" idx="1"/>
          </p:nvPr>
        </p:nvSpPr>
        <p:spPr>
          <a:xfrm>
            <a:off x="609600" y="1524000"/>
            <a:ext cx="8382000" cy="4942133"/>
          </a:xfrm>
        </p:spPr>
        <p:txBody>
          <a:bodyPr/>
          <a:lstStyle/>
          <a:p>
            <a:pPr algn="just"/>
            <a:r>
              <a:rPr lang="en-GB" dirty="0">
                <a:latin typeface="Lato" panose="020F0502020204030203" pitchFamily="34" charset="0"/>
                <a:ea typeface="Lato" panose="020F0502020204030203" pitchFamily="34" charset="0"/>
                <a:cs typeface="Lato" panose="020F0502020204030203" pitchFamily="34" charset="0"/>
              </a:rPr>
              <a:t>Instant messaging marketing enables companies to quickly and successfully reach their target demographic. </a:t>
            </a:r>
          </a:p>
          <a:p>
            <a:pPr algn="just"/>
            <a:endParaRPr lang="en-GB" dirty="0">
              <a:latin typeface="Lato" panose="020F0502020204030203" pitchFamily="34" charset="0"/>
              <a:ea typeface="Lato" panose="020F0502020204030203" pitchFamily="34" charset="0"/>
              <a:cs typeface="Lato" panose="020F0502020204030203" pitchFamily="34" charset="0"/>
            </a:endParaRPr>
          </a:p>
          <a:p>
            <a:pPr algn="just"/>
            <a:r>
              <a:rPr lang="en-GB" dirty="0">
                <a:latin typeface="Lato" panose="020F0502020204030203" pitchFamily="34" charset="0"/>
                <a:ea typeface="Lato" panose="020F0502020204030203" pitchFamily="34" charset="0"/>
                <a:cs typeface="Lato" panose="020F0502020204030203" pitchFamily="34" charset="0"/>
              </a:rPr>
              <a:t>Real-time chat systems are used in this marketing tactic to provide customer service, advertise discounts, and deliver notifications. </a:t>
            </a:r>
          </a:p>
          <a:p>
            <a:pPr algn="just"/>
            <a:endParaRPr lang="en-GB" dirty="0">
              <a:latin typeface="Lato" panose="020F0502020204030203" pitchFamily="34" charset="0"/>
              <a:ea typeface="Lato" panose="020F0502020204030203" pitchFamily="34" charset="0"/>
              <a:cs typeface="Lato" panose="020F0502020204030203" pitchFamily="34" charset="0"/>
            </a:endParaRPr>
          </a:p>
          <a:p>
            <a:pPr algn="just"/>
            <a:r>
              <a:rPr lang="en-GB" dirty="0">
                <a:latin typeface="Lato" panose="020F0502020204030203" pitchFamily="34" charset="0"/>
                <a:ea typeface="Lato" panose="020F0502020204030203" pitchFamily="34" charset="0"/>
                <a:cs typeface="Lato" panose="020F0502020204030203" pitchFamily="34" charset="0"/>
              </a:rPr>
              <a:t>Instead of dialling a number or sending a series of emails, this kind of marketing gives clients another way to speak with a customer support agent right away.</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261078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418B9-E073-D858-15FB-C97609A77327}"/>
              </a:ext>
            </a:extLst>
          </p:cNvPr>
          <p:cNvSpPr>
            <a:spLocks noGrp="1"/>
          </p:cNvSpPr>
          <p:nvPr>
            <p:ph type="title"/>
          </p:nvPr>
        </p:nvSpPr>
        <p:spPr>
          <a:xfrm>
            <a:off x="2594810" y="0"/>
            <a:ext cx="8630653" cy="1143200"/>
          </a:xfrm>
        </p:spPr>
        <p:txBody>
          <a:bodyPr/>
          <a:lstStyle/>
          <a:p>
            <a:r>
              <a:rPr lang="en-IN" b="1" i="0" dirty="0">
                <a:effectLst/>
                <a:latin typeface="Lato" panose="020F0502020204030203" pitchFamily="34" charset="0"/>
                <a:ea typeface="Lato" panose="020F0502020204030203" pitchFamily="34" charset="0"/>
                <a:cs typeface="Lato" panose="020F0502020204030203" pitchFamily="34" charset="0"/>
              </a:rPr>
              <a:t>Pay-per-click (PPC) advertising</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F7645A9D-9482-82CE-9EBD-621A8627E3FA}"/>
              </a:ext>
            </a:extLst>
          </p:cNvPr>
          <p:cNvSpPr>
            <a:spLocks noGrp="1"/>
          </p:cNvSpPr>
          <p:nvPr>
            <p:ph type="body" idx="1"/>
          </p:nvPr>
        </p:nvSpPr>
        <p:spPr>
          <a:xfrm>
            <a:off x="272715" y="1392333"/>
            <a:ext cx="8883318" cy="5273162"/>
          </a:xfrm>
        </p:spPr>
        <p:txBody>
          <a:bodyPr/>
          <a:lstStyle/>
          <a:p>
            <a:r>
              <a:rPr lang="en-GB" dirty="0">
                <a:latin typeface="Lato" panose="020F0502020204030203" pitchFamily="34" charset="0"/>
                <a:ea typeface="Lato" panose="020F0502020204030203" pitchFamily="34" charset="0"/>
                <a:cs typeface="Lato" panose="020F0502020204030203" pitchFamily="34" charset="0"/>
              </a:rPr>
              <a:t>This tactic is precisely what it says : pay-as-you-go advertising. </a:t>
            </a:r>
          </a:p>
          <a:p>
            <a:r>
              <a:rPr lang="en-GB" dirty="0">
                <a:latin typeface="Lato" panose="020F0502020204030203" pitchFamily="34" charset="0"/>
                <a:ea typeface="Lato" panose="020F0502020204030203" pitchFamily="34" charset="0"/>
                <a:cs typeface="Lato" panose="020F0502020204030203" pitchFamily="34" charset="0"/>
              </a:rPr>
              <a:t>PPC enables you to advertise on websites across the internet, in search engines, and on social media platforms. </a:t>
            </a:r>
          </a:p>
          <a:p>
            <a:r>
              <a:rPr lang="en-GB" dirty="0">
                <a:latin typeface="Lato" panose="020F0502020204030203" pitchFamily="34" charset="0"/>
                <a:ea typeface="Lato" panose="020F0502020204030203" pitchFamily="34" charset="0"/>
                <a:cs typeface="Lato" panose="020F0502020204030203" pitchFamily="34" charset="0"/>
              </a:rPr>
              <a:t>You only pay when users click your adverts.</a:t>
            </a:r>
          </a:p>
          <a:p>
            <a:r>
              <a:rPr lang="en-GB" dirty="0">
                <a:latin typeface="Lato" panose="020F0502020204030203" pitchFamily="34" charset="0"/>
                <a:ea typeface="Lato" panose="020F0502020204030203" pitchFamily="34" charset="0"/>
                <a:cs typeface="Lato" panose="020F0502020204030203" pitchFamily="34" charset="0"/>
              </a:rPr>
              <a:t>One of the most economical </a:t>
            </a:r>
            <a:r>
              <a:rPr lang="en-GB" dirty="0" err="1">
                <a:latin typeface="Lato" panose="020F0502020204030203" pitchFamily="34" charset="0"/>
                <a:ea typeface="Lato" panose="020F0502020204030203" pitchFamily="34" charset="0"/>
                <a:cs typeface="Lato" panose="020F0502020204030203" pitchFamily="34" charset="0"/>
              </a:rPr>
              <a:t>emarketing</a:t>
            </a:r>
            <a:r>
              <a:rPr lang="en-GB" dirty="0">
                <a:latin typeface="Lato" panose="020F0502020204030203" pitchFamily="34" charset="0"/>
                <a:ea typeface="Lato" panose="020F0502020204030203" pitchFamily="34" charset="0"/>
                <a:cs typeface="Lato" panose="020F0502020204030203" pitchFamily="34" charset="0"/>
              </a:rPr>
              <a:t> techniques available is pay-per-click advertising, which involves only paying when a user clicks your advertisement rather than purchasing ad space.</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694682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3DFEF-E309-6882-2A4A-938F5AC0D90B}"/>
              </a:ext>
            </a:extLst>
          </p:cNvPr>
          <p:cNvSpPr>
            <a:spLocks noGrp="1"/>
          </p:cNvSpPr>
          <p:nvPr>
            <p:ph type="title"/>
          </p:nvPr>
        </p:nvSpPr>
        <p:spPr>
          <a:xfrm>
            <a:off x="2871537" y="0"/>
            <a:ext cx="7348400" cy="1143200"/>
          </a:xfrm>
        </p:spPr>
        <p:txBody>
          <a:bodyPr/>
          <a:lstStyle/>
          <a:p>
            <a:r>
              <a:rPr lang="en-IN" b="1" i="0" dirty="0">
                <a:effectLst/>
                <a:latin typeface="Lato" panose="020F0502020204030203" pitchFamily="34" charset="0"/>
                <a:ea typeface="Lato" panose="020F0502020204030203" pitchFamily="34" charset="0"/>
                <a:cs typeface="Lato" panose="020F0502020204030203" pitchFamily="34" charset="0"/>
              </a:rPr>
              <a:t>Business branding</a:t>
            </a:r>
            <a:endParaRPr lang="en-IN" b="1"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F253C752-F305-922F-9677-19B417CBBBB6}"/>
              </a:ext>
            </a:extLst>
          </p:cNvPr>
          <p:cNvSpPr>
            <a:spLocks noGrp="1"/>
          </p:cNvSpPr>
          <p:nvPr>
            <p:ph type="body" idx="1"/>
          </p:nvPr>
        </p:nvSpPr>
        <p:spPr>
          <a:xfrm>
            <a:off x="176463" y="1308111"/>
            <a:ext cx="9942095" cy="5453635"/>
          </a:xfrm>
        </p:spPr>
        <p:txBody>
          <a:bodyPr/>
          <a:lstStyle/>
          <a:p>
            <a:r>
              <a:rPr lang="en-IN" dirty="0">
                <a:latin typeface="Lato" panose="020F0502020204030203" pitchFamily="34" charset="0"/>
                <a:ea typeface="Lato" panose="020F0502020204030203" pitchFamily="34" charset="0"/>
                <a:cs typeface="Lato" panose="020F0502020204030203" pitchFamily="34" charset="0"/>
              </a:rPr>
              <a:t>A </a:t>
            </a:r>
            <a:r>
              <a:rPr lang="en-GB" b="0" i="0" dirty="0">
                <a:solidFill>
                  <a:srgbClr val="222222"/>
                </a:solidFill>
                <a:effectLst/>
                <a:latin typeface="Lato" panose="020F0502020204030203" pitchFamily="34" charset="0"/>
                <a:ea typeface="Lato" panose="020F0502020204030203" pitchFamily="34" charset="0"/>
                <a:cs typeface="Lato" panose="020F0502020204030203" pitchFamily="34" charset="0"/>
              </a:rPr>
              <a:t>company’s branding sets it apart from competitors.</a:t>
            </a:r>
          </a:p>
          <a:p>
            <a:r>
              <a:rPr lang="en-GB" dirty="0">
                <a:solidFill>
                  <a:srgbClr val="222222"/>
                </a:solidFill>
                <a:latin typeface="Lato" panose="020F0502020204030203" pitchFamily="34" charset="0"/>
                <a:ea typeface="Lato" panose="020F0502020204030203" pitchFamily="34" charset="0"/>
                <a:cs typeface="Lato" panose="020F0502020204030203" pitchFamily="34" charset="0"/>
              </a:rPr>
              <a:t>A</a:t>
            </a:r>
            <a:r>
              <a:rPr lang="en-GB" b="0" i="0" dirty="0">
                <a:solidFill>
                  <a:srgbClr val="222222"/>
                </a:solidFill>
                <a:effectLst/>
                <a:latin typeface="Lato" panose="020F0502020204030203" pitchFamily="34" charset="0"/>
                <a:ea typeface="Lato" panose="020F0502020204030203" pitchFamily="34" charset="0"/>
                <a:cs typeface="Lato" panose="020F0502020204030203" pitchFamily="34" charset="0"/>
              </a:rPr>
              <a:t>ssociating the business with a certain colour scheme, font, or object in the logo matters</a:t>
            </a:r>
          </a:p>
          <a:p>
            <a:endParaRPr lang="en-GB" dirty="0">
              <a:solidFill>
                <a:srgbClr val="222222"/>
              </a:solidFill>
              <a:latin typeface="Lato" panose="020F0502020204030203" pitchFamily="34" charset="0"/>
              <a:ea typeface="Lato" panose="020F0502020204030203" pitchFamily="34" charset="0"/>
              <a:cs typeface="Lato" panose="020F0502020204030203" pitchFamily="34" charset="0"/>
            </a:endParaRPr>
          </a:p>
          <a:p>
            <a:endParaRPr lang="en-GB" b="0" i="0" dirty="0">
              <a:solidFill>
                <a:srgbClr val="222222"/>
              </a:solidFill>
              <a:effectLst/>
              <a:latin typeface="Lato" panose="020F0502020204030203" pitchFamily="34" charset="0"/>
              <a:ea typeface="Lato" panose="020F0502020204030203" pitchFamily="34" charset="0"/>
              <a:cs typeface="Lato" panose="020F0502020204030203" pitchFamily="34" charset="0"/>
            </a:endParaRPr>
          </a:p>
          <a:p>
            <a:endParaRPr lang="en-GB" dirty="0">
              <a:solidFill>
                <a:srgbClr val="222222"/>
              </a:solidFill>
              <a:latin typeface="Lato" panose="020F0502020204030203" pitchFamily="34" charset="0"/>
              <a:ea typeface="Lato" panose="020F0502020204030203" pitchFamily="34" charset="0"/>
              <a:cs typeface="Lato" panose="020F0502020204030203" pitchFamily="34" charset="0"/>
            </a:endParaRPr>
          </a:p>
          <a:p>
            <a:endParaRPr lang="en-GB" b="0" i="0" dirty="0">
              <a:solidFill>
                <a:srgbClr val="222222"/>
              </a:solidFill>
              <a:effectLst/>
              <a:latin typeface="Lato" panose="020F0502020204030203" pitchFamily="34" charset="0"/>
              <a:ea typeface="Lato" panose="020F0502020204030203" pitchFamily="34" charset="0"/>
              <a:cs typeface="Lato" panose="020F0502020204030203" pitchFamily="34" charset="0"/>
            </a:endParaRPr>
          </a:p>
          <a:p>
            <a:r>
              <a:rPr lang="en-GB" dirty="0">
                <a:solidFill>
                  <a:srgbClr val="222222"/>
                </a:solidFill>
                <a:latin typeface="Lato" panose="020F0502020204030203" pitchFamily="34" charset="0"/>
                <a:ea typeface="Lato" panose="020F0502020204030203" pitchFamily="34" charset="0"/>
                <a:cs typeface="Lato" panose="020F0502020204030203" pitchFamily="34" charset="0"/>
              </a:rPr>
              <a:t>Creative way to display the unique selling points (USPs) that no other competitors offer makes the brand distinct.</a:t>
            </a:r>
          </a:p>
          <a:p>
            <a:r>
              <a:rPr lang="en-GB" dirty="0">
                <a:latin typeface="Lato" panose="020F0502020204030203" pitchFamily="34" charset="0"/>
                <a:ea typeface="Lato" panose="020F0502020204030203" pitchFamily="34" charset="0"/>
                <a:cs typeface="Lato" panose="020F0502020204030203" pitchFamily="34" charset="0"/>
              </a:rPr>
              <a:t>Providing users with insight into what makes the company truly unique also speaks to branding.</a:t>
            </a:r>
            <a:endParaRPr lang="en-GB" dirty="0">
              <a:solidFill>
                <a:srgbClr val="222222"/>
              </a:solidFill>
              <a:latin typeface="Lato" panose="020F0502020204030203" pitchFamily="34" charset="0"/>
              <a:ea typeface="Lato" panose="020F0502020204030203" pitchFamily="34" charset="0"/>
              <a:cs typeface="Lato" panose="020F0502020204030203" pitchFamily="34" charset="0"/>
            </a:endParaRPr>
          </a:p>
          <a:p>
            <a:endParaRPr lang="en-GB" b="0" i="0" dirty="0">
              <a:solidFill>
                <a:srgbClr val="222222"/>
              </a:solidFill>
              <a:effectLst/>
              <a:latin typeface="Lato" panose="020F0502020204030203" pitchFamily="34" charset="0"/>
              <a:ea typeface="Lato" panose="020F0502020204030203" pitchFamily="34" charset="0"/>
              <a:cs typeface="Lato" panose="020F0502020204030203" pitchFamily="34" charset="0"/>
            </a:endParaRPr>
          </a:p>
          <a:p>
            <a:endParaRPr lang="en-GB" b="0" i="0" dirty="0">
              <a:solidFill>
                <a:srgbClr val="222222"/>
              </a:solidFill>
              <a:effectLst/>
              <a:latin typeface="Lato" panose="020F0502020204030203" pitchFamily="34" charset="0"/>
              <a:ea typeface="Lato" panose="020F0502020204030203" pitchFamily="34" charset="0"/>
              <a:cs typeface="Lato" panose="020F0502020204030203" pitchFamily="34" charset="0"/>
            </a:endParaRPr>
          </a:p>
          <a:p>
            <a:endParaRPr lang="en-IN" dirty="0">
              <a:latin typeface="Lato" panose="020F0502020204030203" pitchFamily="34" charset="0"/>
              <a:ea typeface="Lato" panose="020F0502020204030203" pitchFamily="34" charset="0"/>
              <a:cs typeface="Lato" panose="020F0502020204030203" pitchFamily="34" charset="0"/>
            </a:endParaRPr>
          </a:p>
        </p:txBody>
      </p:sp>
      <p:pic>
        <p:nvPicPr>
          <p:cNvPr id="5" name="Picture 4">
            <a:extLst>
              <a:ext uri="{FF2B5EF4-FFF2-40B4-BE49-F238E27FC236}">
                <a16:creationId xmlns:a16="http://schemas.microsoft.com/office/drawing/2014/main" id="{4FB49865-DA94-8417-6288-DE9BD56B725E}"/>
              </a:ext>
            </a:extLst>
          </p:cNvPr>
          <p:cNvPicPr>
            <a:picLocks noChangeAspect="1"/>
          </p:cNvPicPr>
          <p:nvPr/>
        </p:nvPicPr>
        <p:blipFill>
          <a:blip r:embed="rId2"/>
          <a:stretch>
            <a:fillRect/>
          </a:stretch>
        </p:blipFill>
        <p:spPr>
          <a:xfrm>
            <a:off x="1515536" y="2975450"/>
            <a:ext cx="6185231" cy="1476234"/>
          </a:xfrm>
          <a:prstGeom prst="rect">
            <a:avLst/>
          </a:prstGeom>
        </p:spPr>
      </p:pic>
    </p:spTree>
    <p:extLst>
      <p:ext uri="{BB962C8B-B14F-4D97-AF65-F5344CB8AC3E}">
        <p14:creationId xmlns:p14="http://schemas.microsoft.com/office/powerpoint/2010/main" val="343060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1CD86-87A1-C0A2-E183-446AC458D34F}"/>
              </a:ext>
            </a:extLst>
          </p:cNvPr>
          <p:cNvSpPr>
            <a:spLocks noGrp="1"/>
          </p:cNvSpPr>
          <p:nvPr>
            <p:ph type="title"/>
          </p:nvPr>
        </p:nvSpPr>
        <p:spPr>
          <a:xfrm>
            <a:off x="2727158" y="0"/>
            <a:ext cx="7348400" cy="1143200"/>
          </a:xfrm>
        </p:spPr>
        <p:txBody>
          <a:bodyPr/>
          <a:lstStyle/>
          <a:p>
            <a:r>
              <a:rPr lang="en-IN" b="1" i="0" dirty="0">
                <a:effectLst/>
                <a:latin typeface="Lato" panose="020F0502020204030203" pitchFamily="34" charset="0"/>
                <a:ea typeface="Lato" panose="020F0502020204030203" pitchFamily="34" charset="0"/>
                <a:cs typeface="Lato" panose="020F0502020204030203" pitchFamily="34" charset="0"/>
              </a:rPr>
              <a:t>Social media marketing</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72C29279-0B06-4EC5-4C61-80F1AAF35819}"/>
              </a:ext>
            </a:extLst>
          </p:cNvPr>
          <p:cNvSpPr>
            <a:spLocks noGrp="1"/>
          </p:cNvSpPr>
          <p:nvPr>
            <p:ph type="body" idx="1"/>
          </p:nvPr>
        </p:nvSpPr>
        <p:spPr>
          <a:xfrm>
            <a:off x="212557" y="1143199"/>
            <a:ext cx="9015663" cy="5618547"/>
          </a:xfrm>
        </p:spPr>
        <p:txBody>
          <a:bodyPr/>
          <a:lstStyle/>
          <a:p>
            <a:r>
              <a:rPr lang="en-GB" sz="2400" dirty="0">
                <a:latin typeface="Lato" panose="020F0502020204030203" pitchFamily="34" charset="0"/>
                <a:ea typeface="Lato" panose="020F0502020204030203" pitchFamily="34" charset="0"/>
                <a:cs typeface="Lato" panose="020F0502020204030203" pitchFamily="34" charset="0"/>
              </a:rPr>
              <a:t>Majority of sites have a messaging option that lets the business communicate with and target market directly.</a:t>
            </a:r>
          </a:p>
          <a:p>
            <a:r>
              <a:rPr lang="en-GB" sz="2400" dirty="0">
                <a:latin typeface="Lato" panose="020F0502020204030203" pitchFamily="34" charset="0"/>
                <a:ea typeface="Lato" panose="020F0502020204030203" pitchFamily="34" charset="0"/>
                <a:cs typeface="Lato" panose="020F0502020204030203" pitchFamily="34" charset="0"/>
              </a:rPr>
              <a:t>Customers can contact the business directly through direct messaging, </a:t>
            </a:r>
          </a:p>
          <a:p>
            <a:r>
              <a:rPr lang="en-GB" sz="2400" dirty="0">
                <a:latin typeface="Lato" panose="020F0502020204030203" pitchFamily="34" charset="0"/>
                <a:ea typeface="Lato" panose="020F0502020204030203" pitchFamily="34" charset="0"/>
                <a:cs typeface="Lato" panose="020F0502020204030203" pitchFamily="34" charset="0"/>
              </a:rPr>
              <a:t>Business can also make particular posts that speak to a very narrow segment of the target audience</a:t>
            </a:r>
          </a:p>
          <a:p>
            <a:pPr lvl="1"/>
            <a:r>
              <a:rPr lang="en-GB" dirty="0">
                <a:latin typeface="Lato" panose="020F0502020204030203" pitchFamily="34" charset="0"/>
                <a:ea typeface="Lato" panose="020F0502020204030203" pitchFamily="34" charset="0"/>
                <a:cs typeface="Lato" panose="020F0502020204030203" pitchFamily="34" charset="0"/>
              </a:rPr>
              <a:t>another opportunity to establish a more personal connection with the customer.</a:t>
            </a:r>
          </a:p>
          <a:p>
            <a:r>
              <a:rPr lang="en-GB" sz="2400" b="0" i="0" dirty="0">
                <a:solidFill>
                  <a:srgbClr val="222222"/>
                </a:solidFill>
                <a:effectLst/>
                <a:latin typeface="Lato" panose="020F0502020204030203" pitchFamily="34" charset="0"/>
                <a:ea typeface="Lato" panose="020F0502020204030203" pitchFamily="34" charset="0"/>
                <a:cs typeface="Lato" panose="020F0502020204030203" pitchFamily="34" charset="0"/>
              </a:rPr>
              <a:t>Ads can be a great way to further target ideal audience on social media.</a:t>
            </a:r>
          </a:p>
          <a:p>
            <a:r>
              <a:rPr lang="en-GB" sz="2400" dirty="0">
                <a:solidFill>
                  <a:srgbClr val="222222"/>
                </a:solidFill>
                <a:latin typeface="Lato" panose="020F0502020204030203" pitchFamily="34" charset="0"/>
                <a:ea typeface="Lato" panose="020F0502020204030203" pitchFamily="34" charset="0"/>
                <a:cs typeface="Lato" panose="020F0502020204030203" pitchFamily="34" charset="0"/>
              </a:rPr>
              <a:t>Different content on various social media posts can enable brand awareness and building traffic to the site. </a:t>
            </a:r>
            <a:endParaRPr lang="en-GB" sz="2400" b="0" i="0" dirty="0">
              <a:solidFill>
                <a:srgbClr val="222222"/>
              </a:solidFill>
              <a:effectLst/>
              <a:latin typeface="Lato" panose="020F0502020204030203" pitchFamily="34" charset="0"/>
              <a:ea typeface="Lato" panose="020F0502020204030203" pitchFamily="34" charset="0"/>
              <a:cs typeface="Lato" panose="020F0502020204030203" pitchFamily="34" charset="0"/>
            </a:endParaRPr>
          </a:p>
          <a:p>
            <a:endParaRPr lang="en-IN" sz="24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797502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50343-87DD-F216-1699-4C50DA1FC523}"/>
              </a:ext>
            </a:extLst>
          </p:cNvPr>
          <p:cNvSpPr>
            <a:spLocks noGrp="1"/>
          </p:cNvSpPr>
          <p:nvPr>
            <p:ph type="title"/>
          </p:nvPr>
        </p:nvSpPr>
        <p:spPr>
          <a:xfrm>
            <a:off x="2955757" y="0"/>
            <a:ext cx="9364579" cy="1143200"/>
          </a:xfrm>
        </p:spPr>
        <p:txBody>
          <a:bodyPr/>
          <a:lstStyle/>
          <a:p>
            <a:r>
              <a:rPr lang="en-IN" b="1" i="0" dirty="0">
                <a:effectLst/>
                <a:latin typeface="Lato" panose="020F0502020204030203" pitchFamily="34" charset="0"/>
                <a:ea typeface="Lato" panose="020F0502020204030203" pitchFamily="34" charset="0"/>
                <a:cs typeface="Lato" panose="020F0502020204030203" pitchFamily="34" charset="0"/>
              </a:rPr>
              <a:t>Conversion rate optimization (CRO)</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B74A1875-314A-91C8-26F5-E8E523019DB6}"/>
              </a:ext>
            </a:extLst>
          </p:cNvPr>
          <p:cNvSpPr>
            <a:spLocks noGrp="1"/>
          </p:cNvSpPr>
          <p:nvPr>
            <p:ph type="body" idx="1"/>
          </p:nvPr>
        </p:nvSpPr>
        <p:spPr>
          <a:xfrm>
            <a:off x="300788" y="1395663"/>
            <a:ext cx="8614611" cy="4860758"/>
          </a:xfrm>
        </p:spPr>
        <p:txBody>
          <a:bodyPr/>
          <a:lstStyle/>
          <a:p>
            <a:r>
              <a:rPr lang="en-GB" b="0" i="0" dirty="0">
                <a:solidFill>
                  <a:srgbClr val="222222"/>
                </a:solidFill>
                <a:effectLst/>
                <a:latin typeface="Lato" panose="020F0502020204030203" pitchFamily="34" charset="0"/>
                <a:ea typeface="Lato" panose="020F0502020204030203" pitchFamily="34" charset="0"/>
                <a:cs typeface="Lato" panose="020F0502020204030203" pitchFamily="34" charset="0"/>
              </a:rPr>
              <a:t>CRO services ensure that the website is in tip-top shape for conversion, </a:t>
            </a:r>
            <a:r>
              <a:rPr lang="en-GB" b="0" i="0" dirty="0" err="1">
                <a:solidFill>
                  <a:srgbClr val="222222"/>
                </a:solidFill>
                <a:effectLst/>
                <a:latin typeface="Lato" panose="020F0502020204030203" pitchFamily="34" charset="0"/>
                <a:ea typeface="Lato" panose="020F0502020204030203" pitchFamily="34" charset="0"/>
                <a:cs typeface="Lato" panose="020F0502020204030203" pitchFamily="34" charset="0"/>
              </a:rPr>
              <a:t>analyzes</a:t>
            </a:r>
            <a:r>
              <a:rPr lang="en-GB" b="0" i="0" dirty="0">
                <a:solidFill>
                  <a:srgbClr val="222222"/>
                </a:solidFill>
                <a:effectLst/>
                <a:latin typeface="Lato" panose="020F0502020204030203" pitchFamily="34" charset="0"/>
                <a:ea typeface="Lato" panose="020F0502020204030203" pitchFamily="34" charset="0"/>
                <a:cs typeface="Lato" panose="020F0502020204030203" pitchFamily="34" charset="0"/>
              </a:rPr>
              <a:t> copy, and helps determine the areas of improvement in the site to increase conversions</a:t>
            </a:r>
            <a:endParaRPr lang="en-GB" dirty="0">
              <a:latin typeface="Lato" panose="020F0502020204030203" pitchFamily="34" charset="0"/>
              <a:ea typeface="Lato" panose="020F0502020204030203" pitchFamily="34" charset="0"/>
              <a:cs typeface="Lato" panose="020F0502020204030203" pitchFamily="34" charset="0"/>
            </a:endParaRPr>
          </a:p>
          <a:p>
            <a:r>
              <a:rPr lang="en-GB" dirty="0">
                <a:latin typeface="Lato" panose="020F0502020204030203" pitchFamily="34" charset="0"/>
                <a:ea typeface="Lato" panose="020F0502020204030203" pitchFamily="34" charset="0"/>
                <a:cs typeface="Lato" panose="020F0502020204030203" pitchFamily="34" charset="0"/>
              </a:rPr>
              <a:t>CRO motivates more customers to buy the goods and services, which boosts sales year over year.</a:t>
            </a:r>
          </a:p>
          <a:p>
            <a:r>
              <a:rPr lang="en-GB" dirty="0">
                <a:latin typeface="Lato" panose="020F0502020204030203" pitchFamily="34" charset="0"/>
                <a:ea typeface="Lato" panose="020F0502020204030203" pitchFamily="34" charset="0"/>
                <a:cs typeface="Lato" panose="020F0502020204030203" pitchFamily="34" charset="0"/>
              </a:rPr>
              <a:t>To make sure that sponsored advertisements and landing pages are operating properly and efficiently, CRO is also essential.</a:t>
            </a:r>
          </a:p>
          <a:p>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094631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FBE07-E671-BFB8-AF87-11A8FA80DD74}"/>
              </a:ext>
            </a:extLst>
          </p:cNvPr>
          <p:cNvSpPr>
            <a:spLocks noGrp="1"/>
          </p:cNvSpPr>
          <p:nvPr>
            <p:ph type="title"/>
          </p:nvPr>
        </p:nvSpPr>
        <p:spPr>
          <a:xfrm>
            <a:off x="2835442" y="90148"/>
            <a:ext cx="7348400" cy="1143200"/>
          </a:xfrm>
        </p:spPr>
        <p:txBody>
          <a:bodyPr/>
          <a:lstStyle/>
          <a:p>
            <a:r>
              <a:rPr lang="en-IN" b="1" i="0" dirty="0">
                <a:effectLst/>
                <a:latin typeface="Lato" panose="020F0502020204030203" pitchFamily="34" charset="0"/>
                <a:ea typeface="Lato" panose="020F0502020204030203" pitchFamily="34" charset="0"/>
                <a:cs typeface="Lato" panose="020F0502020204030203" pitchFamily="34" charset="0"/>
              </a:rPr>
              <a:t>Website design</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5BDD6A79-A684-CABC-4B09-7E0C4679715A}"/>
              </a:ext>
            </a:extLst>
          </p:cNvPr>
          <p:cNvSpPr>
            <a:spLocks noGrp="1"/>
          </p:cNvSpPr>
          <p:nvPr>
            <p:ph type="body" idx="1"/>
          </p:nvPr>
        </p:nvSpPr>
        <p:spPr>
          <a:xfrm>
            <a:off x="128337" y="1233348"/>
            <a:ext cx="10470390" cy="3061926"/>
          </a:xfrm>
        </p:spPr>
        <p:txBody>
          <a:bodyPr/>
          <a:lstStyle/>
          <a:p>
            <a:r>
              <a:rPr lang="en-GB" dirty="0">
                <a:latin typeface="Lato" panose="020F0502020204030203" pitchFamily="34" charset="0"/>
                <a:ea typeface="Lato" panose="020F0502020204030203" pitchFamily="34" charset="0"/>
                <a:cs typeface="Lato" panose="020F0502020204030203" pitchFamily="34" charset="0"/>
              </a:rPr>
              <a:t>The website is essentially the brand's home, website design is an essential component of any online marketing strategy.</a:t>
            </a:r>
          </a:p>
          <a:p>
            <a:r>
              <a:rPr lang="en-GB" dirty="0">
                <a:latin typeface="Lato" panose="020F0502020204030203" pitchFamily="34" charset="0"/>
                <a:ea typeface="Lato" panose="020F0502020204030203" pitchFamily="34" charset="0"/>
                <a:cs typeface="Lato" panose="020F0502020204030203" pitchFamily="34" charset="0"/>
              </a:rPr>
              <a:t>All the content such as products with the prices and descriptions of your goods and services, contact forms, and much more goes there.</a:t>
            </a:r>
          </a:p>
          <a:p>
            <a:r>
              <a:rPr lang="en-GB" dirty="0">
                <a:latin typeface="Lato" panose="020F0502020204030203" pitchFamily="34" charset="0"/>
                <a:ea typeface="Lato" panose="020F0502020204030203" pitchFamily="34" charset="0"/>
                <a:cs typeface="Lato" panose="020F0502020204030203" pitchFamily="34" charset="0"/>
              </a:rPr>
              <a:t>The objective of effective site is the one that creates an attractive presence include</a:t>
            </a:r>
          </a:p>
        </p:txBody>
      </p:sp>
      <p:sp>
        <p:nvSpPr>
          <p:cNvPr id="4" name="TextBox 3">
            <a:extLst>
              <a:ext uri="{FF2B5EF4-FFF2-40B4-BE49-F238E27FC236}">
                <a16:creationId xmlns:a16="http://schemas.microsoft.com/office/drawing/2014/main" id="{49183A03-A327-EE75-0BF9-A12444621920}"/>
              </a:ext>
            </a:extLst>
          </p:cNvPr>
          <p:cNvSpPr txBox="1"/>
          <p:nvPr/>
        </p:nvSpPr>
        <p:spPr>
          <a:xfrm>
            <a:off x="577516" y="4487779"/>
            <a:ext cx="9273066" cy="2308324"/>
          </a:xfrm>
          <a:prstGeom prst="rect">
            <a:avLst/>
          </a:prstGeom>
          <a:noFill/>
        </p:spPr>
        <p:txBody>
          <a:bodyPr wrap="square" numCol="2" rtlCol="0">
            <a:spAutoFit/>
          </a:bodyPr>
          <a:lstStyle/>
          <a:p>
            <a:pPr marL="285750" indent="-285750">
              <a:buFont typeface="Arial" panose="020B0604020202020204" pitchFamily="34" charset="0"/>
              <a:buChar char="•"/>
            </a:pPr>
            <a:r>
              <a:rPr lang="en-GB" dirty="0">
                <a:latin typeface="Lato" panose="020F0502020204030203" pitchFamily="34" charset="0"/>
                <a:ea typeface="Lato" panose="020F0502020204030203" pitchFamily="34" charset="0"/>
                <a:cs typeface="Lato" panose="020F0502020204030203" pitchFamily="34" charset="0"/>
              </a:rPr>
              <a:t>Attracting visitors to the website </a:t>
            </a:r>
          </a:p>
          <a:p>
            <a:pPr marL="285750" indent="-285750">
              <a:buFont typeface="Arial" panose="020B0604020202020204" pitchFamily="34" charset="0"/>
              <a:buChar char="•"/>
            </a:pPr>
            <a:r>
              <a:rPr lang="en-GB" dirty="0">
                <a:latin typeface="Lato" panose="020F0502020204030203" pitchFamily="34" charset="0"/>
                <a:ea typeface="Lato" panose="020F0502020204030203" pitchFamily="34" charset="0"/>
                <a:cs typeface="Lato" panose="020F0502020204030203" pitchFamily="34" charset="0"/>
              </a:rPr>
              <a:t>Making the site interesting enough so that visitors stay and explore </a:t>
            </a:r>
          </a:p>
          <a:p>
            <a:pPr marL="285750" indent="-285750">
              <a:buFont typeface="Arial" panose="020B0604020202020204" pitchFamily="34" charset="0"/>
              <a:buChar char="•"/>
            </a:pPr>
            <a:r>
              <a:rPr lang="en-GB" dirty="0">
                <a:latin typeface="Lato" panose="020F0502020204030203" pitchFamily="34" charset="0"/>
                <a:ea typeface="Lato" panose="020F0502020204030203" pitchFamily="34" charset="0"/>
                <a:cs typeface="Lato" panose="020F0502020204030203" pitchFamily="34" charset="0"/>
              </a:rPr>
              <a:t> Convincing visitors to follow the site’s links to obtain information </a:t>
            </a:r>
          </a:p>
          <a:p>
            <a:pPr marL="285750" indent="-285750">
              <a:buFont typeface="Arial" panose="020B0604020202020204" pitchFamily="34" charset="0"/>
              <a:buChar char="•"/>
            </a:pPr>
            <a:r>
              <a:rPr lang="en-GB" dirty="0">
                <a:latin typeface="Lato" panose="020F0502020204030203" pitchFamily="34" charset="0"/>
                <a:ea typeface="Lato" panose="020F0502020204030203" pitchFamily="34" charset="0"/>
                <a:cs typeface="Lato" panose="020F0502020204030203" pitchFamily="34" charset="0"/>
              </a:rPr>
              <a:t>Creating an impression consistent with the organization’s desired image </a:t>
            </a:r>
          </a:p>
          <a:p>
            <a:pPr marL="285750" indent="-285750">
              <a:buFont typeface="Arial" panose="020B0604020202020204" pitchFamily="34" charset="0"/>
              <a:buChar char="•"/>
            </a:pPr>
            <a:r>
              <a:rPr lang="en-GB" dirty="0">
                <a:latin typeface="Lato" panose="020F0502020204030203" pitchFamily="34" charset="0"/>
                <a:ea typeface="Lato" panose="020F0502020204030203" pitchFamily="34" charset="0"/>
                <a:cs typeface="Lato" panose="020F0502020204030203" pitchFamily="34" charset="0"/>
              </a:rPr>
              <a:t>Building a trusting relationship with visitors </a:t>
            </a:r>
          </a:p>
          <a:p>
            <a:pPr marL="285750" indent="-285750">
              <a:buFont typeface="Arial" panose="020B0604020202020204" pitchFamily="34" charset="0"/>
              <a:buChar char="•"/>
            </a:pPr>
            <a:r>
              <a:rPr lang="en-GB" dirty="0">
                <a:latin typeface="Lato" panose="020F0502020204030203" pitchFamily="34" charset="0"/>
                <a:ea typeface="Lato" panose="020F0502020204030203" pitchFamily="34" charset="0"/>
                <a:cs typeface="Lato" panose="020F0502020204030203" pitchFamily="34" charset="0"/>
              </a:rPr>
              <a:t>Reinforcing positive images that the visitor might already have about the organization </a:t>
            </a:r>
          </a:p>
          <a:p>
            <a:pPr marL="285750" indent="-285750">
              <a:buFont typeface="Arial" panose="020B0604020202020204" pitchFamily="34" charset="0"/>
              <a:buChar char="•"/>
            </a:pPr>
            <a:r>
              <a:rPr lang="en-GB" dirty="0">
                <a:latin typeface="Lato" panose="020F0502020204030203" pitchFamily="34" charset="0"/>
                <a:ea typeface="Lato" panose="020F0502020204030203" pitchFamily="34" charset="0"/>
                <a:cs typeface="Lato" panose="020F0502020204030203" pitchFamily="34" charset="0"/>
              </a:rPr>
              <a:t>Encouraging visitors to return to the site</a:t>
            </a:r>
            <a:endParaRPr lang="en-IN" dirty="0">
              <a:latin typeface="Lato" panose="020F0502020204030203" pitchFamily="34" charset="0"/>
              <a:ea typeface="Lato" panose="020F0502020204030203" pitchFamily="34" charset="0"/>
              <a:cs typeface="Lato" panose="020F0502020204030203" pitchFamily="34" charset="0"/>
            </a:endParaRPr>
          </a:p>
          <a:p>
            <a:endParaRPr lang="en-IN" dirty="0"/>
          </a:p>
        </p:txBody>
      </p:sp>
    </p:spTree>
    <p:extLst>
      <p:ext uri="{BB962C8B-B14F-4D97-AF65-F5344CB8AC3E}">
        <p14:creationId xmlns:p14="http://schemas.microsoft.com/office/powerpoint/2010/main" val="1449432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F37D6-2A8E-848A-3B1B-B3764784E9AB}"/>
              </a:ext>
            </a:extLst>
          </p:cNvPr>
          <p:cNvSpPr>
            <a:spLocks noGrp="1"/>
          </p:cNvSpPr>
          <p:nvPr>
            <p:ph type="title"/>
          </p:nvPr>
        </p:nvSpPr>
        <p:spPr>
          <a:xfrm>
            <a:off x="2798618" y="0"/>
            <a:ext cx="7348400" cy="1143200"/>
          </a:xfrm>
        </p:spPr>
        <p:txBody>
          <a:bodyPr/>
          <a:lstStyle/>
          <a:p>
            <a:r>
              <a:rPr lang="en-IN" i="0" dirty="0">
                <a:effectLst/>
                <a:latin typeface="Lato" panose="020F0502020204030203" pitchFamily="34" charset="0"/>
                <a:ea typeface="Lato" panose="020F0502020204030203" pitchFamily="34" charset="0"/>
                <a:cs typeface="Lato" panose="020F0502020204030203" pitchFamily="34" charset="0"/>
              </a:rPr>
              <a:t>E-marketing analytics</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3" name="Text Placeholder 2">
            <a:extLst>
              <a:ext uri="{FF2B5EF4-FFF2-40B4-BE49-F238E27FC236}">
                <a16:creationId xmlns:a16="http://schemas.microsoft.com/office/drawing/2014/main" id="{C2F7266F-DB52-3BE8-D01D-095502CF8D6B}"/>
              </a:ext>
            </a:extLst>
          </p:cNvPr>
          <p:cNvSpPr>
            <a:spLocks noGrp="1"/>
          </p:cNvSpPr>
          <p:nvPr>
            <p:ph type="body" idx="1"/>
          </p:nvPr>
        </p:nvSpPr>
        <p:spPr>
          <a:xfrm>
            <a:off x="207819" y="1426969"/>
            <a:ext cx="9019308" cy="5250922"/>
          </a:xfrm>
        </p:spPr>
        <p:txBody>
          <a:bodyPr/>
          <a:lstStyle/>
          <a:p>
            <a:r>
              <a:rPr lang="en-GB" dirty="0">
                <a:latin typeface="Lato" panose="020F0502020204030203" pitchFamily="34" charset="0"/>
                <a:ea typeface="Lato" panose="020F0502020204030203" pitchFamily="34" charset="0"/>
                <a:cs typeface="Lato" panose="020F0502020204030203" pitchFamily="34" charset="0"/>
              </a:rPr>
              <a:t>To maximise the online presence effectively and identify website enhancement opportunities.</a:t>
            </a:r>
          </a:p>
          <a:p>
            <a:r>
              <a:rPr lang="en-GB" dirty="0" err="1">
                <a:latin typeface="Lato" panose="020F0502020204030203" pitchFamily="34" charset="0"/>
                <a:ea typeface="Lato" panose="020F0502020204030203" pitchFamily="34" charset="0"/>
                <a:cs typeface="Lato" panose="020F0502020204030203" pitchFamily="34" charset="0"/>
              </a:rPr>
              <a:t>Analyzing</a:t>
            </a:r>
            <a:r>
              <a:rPr lang="en-GB" dirty="0">
                <a:latin typeface="Lato" panose="020F0502020204030203" pitchFamily="34" charset="0"/>
                <a:ea typeface="Lato" panose="020F0502020204030203" pitchFamily="34" charset="0"/>
                <a:cs typeface="Lato" panose="020F0502020204030203" pitchFamily="34" charset="0"/>
              </a:rPr>
              <a:t> the outcomes of each campaign is essential to make sure that the marketing methods are performing to the best of their abilities.</a:t>
            </a:r>
          </a:p>
          <a:p>
            <a:r>
              <a:rPr lang="en-GB" dirty="0">
                <a:latin typeface="Lato" panose="020F0502020204030203" pitchFamily="34" charset="0"/>
                <a:ea typeface="Lato" panose="020F0502020204030203" pitchFamily="34" charset="0"/>
                <a:cs typeface="Lato" panose="020F0502020204030203" pitchFamily="34" charset="0"/>
              </a:rPr>
              <a:t>To apply e-marketing analytics into the company’s e-marketing strategy</a:t>
            </a:r>
          </a:p>
          <a:p>
            <a:pPr lvl="1"/>
            <a:r>
              <a:rPr lang="en-GB" i="0" dirty="0">
                <a:effectLst/>
                <a:latin typeface="Lato" panose="020F0502020204030203" pitchFamily="34" charset="0"/>
                <a:ea typeface="Lato" panose="020F0502020204030203" pitchFamily="34" charset="0"/>
                <a:cs typeface="Lato" panose="020F0502020204030203" pitchFamily="34" charset="0"/>
              </a:rPr>
              <a:t>Determine your company’s most important metrics.</a:t>
            </a:r>
            <a:r>
              <a:rPr lang="en-GB" i="0" dirty="0">
                <a:solidFill>
                  <a:srgbClr val="222222"/>
                </a:solidFill>
                <a:effectLst/>
                <a:latin typeface="Lato" panose="020F0502020204030203" pitchFamily="34" charset="0"/>
                <a:ea typeface="Lato" panose="020F0502020204030203" pitchFamily="34" charset="0"/>
                <a:cs typeface="Lato" panose="020F0502020204030203" pitchFamily="34" charset="0"/>
              </a:rPr>
              <a:t> </a:t>
            </a:r>
          </a:p>
          <a:p>
            <a:pPr lvl="1"/>
            <a:r>
              <a:rPr lang="en-GB" i="0" dirty="0">
                <a:effectLst/>
                <a:latin typeface="Lato" panose="020F0502020204030203" pitchFamily="34" charset="0"/>
                <a:ea typeface="Lato" panose="020F0502020204030203" pitchFamily="34" charset="0"/>
                <a:cs typeface="Lato" panose="020F0502020204030203" pitchFamily="34" charset="0"/>
              </a:rPr>
              <a:t>Give the  website time to perform.</a:t>
            </a:r>
            <a:r>
              <a:rPr lang="en-GB" i="0" dirty="0">
                <a:solidFill>
                  <a:srgbClr val="222222"/>
                </a:solidFill>
                <a:effectLst/>
                <a:latin typeface="Lato" panose="020F0502020204030203" pitchFamily="34" charset="0"/>
                <a:ea typeface="Lato" panose="020F0502020204030203" pitchFamily="34" charset="0"/>
                <a:cs typeface="Lato" panose="020F0502020204030203" pitchFamily="34" charset="0"/>
              </a:rPr>
              <a:t> </a:t>
            </a:r>
          </a:p>
          <a:p>
            <a:pPr lvl="1"/>
            <a:r>
              <a:rPr lang="en-GB" dirty="0">
                <a:latin typeface="Lato" panose="020F0502020204030203" pitchFamily="34" charset="0"/>
                <a:ea typeface="Lato" panose="020F0502020204030203" pitchFamily="34" charset="0"/>
                <a:cs typeface="Lato" panose="020F0502020204030203" pitchFamily="34" charset="0"/>
              </a:rPr>
              <a:t>If any of the metrics are lower than anticipated, you can start improving your site in the areas that affect those metrics.</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441247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7F74A-D1D5-41E7-4FE8-616E1AC7870E}"/>
              </a:ext>
            </a:extLst>
          </p:cNvPr>
          <p:cNvSpPr>
            <a:spLocks noGrp="1"/>
          </p:cNvSpPr>
          <p:nvPr>
            <p:ph type="ctrTitle"/>
          </p:nvPr>
        </p:nvSpPr>
        <p:spPr>
          <a:xfrm>
            <a:off x="3962400" y="4382967"/>
            <a:ext cx="7315500" cy="1546400"/>
          </a:xfrm>
        </p:spPr>
        <p:txBody>
          <a:bodyPr/>
          <a:lstStyle/>
          <a:p>
            <a:r>
              <a:rPr lang="en-IN" dirty="0"/>
              <a:t>E-Customer Relationship Management</a:t>
            </a:r>
          </a:p>
        </p:txBody>
      </p:sp>
    </p:spTree>
    <p:extLst>
      <p:ext uri="{BB962C8B-B14F-4D97-AF65-F5344CB8AC3E}">
        <p14:creationId xmlns:p14="http://schemas.microsoft.com/office/powerpoint/2010/main" val="2439906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97F527-649D-AD7D-F34D-07F9DCF8ECB5}"/>
              </a:ext>
            </a:extLst>
          </p:cNvPr>
          <p:cNvSpPr>
            <a:spLocks noGrp="1"/>
          </p:cNvSpPr>
          <p:nvPr>
            <p:ph type="title"/>
          </p:nvPr>
        </p:nvSpPr>
        <p:spPr>
          <a:xfrm>
            <a:off x="3048000" y="191505"/>
            <a:ext cx="7348400" cy="1143200"/>
          </a:xfrm>
        </p:spPr>
        <p:txBody>
          <a:bodyPr/>
          <a:lstStyle/>
          <a:p>
            <a:r>
              <a:rPr lang="en-IN" dirty="0"/>
              <a:t>CRM Definition</a:t>
            </a:r>
          </a:p>
        </p:txBody>
      </p:sp>
      <p:sp>
        <p:nvSpPr>
          <p:cNvPr id="4" name="Text Placeholder 3">
            <a:extLst>
              <a:ext uri="{FF2B5EF4-FFF2-40B4-BE49-F238E27FC236}">
                <a16:creationId xmlns:a16="http://schemas.microsoft.com/office/drawing/2014/main" id="{1D9CB07A-B15A-A0B9-AF2B-883A413C0D8E}"/>
              </a:ext>
            </a:extLst>
          </p:cNvPr>
          <p:cNvSpPr>
            <a:spLocks noGrp="1"/>
          </p:cNvSpPr>
          <p:nvPr>
            <p:ph type="body" idx="1"/>
          </p:nvPr>
        </p:nvSpPr>
        <p:spPr>
          <a:xfrm>
            <a:off x="235527" y="1745673"/>
            <a:ext cx="8825345" cy="4193988"/>
          </a:xfrm>
        </p:spPr>
        <p:txBody>
          <a:bodyPr/>
          <a:lstStyle/>
          <a:p>
            <a:pPr marL="152396" indent="0">
              <a:buNone/>
            </a:pPr>
            <a:r>
              <a:rPr lang="en-GB" dirty="0">
                <a:latin typeface="Lato" panose="020F0502020204030203" pitchFamily="34" charset="0"/>
                <a:ea typeface="Lato" panose="020F0502020204030203" pitchFamily="34" charset="0"/>
                <a:cs typeface="Lato" panose="020F0502020204030203" pitchFamily="34" charset="0"/>
              </a:rPr>
              <a:t>Customer Relationship Management (CRM) is  the aligning of business strategy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with the corporate culture of the organization, along with customer information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and a supporting information technology of the customer interactions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that promote a mutually beneficial relationship between the customer and the enterprise.</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29268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B415C-3046-D730-8B70-2F3047A0CADC}"/>
              </a:ext>
            </a:extLst>
          </p:cNvPr>
          <p:cNvSpPr>
            <a:spLocks noGrp="1"/>
          </p:cNvSpPr>
          <p:nvPr>
            <p:ph type="title"/>
          </p:nvPr>
        </p:nvSpPr>
        <p:spPr>
          <a:xfrm>
            <a:off x="2632364" y="0"/>
            <a:ext cx="7348400" cy="1143200"/>
          </a:xfrm>
        </p:spPr>
        <p:txBody>
          <a:bodyPr/>
          <a:lstStyle/>
          <a:p>
            <a:r>
              <a:rPr lang="en-IN" dirty="0"/>
              <a:t>E-CRM</a:t>
            </a:r>
          </a:p>
        </p:txBody>
      </p:sp>
      <p:sp>
        <p:nvSpPr>
          <p:cNvPr id="3" name="Text Placeholder 2">
            <a:extLst>
              <a:ext uri="{FF2B5EF4-FFF2-40B4-BE49-F238E27FC236}">
                <a16:creationId xmlns:a16="http://schemas.microsoft.com/office/drawing/2014/main" id="{9BAEE90E-B40F-7852-F7C8-F06CCA22318D}"/>
              </a:ext>
            </a:extLst>
          </p:cNvPr>
          <p:cNvSpPr>
            <a:spLocks noGrp="1"/>
          </p:cNvSpPr>
          <p:nvPr>
            <p:ph type="body" idx="1"/>
          </p:nvPr>
        </p:nvSpPr>
        <p:spPr>
          <a:xfrm>
            <a:off x="166255" y="1302326"/>
            <a:ext cx="9227127" cy="5306291"/>
          </a:xfrm>
        </p:spPr>
        <p:txBody>
          <a:bodyPr/>
          <a:lstStyle/>
          <a:p>
            <a:r>
              <a:rPr lang="en-GB" dirty="0">
                <a:latin typeface="Lato" panose="020F0502020204030203" pitchFamily="34" charset="0"/>
                <a:ea typeface="Lato" panose="020F0502020204030203" pitchFamily="34" charset="0"/>
                <a:cs typeface="Lato" panose="020F0502020204030203" pitchFamily="34" charset="0"/>
              </a:rPr>
              <a:t>The use of Internet-based technology, including as emails, websites, chat rooms, forums, and other channels, to accomplish CRM goals </a:t>
            </a:r>
          </a:p>
          <a:p>
            <a:pPr marL="152396" indent="0">
              <a:buNone/>
            </a:pPr>
            <a:endParaRPr lang="en-GB" dirty="0">
              <a:latin typeface="Lato" panose="020F0502020204030203" pitchFamily="34" charset="0"/>
              <a:ea typeface="Lato" panose="020F0502020204030203" pitchFamily="34" charset="0"/>
              <a:cs typeface="Lato" panose="020F0502020204030203" pitchFamily="34" charset="0"/>
            </a:endParaRPr>
          </a:p>
          <a:p>
            <a:r>
              <a:rPr lang="en-GB" dirty="0">
                <a:latin typeface="Lato" panose="020F0502020204030203" pitchFamily="34" charset="0"/>
                <a:ea typeface="Lato" panose="020F0502020204030203" pitchFamily="34" charset="0"/>
                <a:cs typeface="Lato" panose="020F0502020204030203" pitchFamily="34" charset="0"/>
              </a:rPr>
              <a:t>The marketing, sales, and customer service procedures are automated through a well-organized and integrated CRM process.</a:t>
            </a:r>
          </a:p>
          <a:p>
            <a:pPr marL="152396" indent="0">
              <a:buNone/>
            </a:pPr>
            <a:endParaRPr lang="en-GB" dirty="0">
              <a:latin typeface="Lato" panose="020F0502020204030203" pitchFamily="34" charset="0"/>
              <a:ea typeface="Lato" panose="020F0502020204030203" pitchFamily="34" charset="0"/>
              <a:cs typeface="Lato" panose="020F0502020204030203" pitchFamily="34" charset="0"/>
            </a:endParaRPr>
          </a:p>
          <a:p>
            <a:r>
              <a:rPr lang="en-GB" dirty="0">
                <a:latin typeface="Lato" panose="020F0502020204030203" pitchFamily="34" charset="0"/>
                <a:ea typeface="Lato" panose="020F0502020204030203" pitchFamily="34" charset="0"/>
                <a:cs typeface="Lato" panose="020F0502020204030203" pitchFamily="34" charset="0"/>
              </a:rPr>
              <a:t>An efficient E-CRM enhances client interactions, boosts process efficiency, and gives businesses the ability to personalise their offerings to cater to the demands of each consumer.</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823695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F865C-8937-EEE7-AA66-16646BD44370}"/>
              </a:ext>
            </a:extLst>
          </p:cNvPr>
          <p:cNvSpPr>
            <a:spLocks noGrp="1"/>
          </p:cNvSpPr>
          <p:nvPr>
            <p:ph type="title"/>
          </p:nvPr>
        </p:nvSpPr>
        <p:spPr>
          <a:xfrm>
            <a:off x="2895600" y="0"/>
            <a:ext cx="7348400" cy="1143200"/>
          </a:xfrm>
        </p:spPr>
        <p:txBody>
          <a:bodyPr/>
          <a:lstStyle/>
          <a:p>
            <a:r>
              <a:rPr lang="en-IN" dirty="0"/>
              <a:t>E-CRM </a:t>
            </a:r>
            <a:r>
              <a:rPr lang="en-IN" dirty="0" err="1"/>
              <a:t>contd</a:t>
            </a:r>
            <a:endParaRPr lang="en-IN" dirty="0"/>
          </a:p>
        </p:txBody>
      </p:sp>
      <p:sp>
        <p:nvSpPr>
          <p:cNvPr id="3" name="Text Placeholder 2">
            <a:extLst>
              <a:ext uri="{FF2B5EF4-FFF2-40B4-BE49-F238E27FC236}">
                <a16:creationId xmlns:a16="http://schemas.microsoft.com/office/drawing/2014/main" id="{EA26B781-35ED-984D-8BE5-FE4164493A2E}"/>
              </a:ext>
            </a:extLst>
          </p:cNvPr>
          <p:cNvSpPr>
            <a:spLocks noGrp="1"/>
          </p:cNvSpPr>
          <p:nvPr>
            <p:ph type="body" idx="1"/>
          </p:nvPr>
        </p:nvSpPr>
        <p:spPr>
          <a:xfrm>
            <a:off x="263237" y="1143200"/>
            <a:ext cx="8645236" cy="5603964"/>
          </a:xfrm>
        </p:spPr>
        <p:txBody>
          <a:bodyPr/>
          <a:lstStyle/>
          <a:p>
            <a:pPr marL="152396" indent="0">
              <a:buNone/>
            </a:pPr>
            <a:r>
              <a:rPr lang="en-GB" dirty="0">
                <a:latin typeface="Lato" panose="020F0502020204030203" pitchFamily="34" charset="0"/>
                <a:ea typeface="Lato" panose="020F0502020204030203" pitchFamily="34" charset="0"/>
                <a:cs typeface="Lato" panose="020F0502020204030203" pitchFamily="34" charset="0"/>
              </a:rPr>
              <a:t>A typical E-CRM strategy includes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Gathering data about the customer, the transaction history, the product, the click stream, and the contents. </a:t>
            </a:r>
          </a:p>
          <a:p>
            <a:pPr marL="152396" indent="0">
              <a:buNone/>
            </a:pPr>
            <a:endParaRPr lang="en-GB" dirty="0">
              <a:latin typeface="Lato" panose="020F0502020204030203" pitchFamily="34" charset="0"/>
              <a:ea typeface="Lato" panose="020F0502020204030203" pitchFamily="34" charset="0"/>
              <a:cs typeface="Lato" panose="020F0502020204030203" pitchFamily="34" charset="0"/>
            </a:endParaRP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The customer characteristics are then analysed to produce a transactional analysis that includes the customer's profile and transactional history, </a:t>
            </a:r>
          </a:p>
          <a:p>
            <a:pPr marL="152396" indent="0">
              <a:buNone/>
            </a:pPr>
            <a:endParaRPr lang="en-GB" dirty="0">
              <a:latin typeface="Lato" panose="020F0502020204030203" pitchFamily="34" charset="0"/>
              <a:ea typeface="Lato" panose="020F0502020204030203" pitchFamily="34" charset="0"/>
              <a:cs typeface="Lato" panose="020F0502020204030203" pitchFamily="34" charset="0"/>
            </a:endParaRP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As well as an activity analysis that includes exploratory activities that display the customer's navigation, shopping cart, purchasing behaviour, and more.</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130003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43402-9B40-6446-32C3-076D29894E7E}"/>
              </a:ext>
            </a:extLst>
          </p:cNvPr>
          <p:cNvSpPr>
            <a:spLocks noGrp="1"/>
          </p:cNvSpPr>
          <p:nvPr>
            <p:ph type="title"/>
          </p:nvPr>
        </p:nvSpPr>
        <p:spPr>
          <a:xfrm>
            <a:off x="2867891" y="163797"/>
            <a:ext cx="7348400" cy="1143200"/>
          </a:xfrm>
        </p:spPr>
        <p:txBody>
          <a:bodyPr/>
          <a:lstStyle/>
          <a:p>
            <a:r>
              <a:rPr lang="en-IN" dirty="0"/>
              <a:t>E-CRM</a:t>
            </a:r>
          </a:p>
        </p:txBody>
      </p:sp>
      <p:sp>
        <p:nvSpPr>
          <p:cNvPr id="3" name="Text Placeholder 2">
            <a:extLst>
              <a:ext uri="{FF2B5EF4-FFF2-40B4-BE49-F238E27FC236}">
                <a16:creationId xmlns:a16="http://schemas.microsoft.com/office/drawing/2014/main" id="{D591849B-1F64-1F29-4B18-65F692849764}"/>
              </a:ext>
            </a:extLst>
          </p:cNvPr>
          <p:cNvSpPr>
            <a:spLocks noGrp="1"/>
          </p:cNvSpPr>
          <p:nvPr>
            <p:ph type="body" idx="1"/>
          </p:nvPr>
        </p:nvSpPr>
        <p:spPr>
          <a:xfrm>
            <a:off x="498762" y="1579368"/>
            <a:ext cx="8492837" cy="4766013"/>
          </a:xfrm>
        </p:spPr>
        <p:txBody>
          <a:bodyPr/>
          <a:lstStyle/>
          <a:p>
            <a:pPr marL="152396" indent="0" algn="l">
              <a:buNone/>
            </a:pPr>
            <a:r>
              <a:rPr lang="en-GB" b="0" i="0" dirty="0">
                <a:solidFill>
                  <a:srgbClr val="424242"/>
                </a:solidFill>
                <a:effectLst/>
                <a:latin typeface="Lato" panose="020F0502020204030203" pitchFamily="34" charset="0"/>
                <a:ea typeface="Lato" panose="020F0502020204030203" pitchFamily="34" charset="0"/>
                <a:cs typeface="Lato" panose="020F0502020204030203" pitchFamily="34" charset="0"/>
              </a:rPr>
              <a:t>The benefits of E-CRM include the following:</a:t>
            </a:r>
          </a:p>
          <a:p>
            <a:pPr marL="152396" indent="0" algn="l">
              <a:buNone/>
            </a:pPr>
            <a:endParaRPr lang="en-GB" b="0" i="0" dirty="0">
              <a:solidFill>
                <a:srgbClr val="424242"/>
              </a:solidFill>
              <a:effectLst/>
              <a:latin typeface="Lato" panose="020F0502020204030203" pitchFamily="34" charset="0"/>
              <a:ea typeface="Lato" panose="020F0502020204030203" pitchFamily="34" charset="0"/>
              <a:cs typeface="Lato" panose="020F0502020204030203" pitchFamily="34" charset="0"/>
            </a:endParaRPr>
          </a:p>
          <a:p>
            <a:pPr algn="l">
              <a:buFont typeface="Arial" panose="020B0604020202020204" pitchFamily="34" charset="0"/>
              <a:buChar char="•"/>
            </a:pPr>
            <a:r>
              <a:rPr lang="en-GB" b="0" i="0" dirty="0">
                <a:solidFill>
                  <a:srgbClr val="424242"/>
                </a:solidFill>
                <a:effectLst/>
                <a:latin typeface="Lato" panose="020F0502020204030203" pitchFamily="34" charset="0"/>
                <a:ea typeface="Lato" panose="020F0502020204030203" pitchFamily="34" charset="0"/>
                <a:cs typeface="Lato" panose="020F0502020204030203" pitchFamily="34" charset="0"/>
              </a:rPr>
              <a:t>Improved customer relations, service and support</a:t>
            </a:r>
          </a:p>
          <a:p>
            <a:pPr algn="l">
              <a:buFont typeface="Arial" panose="020B0604020202020204" pitchFamily="34" charset="0"/>
              <a:buChar char="•"/>
            </a:pPr>
            <a:r>
              <a:rPr lang="en-GB" b="0" i="0" dirty="0">
                <a:solidFill>
                  <a:srgbClr val="424242"/>
                </a:solidFill>
                <a:effectLst/>
                <a:latin typeface="Lato" panose="020F0502020204030203" pitchFamily="34" charset="0"/>
                <a:ea typeface="Lato" panose="020F0502020204030203" pitchFamily="34" charset="0"/>
                <a:cs typeface="Lato" panose="020F0502020204030203" pitchFamily="34" charset="0"/>
              </a:rPr>
              <a:t>Matching the customers' behaviour with suitable offers</a:t>
            </a:r>
          </a:p>
          <a:p>
            <a:pPr algn="l">
              <a:buFont typeface="Arial" panose="020B0604020202020204" pitchFamily="34" charset="0"/>
              <a:buChar char="•"/>
            </a:pPr>
            <a:r>
              <a:rPr lang="en-GB" b="0" i="0" dirty="0">
                <a:solidFill>
                  <a:srgbClr val="424242"/>
                </a:solidFill>
                <a:effectLst/>
                <a:latin typeface="Lato" panose="020F0502020204030203" pitchFamily="34" charset="0"/>
                <a:ea typeface="Lato" panose="020F0502020204030203" pitchFamily="34" charset="0"/>
                <a:cs typeface="Lato" panose="020F0502020204030203" pitchFamily="34" charset="0"/>
              </a:rPr>
              <a:t>Increased customer satisfaction and loyalty</a:t>
            </a:r>
          </a:p>
          <a:p>
            <a:pPr algn="l">
              <a:buFont typeface="Arial" panose="020B0604020202020204" pitchFamily="34" charset="0"/>
              <a:buChar char="•"/>
            </a:pPr>
            <a:r>
              <a:rPr lang="en-GB" b="0" i="0" dirty="0">
                <a:solidFill>
                  <a:srgbClr val="424242"/>
                </a:solidFill>
                <a:effectLst/>
                <a:latin typeface="Lato" panose="020F0502020204030203" pitchFamily="34" charset="0"/>
                <a:ea typeface="Lato" panose="020F0502020204030203" pitchFamily="34" charset="0"/>
                <a:cs typeface="Lato" panose="020F0502020204030203" pitchFamily="34" charset="0"/>
              </a:rPr>
              <a:t>Greater efficiency and cost reduction</a:t>
            </a:r>
          </a:p>
          <a:p>
            <a:pPr algn="l">
              <a:buFont typeface="Arial" panose="020B0604020202020204" pitchFamily="34" charset="0"/>
              <a:buChar char="•"/>
            </a:pPr>
            <a:r>
              <a:rPr lang="en-GB" b="0" i="0" dirty="0">
                <a:solidFill>
                  <a:srgbClr val="424242"/>
                </a:solidFill>
                <a:effectLst/>
                <a:latin typeface="Lato" panose="020F0502020204030203" pitchFamily="34" charset="0"/>
                <a:ea typeface="Lato" panose="020F0502020204030203" pitchFamily="34" charset="0"/>
                <a:cs typeface="Lato" panose="020F0502020204030203" pitchFamily="34" charset="0"/>
              </a:rPr>
              <a:t>Increased business revenue</a:t>
            </a:r>
          </a:p>
          <a:p>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076500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6B2B-578F-13DE-C44D-18109E868D1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6333E0C5-3454-3219-8EAE-AC3C5E625234}"/>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DB739768-3260-B7C0-9FE9-7396880860E1}"/>
              </a:ext>
            </a:extLst>
          </p:cNvPr>
          <p:cNvPicPr>
            <a:picLocks noChangeAspect="1"/>
          </p:cNvPicPr>
          <p:nvPr/>
        </p:nvPicPr>
        <p:blipFill rotWithShape="1">
          <a:blip r:embed="rId3"/>
          <a:srcRect t="7404"/>
          <a:stretch/>
        </p:blipFill>
        <p:spPr>
          <a:xfrm>
            <a:off x="221674" y="1043031"/>
            <a:ext cx="9351817" cy="5814969"/>
          </a:xfrm>
          <a:prstGeom prst="rect">
            <a:avLst/>
          </a:prstGeom>
        </p:spPr>
      </p:pic>
      <p:pic>
        <p:nvPicPr>
          <p:cNvPr id="7" name="Picture 6">
            <a:extLst>
              <a:ext uri="{FF2B5EF4-FFF2-40B4-BE49-F238E27FC236}">
                <a16:creationId xmlns:a16="http://schemas.microsoft.com/office/drawing/2014/main" id="{21770D26-B78A-6178-5039-673903110D9E}"/>
              </a:ext>
            </a:extLst>
          </p:cNvPr>
          <p:cNvPicPr>
            <a:picLocks noChangeAspect="1"/>
          </p:cNvPicPr>
          <p:nvPr/>
        </p:nvPicPr>
        <p:blipFill>
          <a:blip r:embed="rId4"/>
          <a:stretch>
            <a:fillRect/>
          </a:stretch>
        </p:blipFill>
        <p:spPr>
          <a:xfrm>
            <a:off x="1217716" y="1485799"/>
            <a:ext cx="7828562" cy="4980333"/>
          </a:xfrm>
          <a:prstGeom prst="rect">
            <a:avLst/>
          </a:prstGeom>
        </p:spPr>
      </p:pic>
    </p:spTree>
    <p:extLst>
      <p:ext uri="{BB962C8B-B14F-4D97-AF65-F5344CB8AC3E}">
        <p14:creationId xmlns:p14="http://schemas.microsoft.com/office/powerpoint/2010/main" val="146647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63039-0E05-F34E-E59E-83F6F7508428}"/>
              </a:ext>
            </a:extLst>
          </p:cNvPr>
          <p:cNvSpPr>
            <a:spLocks noGrp="1"/>
          </p:cNvSpPr>
          <p:nvPr>
            <p:ph type="title"/>
          </p:nvPr>
        </p:nvSpPr>
        <p:spPr>
          <a:xfrm>
            <a:off x="471055" y="2283541"/>
            <a:ext cx="7924800" cy="3078168"/>
          </a:xfrm>
        </p:spPr>
        <p:txBody>
          <a:bodyPr/>
          <a:lstStyle/>
          <a:p>
            <a:r>
              <a:rPr lang="en-GB" dirty="0"/>
              <a:t>When Humans are Not Enough Or When can Technology replace them?</a:t>
            </a:r>
            <a:endParaRPr lang="en-IN" dirty="0"/>
          </a:p>
        </p:txBody>
      </p:sp>
      <p:pic>
        <p:nvPicPr>
          <p:cNvPr id="9" name="Picture 8">
            <a:extLst>
              <a:ext uri="{FF2B5EF4-FFF2-40B4-BE49-F238E27FC236}">
                <a16:creationId xmlns:a16="http://schemas.microsoft.com/office/drawing/2014/main" id="{2AA782DB-9030-41FD-C56A-51DE4B9B4CCE}"/>
              </a:ext>
            </a:extLst>
          </p:cNvPr>
          <p:cNvPicPr>
            <a:picLocks noChangeAspect="1"/>
          </p:cNvPicPr>
          <p:nvPr/>
        </p:nvPicPr>
        <p:blipFill rotWithShape="1">
          <a:blip r:embed="rId3"/>
          <a:srcRect t="1015"/>
          <a:stretch/>
        </p:blipFill>
        <p:spPr>
          <a:xfrm>
            <a:off x="277091" y="568036"/>
            <a:ext cx="8395854" cy="6088291"/>
          </a:xfrm>
          <a:prstGeom prst="rect">
            <a:avLst/>
          </a:prstGeom>
        </p:spPr>
      </p:pic>
    </p:spTree>
    <p:extLst>
      <p:ext uri="{BB962C8B-B14F-4D97-AF65-F5344CB8AC3E}">
        <p14:creationId xmlns:p14="http://schemas.microsoft.com/office/powerpoint/2010/main" val="2550312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28395-9598-E29F-FF5E-ED67925F9582}"/>
              </a:ext>
            </a:extLst>
          </p:cNvPr>
          <p:cNvSpPr>
            <a:spLocks noGrp="1"/>
          </p:cNvSpPr>
          <p:nvPr>
            <p:ph type="title"/>
          </p:nvPr>
        </p:nvSpPr>
        <p:spPr>
          <a:xfrm rot="16200000">
            <a:off x="-2689216" y="2370233"/>
            <a:ext cx="7348400" cy="1143200"/>
          </a:xfrm>
        </p:spPr>
        <p:txBody>
          <a:bodyPr/>
          <a:lstStyle/>
          <a:p>
            <a:r>
              <a:rPr lang="en-IN" dirty="0"/>
              <a:t>E-CRM Toolkit</a:t>
            </a:r>
          </a:p>
        </p:txBody>
      </p:sp>
      <p:sp>
        <p:nvSpPr>
          <p:cNvPr id="3" name="Text Placeholder 2">
            <a:extLst>
              <a:ext uri="{FF2B5EF4-FFF2-40B4-BE49-F238E27FC236}">
                <a16:creationId xmlns:a16="http://schemas.microsoft.com/office/drawing/2014/main" id="{712795BE-90DB-9BCE-34C4-13038F68950C}"/>
              </a:ext>
            </a:extLst>
          </p:cNvPr>
          <p:cNvSpPr>
            <a:spLocks noGrp="1"/>
          </p:cNvSpPr>
          <p:nvPr>
            <p:ph type="body" idx="1"/>
          </p:nvPr>
        </p:nvSpPr>
        <p:spPr>
          <a:xfrm>
            <a:off x="609600" y="2941833"/>
            <a:ext cx="7348400" cy="3473600"/>
          </a:xfrm>
        </p:spPr>
        <p:txBody>
          <a:bodyPr/>
          <a:lstStyle/>
          <a:p>
            <a:endParaRPr lang="en-IN"/>
          </a:p>
        </p:txBody>
      </p:sp>
      <p:pic>
        <p:nvPicPr>
          <p:cNvPr id="5" name="Picture 4">
            <a:extLst>
              <a:ext uri="{FF2B5EF4-FFF2-40B4-BE49-F238E27FC236}">
                <a16:creationId xmlns:a16="http://schemas.microsoft.com/office/drawing/2014/main" id="{F1EAD55B-E80E-E5BD-9BD4-B68036337BF3}"/>
              </a:ext>
            </a:extLst>
          </p:cNvPr>
          <p:cNvPicPr>
            <a:picLocks noChangeAspect="1"/>
          </p:cNvPicPr>
          <p:nvPr/>
        </p:nvPicPr>
        <p:blipFill>
          <a:blip r:embed="rId3"/>
          <a:stretch>
            <a:fillRect/>
          </a:stretch>
        </p:blipFill>
        <p:spPr>
          <a:xfrm>
            <a:off x="2341418" y="0"/>
            <a:ext cx="7347014" cy="6601322"/>
          </a:xfrm>
          <a:prstGeom prst="rect">
            <a:avLst/>
          </a:prstGeom>
        </p:spPr>
      </p:pic>
    </p:spTree>
    <p:extLst>
      <p:ext uri="{BB962C8B-B14F-4D97-AF65-F5344CB8AC3E}">
        <p14:creationId xmlns:p14="http://schemas.microsoft.com/office/powerpoint/2010/main" val="1052001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7FCD-0EDF-2260-4C6C-ACBC043DFF52}"/>
              </a:ext>
            </a:extLst>
          </p:cNvPr>
          <p:cNvSpPr>
            <a:spLocks noGrp="1"/>
          </p:cNvSpPr>
          <p:nvPr>
            <p:ph type="title"/>
          </p:nvPr>
        </p:nvSpPr>
        <p:spPr>
          <a:xfrm>
            <a:off x="2757054" y="0"/>
            <a:ext cx="7348400" cy="1143200"/>
          </a:xfrm>
        </p:spPr>
        <p:txBody>
          <a:bodyPr/>
          <a:lstStyle/>
          <a:p>
            <a:r>
              <a:rPr lang="en-IN" dirty="0"/>
              <a:t>Phases of CRM</a:t>
            </a:r>
          </a:p>
        </p:txBody>
      </p:sp>
      <p:sp>
        <p:nvSpPr>
          <p:cNvPr id="3" name="Text Placeholder 2">
            <a:extLst>
              <a:ext uri="{FF2B5EF4-FFF2-40B4-BE49-F238E27FC236}">
                <a16:creationId xmlns:a16="http://schemas.microsoft.com/office/drawing/2014/main" id="{DAC38648-B5D1-B64F-2CC3-2159AC02E5AC}"/>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E0D3D10D-0E37-DEB8-A266-F867ED9453AD}"/>
              </a:ext>
            </a:extLst>
          </p:cNvPr>
          <p:cNvPicPr>
            <a:picLocks noChangeAspect="1"/>
          </p:cNvPicPr>
          <p:nvPr/>
        </p:nvPicPr>
        <p:blipFill>
          <a:blip r:embed="rId2"/>
          <a:stretch>
            <a:fillRect/>
          </a:stretch>
        </p:blipFill>
        <p:spPr>
          <a:xfrm>
            <a:off x="1630954" y="1312893"/>
            <a:ext cx="5947481" cy="5240700"/>
          </a:xfrm>
          <a:prstGeom prst="rect">
            <a:avLst/>
          </a:prstGeom>
        </p:spPr>
      </p:pic>
    </p:spTree>
    <p:extLst>
      <p:ext uri="{BB962C8B-B14F-4D97-AF65-F5344CB8AC3E}">
        <p14:creationId xmlns:p14="http://schemas.microsoft.com/office/powerpoint/2010/main" val="33208874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BA7FE-BB33-695A-3357-B118384BD933}"/>
              </a:ext>
            </a:extLst>
          </p:cNvPr>
          <p:cNvSpPr>
            <a:spLocks noGrp="1"/>
          </p:cNvSpPr>
          <p:nvPr>
            <p:ph type="title"/>
          </p:nvPr>
        </p:nvSpPr>
        <p:spPr>
          <a:xfrm>
            <a:off x="2798619" y="205361"/>
            <a:ext cx="7348400" cy="1143200"/>
          </a:xfrm>
        </p:spPr>
        <p:txBody>
          <a:bodyPr/>
          <a:lstStyle/>
          <a:p>
            <a:r>
              <a:rPr lang="en-IN" dirty="0"/>
              <a:t>CRM capabilities</a:t>
            </a:r>
          </a:p>
        </p:txBody>
      </p:sp>
      <p:sp>
        <p:nvSpPr>
          <p:cNvPr id="3" name="Text Placeholder 2">
            <a:extLst>
              <a:ext uri="{FF2B5EF4-FFF2-40B4-BE49-F238E27FC236}">
                <a16:creationId xmlns:a16="http://schemas.microsoft.com/office/drawing/2014/main" id="{62102254-6D26-2E32-91A2-1A00C85F997D}"/>
              </a:ext>
            </a:extLst>
          </p:cNvPr>
          <p:cNvSpPr>
            <a:spLocks noGrp="1"/>
          </p:cNvSpPr>
          <p:nvPr>
            <p:ph type="body" idx="1"/>
          </p:nvPr>
        </p:nvSpPr>
        <p:spPr>
          <a:xfrm>
            <a:off x="401782" y="1510100"/>
            <a:ext cx="2937164" cy="928300"/>
          </a:xfrm>
        </p:spPr>
        <p:txBody>
          <a:bodyPr/>
          <a:lstStyle/>
          <a:p>
            <a:pPr marL="152396" indent="0">
              <a:buNone/>
            </a:pPr>
            <a:r>
              <a:rPr lang="en-IN" dirty="0"/>
              <a:t>Business Operations</a:t>
            </a:r>
          </a:p>
          <a:p>
            <a:pPr marL="152396" indent="0">
              <a:buNone/>
            </a:pPr>
            <a:endParaRPr lang="en-IN" dirty="0"/>
          </a:p>
        </p:txBody>
      </p:sp>
      <p:pic>
        <p:nvPicPr>
          <p:cNvPr id="7" name="Picture 6">
            <a:extLst>
              <a:ext uri="{FF2B5EF4-FFF2-40B4-BE49-F238E27FC236}">
                <a16:creationId xmlns:a16="http://schemas.microsoft.com/office/drawing/2014/main" id="{D5EB1966-C693-F329-7D7A-56814331CE5C}"/>
              </a:ext>
            </a:extLst>
          </p:cNvPr>
          <p:cNvPicPr>
            <a:picLocks noChangeAspect="1"/>
          </p:cNvPicPr>
          <p:nvPr/>
        </p:nvPicPr>
        <p:blipFill>
          <a:blip r:embed="rId2"/>
          <a:stretch>
            <a:fillRect/>
          </a:stretch>
        </p:blipFill>
        <p:spPr>
          <a:xfrm>
            <a:off x="184902" y="2438400"/>
            <a:ext cx="3846772" cy="3473600"/>
          </a:xfrm>
          <a:prstGeom prst="rect">
            <a:avLst/>
          </a:prstGeom>
        </p:spPr>
      </p:pic>
      <p:pic>
        <p:nvPicPr>
          <p:cNvPr id="11" name="Picture 10">
            <a:extLst>
              <a:ext uri="{FF2B5EF4-FFF2-40B4-BE49-F238E27FC236}">
                <a16:creationId xmlns:a16="http://schemas.microsoft.com/office/drawing/2014/main" id="{A442576A-1559-AD1E-A1C8-3EFEBF80AA0E}"/>
              </a:ext>
            </a:extLst>
          </p:cNvPr>
          <p:cNvPicPr>
            <a:picLocks noChangeAspect="1"/>
          </p:cNvPicPr>
          <p:nvPr/>
        </p:nvPicPr>
        <p:blipFill>
          <a:blip r:embed="rId3"/>
          <a:stretch>
            <a:fillRect/>
          </a:stretch>
        </p:blipFill>
        <p:spPr>
          <a:xfrm>
            <a:off x="3803532" y="2438399"/>
            <a:ext cx="4584936" cy="3473600"/>
          </a:xfrm>
          <a:prstGeom prst="rect">
            <a:avLst/>
          </a:prstGeom>
        </p:spPr>
      </p:pic>
      <p:pic>
        <p:nvPicPr>
          <p:cNvPr id="13" name="Picture 12">
            <a:extLst>
              <a:ext uri="{FF2B5EF4-FFF2-40B4-BE49-F238E27FC236}">
                <a16:creationId xmlns:a16="http://schemas.microsoft.com/office/drawing/2014/main" id="{67622830-832A-BA8F-5D70-17C9D329301F}"/>
              </a:ext>
            </a:extLst>
          </p:cNvPr>
          <p:cNvPicPr>
            <a:picLocks noChangeAspect="1"/>
          </p:cNvPicPr>
          <p:nvPr/>
        </p:nvPicPr>
        <p:blipFill>
          <a:blip r:embed="rId4"/>
          <a:stretch>
            <a:fillRect/>
          </a:stretch>
        </p:blipFill>
        <p:spPr>
          <a:xfrm>
            <a:off x="8160327" y="2438397"/>
            <a:ext cx="4138578" cy="3473599"/>
          </a:xfrm>
          <a:prstGeom prst="rect">
            <a:avLst/>
          </a:prstGeom>
        </p:spPr>
      </p:pic>
      <p:sp>
        <p:nvSpPr>
          <p:cNvPr id="14" name="Text Placeholder 2">
            <a:extLst>
              <a:ext uri="{FF2B5EF4-FFF2-40B4-BE49-F238E27FC236}">
                <a16:creationId xmlns:a16="http://schemas.microsoft.com/office/drawing/2014/main" id="{0FC8F5BB-2D43-0134-0D3A-A3982087012D}"/>
              </a:ext>
            </a:extLst>
          </p:cNvPr>
          <p:cNvSpPr txBox="1">
            <a:spLocks/>
          </p:cNvSpPr>
          <p:nvPr/>
        </p:nvSpPr>
        <p:spPr>
          <a:xfrm>
            <a:off x="4073239" y="1429329"/>
            <a:ext cx="2937164" cy="928300"/>
          </a:xfrm>
          <a:prstGeom prst="rect">
            <a:avLst/>
          </a:prstGeom>
        </p:spPr>
        <p:txBody>
          <a:bodyPr spcFirstLastPara="1" vert="horz" wrap="square" lIns="91425" tIns="91425" rIns="91425" bIns="91425"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kern="1200">
                <a:solidFill>
                  <a:schemeClr val="tx1"/>
                </a:solidFill>
                <a:latin typeface="+mn-lt"/>
                <a:ea typeface="+mn-ea"/>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kern="1200">
                <a:solidFill>
                  <a:schemeClr val="tx1"/>
                </a:solidFill>
                <a:latin typeface="+mn-lt"/>
                <a:ea typeface="+mn-ea"/>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152396" indent="0">
              <a:buFont typeface="Arial" panose="020B0604020202020204" pitchFamily="34" charset="0"/>
              <a:buNone/>
            </a:pPr>
            <a:r>
              <a:rPr lang="en-IN" dirty="0"/>
              <a:t>Business Management</a:t>
            </a:r>
          </a:p>
          <a:p>
            <a:pPr marL="152396" indent="0">
              <a:buFont typeface="Arial" panose="020B0604020202020204" pitchFamily="34" charset="0"/>
              <a:buNone/>
            </a:pPr>
            <a:endParaRPr lang="en-IN" dirty="0"/>
          </a:p>
        </p:txBody>
      </p:sp>
      <p:sp>
        <p:nvSpPr>
          <p:cNvPr id="15" name="Text Placeholder 2">
            <a:extLst>
              <a:ext uri="{FF2B5EF4-FFF2-40B4-BE49-F238E27FC236}">
                <a16:creationId xmlns:a16="http://schemas.microsoft.com/office/drawing/2014/main" id="{2DCB0569-4B4A-E3D2-2060-C2D92C934CC0}"/>
              </a:ext>
            </a:extLst>
          </p:cNvPr>
          <p:cNvSpPr txBox="1">
            <a:spLocks/>
          </p:cNvSpPr>
          <p:nvPr/>
        </p:nvSpPr>
        <p:spPr>
          <a:xfrm>
            <a:off x="8853054" y="1429329"/>
            <a:ext cx="2937164" cy="928300"/>
          </a:xfrm>
          <a:prstGeom prst="rect">
            <a:avLst/>
          </a:prstGeom>
        </p:spPr>
        <p:txBody>
          <a:bodyPr spcFirstLastPara="1" vert="horz" wrap="square" lIns="91425" tIns="91425" rIns="91425" bIns="91425"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kern="1200">
                <a:solidFill>
                  <a:schemeClr val="tx1"/>
                </a:solidFill>
                <a:latin typeface="+mn-lt"/>
                <a:ea typeface="+mn-ea"/>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kern="1200">
                <a:solidFill>
                  <a:schemeClr val="tx1"/>
                </a:solidFill>
                <a:latin typeface="+mn-lt"/>
                <a:ea typeface="+mn-ea"/>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kern="1200">
                <a:solidFill>
                  <a:schemeClr val="tx1"/>
                </a:solidFill>
                <a:latin typeface="+mn-lt"/>
                <a:ea typeface="+mn-ea"/>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152396" indent="0">
              <a:buFont typeface="Arial" panose="020B0604020202020204" pitchFamily="34" charset="0"/>
              <a:buNone/>
            </a:pPr>
            <a:r>
              <a:rPr lang="en-IN" dirty="0"/>
              <a:t>Business Intelligence</a:t>
            </a:r>
          </a:p>
          <a:p>
            <a:pPr marL="152396" indent="0">
              <a:buFont typeface="Arial" panose="020B0604020202020204" pitchFamily="34" charset="0"/>
              <a:buNone/>
            </a:pPr>
            <a:endParaRPr lang="en-IN" dirty="0"/>
          </a:p>
        </p:txBody>
      </p:sp>
    </p:spTree>
    <p:extLst>
      <p:ext uri="{BB962C8B-B14F-4D97-AF65-F5344CB8AC3E}">
        <p14:creationId xmlns:p14="http://schemas.microsoft.com/office/powerpoint/2010/main" val="1302842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0AFB3D-73D0-EE3C-7E08-07CB0E446456}"/>
              </a:ext>
            </a:extLst>
          </p:cNvPr>
          <p:cNvSpPr>
            <a:spLocks noGrp="1"/>
          </p:cNvSpPr>
          <p:nvPr>
            <p:ph type="body" idx="1"/>
          </p:nvPr>
        </p:nvSpPr>
        <p:spPr/>
        <p:txBody>
          <a:bodyPr/>
          <a:lstStyle/>
          <a:p>
            <a:pPr marL="101598" indent="0">
              <a:buNone/>
            </a:pPr>
            <a:r>
              <a:rPr lang="en-IN" b="1" dirty="0">
                <a:solidFill>
                  <a:schemeClr val="tx1"/>
                </a:solidFill>
                <a:latin typeface="Lato" panose="020F0502020204030203" pitchFamily="34" charset="0"/>
                <a:ea typeface="Lato" panose="020F0502020204030203" pitchFamily="34" charset="0"/>
                <a:cs typeface="Lato" panose="020F0502020204030203" pitchFamily="34" charset="0"/>
              </a:rPr>
              <a:t>CASE STUDY</a:t>
            </a:r>
          </a:p>
          <a:p>
            <a:r>
              <a:rPr lang="en-IN" b="1" i="0" dirty="0">
                <a:solidFill>
                  <a:schemeClr val="tx1"/>
                </a:solidFill>
                <a:latin typeface="Lato" panose="020F0502020204030203" pitchFamily="34" charset="0"/>
                <a:ea typeface="Lato" panose="020F0502020204030203" pitchFamily="34" charset="0"/>
                <a:cs typeface="Lato" panose="020F0502020204030203" pitchFamily="34" charset="0"/>
              </a:rPr>
              <a:t>Naukri.com</a:t>
            </a:r>
          </a:p>
          <a:p>
            <a:r>
              <a:rPr lang="en-IN" b="1" i="0" dirty="0">
                <a:solidFill>
                  <a:schemeClr val="tx1"/>
                </a:solidFill>
                <a:latin typeface="Lato" panose="020F0502020204030203" pitchFamily="34" charset="0"/>
                <a:ea typeface="Lato" panose="020F0502020204030203" pitchFamily="34" charset="0"/>
                <a:cs typeface="Lato" panose="020F0502020204030203" pitchFamily="34" charset="0"/>
              </a:rPr>
              <a:t>IRCTC</a:t>
            </a:r>
          </a:p>
        </p:txBody>
      </p:sp>
    </p:spTree>
    <p:extLst>
      <p:ext uri="{BB962C8B-B14F-4D97-AF65-F5344CB8AC3E}">
        <p14:creationId xmlns:p14="http://schemas.microsoft.com/office/powerpoint/2010/main" val="2319756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7F74A-D1D5-41E7-4FE8-616E1AC7870E}"/>
              </a:ext>
            </a:extLst>
          </p:cNvPr>
          <p:cNvSpPr>
            <a:spLocks noGrp="1"/>
          </p:cNvSpPr>
          <p:nvPr>
            <p:ph type="ctrTitle"/>
          </p:nvPr>
        </p:nvSpPr>
        <p:spPr>
          <a:xfrm>
            <a:off x="3962400" y="4382967"/>
            <a:ext cx="7315500" cy="1546400"/>
          </a:xfrm>
        </p:spPr>
        <p:txBody>
          <a:bodyPr/>
          <a:lstStyle/>
          <a:p>
            <a:r>
              <a:rPr lang="en-IN" dirty="0"/>
              <a:t>E-Supply Chain Management</a:t>
            </a:r>
          </a:p>
        </p:txBody>
      </p:sp>
    </p:spTree>
    <p:extLst>
      <p:ext uri="{BB962C8B-B14F-4D97-AF65-F5344CB8AC3E}">
        <p14:creationId xmlns:p14="http://schemas.microsoft.com/office/powerpoint/2010/main" val="690260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A09BE2-A3B1-13DA-29CD-14A340E77CE9}"/>
              </a:ext>
            </a:extLst>
          </p:cNvPr>
          <p:cNvSpPr>
            <a:spLocks noGrp="1"/>
          </p:cNvSpPr>
          <p:nvPr>
            <p:ph type="title"/>
          </p:nvPr>
        </p:nvSpPr>
        <p:spPr>
          <a:xfrm>
            <a:off x="3061855" y="0"/>
            <a:ext cx="7348400" cy="1143200"/>
          </a:xfrm>
        </p:spPr>
        <p:txBody>
          <a:bodyPr/>
          <a:lstStyle/>
          <a:p>
            <a:r>
              <a:rPr lang="en-IN" dirty="0"/>
              <a:t>E-Supply Chain</a:t>
            </a:r>
          </a:p>
        </p:txBody>
      </p:sp>
      <p:sp>
        <p:nvSpPr>
          <p:cNvPr id="4" name="Text Placeholder 3">
            <a:extLst>
              <a:ext uri="{FF2B5EF4-FFF2-40B4-BE49-F238E27FC236}">
                <a16:creationId xmlns:a16="http://schemas.microsoft.com/office/drawing/2014/main" id="{D4479BF1-154D-1E13-7BD5-2748ED99562C}"/>
              </a:ext>
            </a:extLst>
          </p:cNvPr>
          <p:cNvSpPr>
            <a:spLocks noGrp="1"/>
          </p:cNvSpPr>
          <p:nvPr>
            <p:ph type="body" idx="1"/>
          </p:nvPr>
        </p:nvSpPr>
        <p:spPr>
          <a:xfrm>
            <a:off x="152399" y="1496242"/>
            <a:ext cx="10848109" cy="5264776"/>
          </a:xfrm>
        </p:spPr>
        <p:txBody>
          <a:bodyPr/>
          <a:lstStyle/>
          <a:p>
            <a:pPr marL="152396" indent="0">
              <a:buNone/>
            </a:pPr>
            <a:r>
              <a:rPr lang="en-GB" dirty="0">
                <a:latin typeface="Lato" panose="020F0502020204030203" pitchFamily="34" charset="0"/>
                <a:ea typeface="Lato" panose="020F0502020204030203" pitchFamily="34" charset="0"/>
                <a:cs typeface="Lato" panose="020F0502020204030203" pitchFamily="34" charset="0"/>
              </a:rPr>
              <a:t>Is a sequence of logistics processes,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the production of raw materials,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manufacturing of finished goods,</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warehousing,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inventory management,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order </a:t>
            </a:r>
            <a:r>
              <a:rPr lang="en-GB" dirty="0" err="1">
                <a:latin typeface="Lato" panose="020F0502020204030203" pitchFamily="34" charset="0"/>
                <a:ea typeface="Lato" panose="020F0502020204030203" pitchFamily="34" charset="0"/>
                <a:cs typeface="Lato" panose="020F0502020204030203" pitchFamily="34" charset="0"/>
              </a:rPr>
              <a:t>fulfillment</a:t>
            </a:r>
            <a:r>
              <a:rPr lang="en-GB" dirty="0">
                <a:latin typeface="Lato" panose="020F0502020204030203" pitchFamily="34" charset="0"/>
                <a:ea typeface="Lato" panose="020F0502020204030203" pitchFamily="34" charset="0"/>
                <a:cs typeface="Lato" panose="020F0502020204030203" pitchFamily="34" charset="0"/>
              </a:rPr>
              <a:t>, and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	last-mile delivery. </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The goal is to deliver a quality product to the customers and a great experience</a:t>
            </a:r>
          </a:p>
          <a:p>
            <a:pPr marL="152396" indent="0">
              <a:buNone/>
            </a:pPr>
            <a:r>
              <a:rPr lang="en-GB" dirty="0">
                <a:latin typeface="Lato" panose="020F0502020204030203" pitchFamily="34" charset="0"/>
                <a:ea typeface="Lato" panose="020F0502020204030203" pitchFamily="34" charset="0"/>
                <a:cs typeface="Lato" panose="020F0502020204030203" pitchFamily="34" charset="0"/>
              </a:rPr>
              <a:t>Every stage of the supply chain plays a key role in running a trustworthy brand. </a:t>
            </a:r>
            <a:endParaRPr lang="en-I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083031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A7F5D-A07F-9FD5-C48A-33E07EE896B8}"/>
              </a:ext>
            </a:extLst>
          </p:cNvPr>
          <p:cNvSpPr>
            <a:spLocks noGrp="1"/>
          </p:cNvSpPr>
          <p:nvPr>
            <p:ph type="title"/>
          </p:nvPr>
        </p:nvSpPr>
        <p:spPr>
          <a:xfrm>
            <a:off x="374074" y="995070"/>
            <a:ext cx="7348400" cy="1143200"/>
          </a:xfrm>
        </p:spPr>
        <p:txBody>
          <a:bodyPr/>
          <a:lstStyle/>
          <a:p>
            <a:r>
              <a:rPr lang="en-IN" dirty="0"/>
              <a:t>E-Supply Chain Management</a:t>
            </a:r>
          </a:p>
        </p:txBody>
      </p:sp>
      <p:sp>
        <p:nvSpPr>
          <p:cNvPr id="3" name="Text Placeholder 2">
            <a:extLst>
              <a:ext uri="{FF2B5EF4-FFF2-40B4-BE49-F238E27FC236}">
                <a16:creationId xmlns:a16="http://schemas.microsoft.com/office/drawing/2014/main" id="{DD90D9C3-A766-A159-1E4D-F854D19B26E7}"/>
              </a:ext>
            </a:extLst>
          </p:cNvPr>
          <p:cNvSpPr>
            <a:spLocks noGrp="1"/>
          </p:cNvSpPr>
          <p:nvPr>
            <p:ph type="body" idx="1"/>
          </p:nvPr>
        </p:nvSpPr>
        <p:spPr>
          <a:xfrm>
            <a:off x="374074" y="2272096"/>
            <a:ext cx="7744690" cy="4184122"/>
          </a:xfrm>
        </p:spPr>
        <p:txBody>
          <a:bodyPr/>
          <a:lstStyle/>
          <a:p>
            <a:pPr marL="152396" indent="0">
              <a:buNone/>
            </a:pPr>
            <a:r>
              <a:rPr lang="en-GB" dirty="0"/>
              <a:t>Oversees the inbound and outbound logistics of finished goods inventory, starting at production all the way to shipping customer orders. </a:t>
            </a:r>
          </a:p>
          <a:p>
            <a:pPr marL="152396" indent="0">
              <a:buNone/>
            </a:pPr>
            <a:endParaRPr lang="en-GB" dirty="0"/>
          </a:p>
          <a:p>
            <a:pPr marL="152396" indent="0">
              <a:buNone/>
            </a:pPr>
            <a:r>
              <a:rPr lang="en-GB" dirty="0"/>
              <a:t>A highly optimized supply chain helps to reduce costs and increase productivity, which can impact both profit margins and customer satisfaction. </a:t>
            </a:r>
            <a:endParaRPr lang="en-IN" dirty="0"/>
          </a:p>
        </p:txBody>
      </p:sp>
    </p:spTree>
    <p:extLst>
      <p:ext uri="{BB962C8B-B14F-4D97-AF65-F5344CB8AC3E}">
        <p14:creationId xmlns:p14="http://schemas.microsoft.com/office/powerpoint/2010/main" val="4200962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CB81E8-E379-277E-158F-D9419B5B4315}"/>
              </a:ext>
            </a:extLst>
          </p:cNvPr>
          <p:cNvSpPr>
            <a:spLocks noGrp="1"/>
          </p:cNvSpPr>
          <p:nvPr>
            <p:ph type="title"/>
          </p:nvPr>
        </p:nvSpPr>
        <p:spPr>
          <a:xfrm>
            <a:off x="2951018" y="219215"/>
            <a:ext cx="7348400" cy="1143200"/>
          </a:xfrm>
        </p:spPr>
        <p:txBody>
          <a:bodyPr/>
          <a:lstStyle/>
          <a:p>
            <a:r>
              <a:rPr lang="en-IN" dirty="0"/>
              <a:t>E-SCM</a:t>
            </a:r>
          </a:p>
        </p:txBody>
      </p:sp>
      <p:sp>
        <p:nvSpPr>
          <p:cNvPr id="6" name="Text Placeholder 5">
            <a:extLst>
              <a:ext uri="{FF2B5EF4-FFF2-40B4-BE49-F238E27FC236}">
                <a16:creationId xmlns:a16="http://schemas.microsoft.com/office/drawing/2014/main" id="{000A1B24-44BE-D4FE-954C-99820AE7DF24}"/>
              </a:ext>
            </a:extLst>
          </p:cNvPr>
          <p:cNvSpPr>
            <a:spLocks noGrp="1"/>
          </p:cNvSpPr>
          <p:nvPr>
            <p:ph type="body" idx="1"/>
          </p:nvPr>
        </p:nvSpPr>
        <p:spPr/>
        <p:txBody>
          <a:bodyPr/>
          <a:lstStyle/>
          <a:p>
            <a:endParaRPr lang="en-IN"/>
          </a:p>
        </p:txBody>
      </p:sp>
      <p:pic>
        <p:nvPicPr>
          <p:cNvPr id="4" name="Picture 3">
            <a:extLst>
              <a:ext uri="{FF2B5EF4-FFF2-40B4-BE49-F238E27FC236}">
                <a16:creationId xmlns:a16="http://schemas.microsoft.com/office/drawing/2014/main" id="{9B1DA0B5-9B3B-CB3E-4B9B-BD72384EBE2F}"/>
              </a:ext>
            </a:extLst>
          </p:cNvPr>
          <p:cNvPicPr>
            <a:picLocks noChangeAspect="1"/>
          </p:cNvPicPr>
          <p:nvPr/>
        </p:nvPicPr>
        <p:blipFill>
          <a:blip r:embed="rId2"/>
          <a:stretch>
            <a:fillRect/>
          </a:stretch>
        </p:blipFill>
        <p:spPr>
          <a:xfrm>
            <a:off x="407371" y="1741490"/>
            <a:ext cx="8445684" cy="4864066"/>
          </a:xfrm>
          <a:prstGeom prst="rect">
            <a:avLst/>
          </a:prstGeom>
        </p:spPr>
      </p:pic>
    </p:spTree>
    <p:extLst>
      <p:ext uri="{BB962C8B-B14F-4D97-AF65-F5344CB8AC3E}">
        <p14:creationId xmlns:p14="http://schemas.microsoft.com/office/powerpoint/2010/main" val="37426781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D5038-CCEC-0426-1C9C-492EFAEE7CEC}"/>
              </a:ext>
            </a:extLst>
          </p:cNvPr>
          <p:cNvSpPr>
            <a:spLocks noGrp="1"/>
          </p:cNvSpPr>
          <p:nvPr>
            <p:ph type="ctrTitle"/>
          </p:nvPr>
        </p:nvSpPr>
        <p:spPr/>
        <p:txBody>
          <a:bodyPr/>
          <a:lstStyle/>
          <a:p>
            <a:endParaRPr lang="en-IN"/>
          </a:p>
        </p:txBody>
      </p:sp>
      <p:pic>
        <p:nvPicPr>
          <p:cNvPr id="3" name="Online Media 2" title="Smiles at Your Doorstep - Flipkart Supply Chain">
            <a:hlinkClick r:id="" action="ppaction://media"/>
            <a:extLst>
              <a:ext uri="{FF2B5EF4-FFF2-40B4-BE49-F238E27FC236}">
                <a16:creationId xmlns:a16="http://schemas.microsoft.com/office/drawing/2014/main" id="{1DC7E76E-C074-BBE9-92EA-21763E63FA07}"/>
              </a:ext>
            </a:extLst>
          </p:cNvPr>
          <p:cNvPicPr>
            <a:picLocks noRot="1" noChangeAspect="1"/>
          </p:cNvPicPr>
          <p:nvPr>
            <a:videoFile r:link="rId1"/>
          </p:nvPr>
        </p:nvPicPr>
        <p:blipFill>
          <a:blip r:embed="rId4"/>
          <a:stretch>
            <a:fillRect/>
          </a:stretch>
        </p:blipFill>
        <p:spPr>
          <a:xfrm>
            <a:off x="1353809" y="1339633"/>
            <a:ext cx="9175646" cy="5184239"/>
          </a:xfrm>
          <a:prstGeom prst="rect">
            <a:avLst/>
          </a:prstGeom>
        </p:spPr>
      </p:pic>
    </p:spTree>
    <p:extLst>
      <p:ext uri="{BB962C8B-B14F-4D97-AF65-F5344CB8AC3E}">
        <p14:creationId xmlns:p14="http://schemas.microsoft.com/office/powerpoint/2010/main" val="1611048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1FFBD-5994-DE29-81BC-E075143CC02D}"/>
              </a:ext>
            </a:extLst>
          </p:cNvPr>
          <p:cNvSpPr>
            <a:spLocks noGrp="1"/>
          </p:cNvSpPr>
          <p:nvPr>
            <p:ph type="title"/>
          </p:nvPr>
        </p:nvSpPr>
        <p:spPr>
          <a:xfrm>
            <a:off x="2909454" y="108379"/>
            <a:ext cx="7348400" cy="1143200"/>
          </a:xfrm>
        </p:spPr>
        <p:txBody>
          <a:bodyPr/>
          <a:lstStyle/>
          <a:p>
            <a:r>
              <a:rPr lang="en-IN" dirty="0"/>
              <a:t>Benefits of E-SCM</a:t>
            </a:r>
          </a:p>
        </p:txBody>
      </p:sp>
      <p:sp>
        <p:nvSpPr>
          <p:cNvPr id="3" name="Text Placeholder 2">
            <a:extLst>
              <a:ext uri="{FF2B5EF4-FFF2-40B4-BE49-F238E27FC236}">
                <a16:creationId xmlns:a16="http://schemas.microsoft.com/office/drawing/2014/main" id="{B7B61997-F0E4-AB84-A642-34D257BA5AF3}"/>
              </a:ext>
            </a:extLst>
          </p:cNvPr>
          <p:cNvSpPr>
            <a:spLocks noGrp="1"/>
          </p:cNvSpPr>
          <p:nvPr>
            <p:ph type="body" idx="1"/>
          </p:nvPr>
        </p:nvSpPr>
        <p:spPr>
          <a:xfrm>
            <a:off x="193964" y="1251579"/>
            <a:ext cx="11790218" cy="5214554"/>
          </a:xfrm>
        </p:spPr>
        <p:txBody>
          <a:bodyPr/>
          <a:lstStyle/>
          <a:p>
            <a:r>
              <a:rPr lang="en-GB" dirty="0"/>
              <a:t>It is Web-based (client and server), not Web-enabled; </a:t>
            </a:r>
          </a:p>
          <a:p>
            <a:r>
              <a:rPr lang="en-GB" dirty="0"/>
              <a:t>It incorporates broadcast and active messaging to proactively notify a condition that requires attention; </a:t>
            </a:r>
          </a:p>
          <a:p>
            <a:r>
              <a:rPr lang="en-GB" dirty="0"/>
              <a:t> It supports the exchange of “real-time” information through stakeholders; </a:t>
            </a:r>
          </a:p>
          <a:p>
            <a:r>
              <a:rPr lang="en-GB" dirty="0"/>
              <a:t>It has open Internet Application Architecture </a:t>
            </a:r>
            <a:r>
              <a:rPr lang="en-GB" dirty="0">
                <a:sym typeface="Wingdings" panose="05000000000000000000" pitchFamily="2" charset="2"/>
              </a:rPr>
              <a:t></a:t>
            </a:r>
            <a:r>
              <a:rPr lang="en-GB" dirty="0"/>
              <a:t>allows for rapid deployment and scalability, combining unlimited internal/external users in a “real-time” environment; </a:t>
            </a:r>
          </a:p>
          <a:p>
            <a:r>
              <a:rPr lang="en-GB" dirty="0"/>
              <a:t>It has an interface capability with any third party software;</a:t>
            </a:r>
          </a:p>
          <a:p>
            <a:r>
              <a:rPr lang="en-GB" dirty="0"/>
              <a:t> It is platform independent; &amp; a fully integrated system; </a:t>
            </a:r>
          </a:p>
          <a:p>
            <a:r>
              <a:rPr lang="en-GB" dirty="0"/>
              <a:t> It has Web visibility and processing capability;</a:t>
            </a:r>
          </a:p>
          <a:p>
            <a:r>
              <a:rPr lang="en-GB" dirty="0"/>
              <a:t>It is rules-based.</a:t>
            </a:r>
            <a:endParaRPr lang="en-IN" dirty="0"/>
          </a:p>
        </p:txBody>
      </p:sp>
    </p:spTree>
    <p:extLst>
      <p:ext uri="{BB962C8B-B14F-4D97-AF65-F5344CB8AC3E}">
        <p14:creationId xmlns:p14="http://schemas.microsoft.com/office/powerpoint/2010/main" val="1229700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39CF1-4EFA-6069-A77A-14FCE61E03D3}"/>
              </a:ext>
            </a:extLst>
          </p:cNvPr>
          <p:cNvSpPr>
            <a:spLocks noGrp="1"/>
          </p:cNvSpPr>
          <p:nvPr>
            <p:ph type="title"/>
          </p:nvPr>
        </p:nvSpPr>
        <p:spPr>
          <a:xfrm>
            <a:off x="2881745" y="0"/>
            <a:ext cx="7348400" cy="1143200"/>
          </a:xfrm>
        </p:spPr>
        <p:txBody>
          <a:bodyPr/>
          <a:lstStyle/>
          <a:p>
            <a:r>
              <a:rPr lang="en-IN" dirty="0" err="1"/>
              <a:t>eSCM</a:t>
            </a:r>
            <a:r>
              <a:rPr lang="en-IN" dirty="0"/>
              <a:t> Components</a:t>
            </a:r>
          </a:p>
        </p:txBody>
      </p:sp>
      <p:sp>
        <p:nvSpPr>
          <p:cNvPr id="3" name="Text Placeholder 2">
            <a:extLst>
              <a:ext uri="{FF2B5EF4-FFF2-40B4-BE49-F238E27FC236}">
                <a16:creationId xmlns:a16="http://schemas.microsoft.com/office/drawing/2014/main" id="{3F8C6EC6-2030-C440-13B9-5FA9D7FA0896}"/>
              </a:ext>
            </a:extLst>
          </p:cNvPr>
          <p:cNvSpPr>
            <a:spLocks noGrp="1"/>
          </p:cNvSpPr>
          <p:nvPr>
            <p:ph type="body" idx="1"/>
          </p:nvPr>
        </p:nvSpPr>
        <p:spPr>
          <a:xfrm>
            <a:off x="609600" y="1565564"/>
            <a:ext cx="7348400" cy="4900569"/>
          </a:xfrm>
        </p:spPr>
        <p:txBody>
          <a:bodyPr/>
          <a:lstStyle/>
          <a:p>
            <a:endParaRPr lang="en-IN" dirty="0"/>
          </a:p>
        </p:txBody>
      </p:sp>
      <p:pic>
        <p:nvPicPr>
          <p:cNvPr id="5" name="Picture 4">
            <a:extLst>
              <a:ext uri="{FF2B5EF4-FFF2-40B4-BE49-F238E27FC236}">
                <a16:creationId xmlns:a16="http://schemas.microsoft.com/office/drawing/2014/main" id="{4FB95EB3-EC92-BB98-9FD8-A7F4A9DEE879}"/>
              </a:ext>
            </a:extLst>
          </p:cNvPr>
          <p:cNvPicPr>
            <a:picLocks noChangeAspect="1"/>
          </p:cNvPicPr>
          <p:nvPr/>
        </p:nvPicPr>
        <p:blipFill>
          <a:blip r:embed="rId3"/>
          <a:stretch>
            <a:fillRect/>
          </a:stretch>
        </p:blipFill>
        <p:spPr>
          <a:xfrm>
            <a:off x="758097" y="1565564"/>
            <a:ext cx="7596194" cy="5050262"/>
          </a:xfrm>
          <a:prstGeom prst="rect">
            <a:avLst/>
          </a:prstGeom>
        </p:spPr>
      </p:pic>
    </p:spTree>
    <p:extLst>
      <p:ext uri="{BB962C8B-B14F-4D97-AF65-F5344CB8AC3E}">
        <p14:creationId xmlns:p14="http://schemas.microsoft.com/office/powerpoint/2010/main" val="16522897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mul turnover grows 17% to Rs 38,550 crore in 2019-20 - The Economic Times">
            <a:extLst>
              <a:ext uri="{FF2B5EF4-FFF2-40B4-BE49-F238E27FC236}">
                <a16:creationId xmlns:a16="http://schemas.microsoft.com/office/drawing/2014/main" id="{F797B688-3B89-6B6A-277B-380352C28A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6094" y="703190"/>
            <a:ext cx="4680524" cy="3505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Object 5">
            <a:extLst>
              <a:ext uri="{FF2B5EF4-FFF2-40B4-BE49-F238E27FC236}">
                <a16:creationId xmlns:a16="http://schemas.microsoft.com/office/drawing/2014/main" id="{43DBBE47-7F54-3D72-EF76-AA58D45F844C}"/>
              </a:ext>
            </a:extLst>
          </p:cNvPr>
          <p:cNvGraphicFramePr>
            <a:graphicFrameLocks noChangeAspect="1"/>
          </p:cNvGraphicFramePr>
          <p:nvPr>
            <p:extLst>
              <p:ext uri="{D42A27DB-BD31-4B8C-83A1-F6EECF244321}">
                <p14:modId xmlns:p14="http://schemas.microsoft.com/office/powerpoint/2010/main" val="4116606213"/>
              </p:ext>
            </p:extLst>
          </p:nvPr>
        </p:nvGraphicFramePr>
        <p:xfrm>
          <a:off x="118564" y="4379191"/>
          <a:ext cx="5728053" cy="1495136"/>
        </p:xfrm>
        <a:graphic>
          <a:graphicData uri="http://schemas.openxmlformats.org/presentationml/2006/ole">
            <mc:AlternateContent xmlns:mc="http://schemas.openxmlformats.org/markup-compatibility/2006">
              <mc:Choice xmlns:v="urn:schemas-microsoft-com:vml" Requires="v">
                <p:oleObj name="Packager Shell Object" showAsIcon="1" r:id="rId3" imgW="1836720" imgH="478800" progId="Package">
                  <p:embed/>
                </p:oleObj>
              </mc:Choice>
              <mc:Fallback>
                <p:oleObj name="Packager Shell Object" showAsIcon="1" r:id="rId3" imgW="1836720" imgH="478800" progId="Package">
                  <p:embed/>
                  <p:pic>
                    <p:nvPicPr>
                      <p:cNvPr id="6" name="Object 5">
                        <a:extLst>
                          <a:ext uri="{FF2B5EF4-FFF2-40B4-BE49-F238E27FC236}">
                            <a16:creationId xmlns:a16="http://schemas.microsoft.com/office/drawing/2014/main" id="{43DBBE47-7F54-3D72-EF76-AA58D45F844C}"/>
                          </a:ext>
                        </a:extLst>
                      </p:cNvPr>
                      <p:cNvPicPr/>
                      <p:nvPr/>
                    </p:nvPicPr>
                    <p:blipFill>
                      <a:blip r:embed="rId4"/>
                      <a:stretch>
                        <a:fillRect/>
                      </a:stretch>
                    </p:blipFill>
                    <p:spPr>
                      <a:xfrm>
                        <a:off x="118564" y="4379191"/>
                        <a:ext cx="5728053" cy="1495136"/>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9140C105-E088-965D-07AE-DA2027173BCA}"/>
              </a:ext>
            </a:extLst>
          </p:cNvPr>
          <p:cNvSpPr txBox="1"/>
          <p:nvPr/>
        </p:nvSpPr>
        <p:spPr>
          <a:xfrm>
            <a:off x="5721928" y="304800"/>
            <a:ext cx="5084618" cy="1569660"/>
          </a:xfrm>
          <a:prstGeom prst="rect">
            <a:avLst/>
          </a:prstGeom>
          <a:noFill/>
        </p:spPr>
        <p:txBody>
          <a:bodyPr wrap="square" rtlCol="0">
            <a:spAutoFit/>
          </a:bodyPr>
          <a:lstStyle/>
          <a:p>
            <a:r>
              <a:rPr lang="en-IN" sz="4800" dirty="0">
                <a:latin typeface="Lato" panose="020F0502020204030203" pitchFamily="34" charset="0"/>
                <a:ea typeface="Lato" panose="020F0502020204030203" pitchFamily="34" charset="0"/>
                <a:cs typeface="Lato" panose="020F0502020204030203" pitchFamily="34" charset="0"/>
              </a:rPr>
              <a:t>AFTER CLASS ACTIVITY</a:t>
            </a:r>
          </a:p>
        </p:txBody>
      </p:sp>
    </p:spTree>
    <p:extLst>
      <p:ext uri="{BB962C8B-B14F-4D97-AF65-F5344CB8AC3E}">
        <p14:creationId xmlns:p14="http://schemas.microsoft.com/office/powerpoint/2010/main" val="39865048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DC8B5A-2380-1E3C-5E00-314AA2D54D9B}"/>
              </a:ext>
            </a:extLst>
          </p:cNvPr>
          <p:cNvSpPr>
            <a:spLocks noGrp="1"/>
          </p:cNvSpPr>
          <p:nvPr>
            <p:ph type="body" idx="1"/>
          </p:nvPr>
        </p:nvSpPr>
        <p:spPr/>
        <p:txBody>
          <a:bodyPr/>
          <a:lstStyle/>
          <a:p>
            <a:endParaRPr lang="en-IN"/>
          </a:p>
        </p:txBody>
      </p:sp>
      <p:pic>
        <p:nvPicPr>
          <p:cNvPr id="3" name="Picture 2">
            <a:extLst>
              <a:ext uri="{FF2B5EF4-FFF2-40B4-BE49-F238E27FC236}">
                <a16:creationId xmlns:a16="http://schemas.microsoft.com/office/drawing/2014/main" id="{374A0AFD-2EE2-6005-C665-E15DC09BEBA6}"/>
              </a:ext>
            </a:extLst>
          </p:cNvPr>
          <p:cNvPicPr>
            <a:picLocks noChangeAspect="1"/>
          </p:cNvPicPr>
          <p:nvPr/>
        </p:nvPicPr>
        <p:blipFill>
          <a:blip r:embed="rId2"/>
          <a:stretch>
            <a:fillRect/>
          </a:stretch>
        </p:blipFill>
        <p:spPr>
          <a:xfrm>
            <a:off x="-96253" y="-54143"/>
            <a:ext cx="12288254" cy="6912143"/>
          </a:xfrm>
          <a:prstGeom prst="rect">
            <a:avLst/>
          </a:prstGeom>
        </p:spPr>
      </p:pic>
    </p:spTree>
    <p:extLst>
      <p:ext uri="{BB962C8B-B14F-4D97-AF65-F5344CB8AC3E}">
        <p14:creationId xmlns:p14="http://schemas.microsoft.com/office/powerpoint/2010/main" val="4212485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934</TotalTime>
  <Words>2695</Words>
  <Application>Microsoft Office PowerPoint</Application>
  <PresentationFormat>Widescreen</PresentationFormat>
  <Paragraphs>264</Paragraphs>
  <Slides>41</Slides>
  <Notes>16</Notes>
  <HiddenSlides>0</HiddenSlides>
  <MMClips>1</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9" baseType="lpstr">
      <vt:lpstr>Arial</vt:lpstr>
      <vt:lpstr>Arial</vt:lpstr>
      <vt:lpstr>Calibri</vt:lpstr>
      <vt:lpstr>Calibri Light</vt:lpstr>
      <vt:lpstr>Lato</vt:lpstr>
      <vt:lpstr>Montserrat Light</vt:lpstr>
      <vt:lpstr>Office Theme</vt:lpstr>
      <vt:lpstr>Packager Shell Object</vt:lpstr>
      <vt:lpstr>E-COMMERCE</vt:lpstr>
      <vt:lpstr>PowerPoint Presentation</vt:lpstr>
      <vt:lpstr>E-Marketing</vt:lpstr>
      <vt:lpstr>Advantages of e-Marketing</vt:lpstr>
      <vt:lpstr>Why is E-marketing important?</vt:lpstr>
      <vt:lpstr>E-marketing Value Chain</vt:lpstr>
      <vt:lpstr>Top e-marketing strategies</vt:lpstr>
      <vt:lpstr>Search Engine Optimisation</vt:lpstr>
      <vt:lpstr>Content marketing</vt:lpstr>
      <vt:lpstr>Email Marketing </vt:lpstr>
      <vt:lpstr>Influencer marketing</vt:lpstr>
      <vt:lpstr>Affiliate Marketing</vt:lpstr>
      <vt:lpstr>Reputation marketing</vt:lpstr>
      <vt:lpstr>Video marketing</vt:lpstr>
      <vt:lpstr>Instant messaging marketing</vt:lpstr>
      <vt:lpstr>Pay-per-click (PPC) advertising</vt:lpstr>
      <vt:lpstr>Business branding</vt:lpstr>
      <vt:lpstr>Social media marketing</vt:lpstr>
      <vt:lpstr>Conversion rate optimization (CRO)</vt:lpstr>
      <vt:lpstr>Website design</vt:lpstr>
      <vt:lpstr>E-marketing analytics</vt:lpstr>
      <vt:lpstr>E-Customer Relationship Management</vt:lpstr>
      <vt:lpstr>CRM Definition</vt:lpstr>
      <vt:lpstr>E-CRM</vt:lpstr>
      <vt:lpstr>E-CRM contd</vt:lpstr>
      <vt:lpstr>E-CRM</vt:lpstr>
      <vt:lpstr>PowerPoint Presentation</vt:lpstr>
      <vt:lpstr>When Humans are Not Enough Or When can Technology replace them?</vt:lpstr>
      <vt:lpstr>E-CRM Toolkit</vt:lpstr>
      <vt:lpstr>Phases of CRM</vt:lpstr>
      <vt:lpstr>CRM capabilities</vt:lpstr>
      <vt:lpstr>PowerPoint Presentation</vt:lpstr>
      <vt:lpstr>E-Supply Chain Management</vt:lpstr>
      <vt:lpstr>E-Supply Chain</vt:lpstr>
      <vt:lpstr>E-Supply Chain Management</vt:lpstr>
      <vt:lpstr>E-SCM</vt:lpstr>
      <vt:lpstr>PowerPoint Presentation</vt:lpstr>
      <vt:lpstr>Benefits of E-SCM</vt:lpstr>
      <vt:lpstr>eSCM Components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dc:title>
  <dc:creator>Parvathi Jayaprakash</dc:creator>
  <cp:lastModifiedBy>Parvathi Jayaprakash</cp:lastModifiedBy>
  <cp:revision>6</cp:revision>
  <dcterms:created xsi:type="dcterms:W3CDTF">2022-12-07T06:58:18Z</dcterms:created>
  <dcterms:modified xsi:type="dcterms:W3CDTF">2022-12-21T00:47:16Z</dcterms:modified>
</cp:coreProperties>
</file>