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42"/>
  </p:notesMasterIdLst>
  <p:sldIdLst>
    <p:sldId id="295" r:id="rId3"/>
    <p:sldId id="329" r:id="rId4"/>
    <p:sldId id="328" r:id="rId5"/>
    <p:sldId id="330" r:id="rId6"/>
    <p:sldId id="353" r:id="rId7"/>
    <p:sldId id="333" r:id="rId8"/>
    <p:sldId id="331" r:id="rId9"/>
    <p:sldId id="354" r:id="rId10"/>
    <p:sldId id="334" r:id="rId11"/>
    <p:sldId id="335" r:id="rId12"/>
    <p:sldId id="355" r:id="rId13"/>
    <p:sldId id="336" r:id="rId14"/>
    <p:sldId id="337" r:id="rId15"/>
    <p:sldId id="356" r:id="rId16"/>
    <p:sldId id="338" r:id="rId17"/>
    <p:sldId id="339" r:id="rId18"/>
    <p:sldId id="357" r:id="rId19"/>
    <p:sldId id="340" r:id="rId20"/>
    <p:sldId id="341" r:id="rId21"/>
    <p:sldId id="345" r:id="rId22"/>
    <p:sldId id="346" r:id="rId23"/>
    <p:sldId id="358" r:id="rId24"/>
    <p:sldId id="342" r:id="rId25"/>
    <p:sldId id="343" r:id="rId26"/>
    <p:sldId id="344" r:id="rId27"/>
    <p:sldId id="359" r:id="rId28"/>
    <p:sldId id="370" r:id="rId29"/>
    <p:sldId id="360" r:id="rId30"/>
    <p:sldId id="361" r:id="rId31"/>
    <p:sldId id="362" r:id="rId32"/>
    <p:sldId id="363" r:id="rId33"/>
    <p:sldId id="365" r:id="rId34"/>
    <p:sldId id="366" r:id="rId35"/>
    <p:sldId id="367" r:id="rId36"/>
    <p:sldId id="368" r:id="rId37"/>
    <p:sldId id="364" r:id="rId38"/>
    <p:sldId id="369" r:id="rId39"/>
    <p:sldId id="352" r:id="rId40"/>
    <p:sldId id="31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E0D35-98B7-49F4-A96E-D041B4786164}" v="97" dt="2022-12-14T05:08:58.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618" autoAdjust="0"/>
  </p:normalViewPr>
  <p:slideViewPr>
    <p:cSldViewPr snapToGrid="0">
      <p:cViewPr varScale="1">
        <p:scale>
          <a:sx n="53" d="100"/>
          <a:sy n="53" d="100"/>
        </p:scale>
        <p:origin x="117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vathi Jayaprakash" userId="508e18e3ab4300d8" providerId="LiveId" clId="{0B6E0D35-98B7-49F4-A96E-D041B4786164}"/>
    <pc:docChg chg="undo redo custSel addSld delSld modSld sldOrd">
      <pc:chgData name="Parvathi Jayaprakash" userId="508e18e3ab4300d8" providerId="LiveId" clId="{0B6E0D35-98B7-49F4-A96E-D041B4786164}" dt="2022-12-14T05:08:58.478" v="1536"/>
      <pc:docMkLst>
        <pc:docMk/>
      </pc:docMkLst>
      <pc:sldChg chg="modSp mod">
        <pc:chgData name="Parvathi Jayaprakash" userId="508e18e3ab4300d8" providerId="LiveId" clId="{0B6E0D35-98B7-49F4-A96E-D041B4786164}" dt="2022-12-13T06:47:12.364" v="665" actId="14100"/>
        <pc:sldMkLst>
          <pc:docMk/>
          <pc:sldMk cId="158310168" sldId="328"/>
        </pc:sldMkLst>
        <pc:spChg chg="mod">
          <ac:chgData name="Parvathi Jayaprakash" userId="508e18e3ab4300d8" providerId="LiveId" clId="{0B6E0D35-98B7-49F4-A96E-D041B4786164}" dt="2022-12-13T06:47:07.450" v="664" actId="1076"/>
          <ac:spMkLst>
            <pc:docMk/>
            <pc:sldMk cId="158310168" sldId="328"/>
            <ac:spMk id="4" creationId="{95E445E4-A82D-6AED-C5CD-D739B9874DC4}"/>
          </ac:spMkLst>
        </pc:spChg>
        <pc:picChg chg="mod">
          <ac:chgData name="Parvathi Jayaprakash" userId="508e18e3ab4300d8" providerId="LiveId" clId="{0B6E0D35-98B7-49F4-A96E-D041B4786164}" dt="2022-12-13T06:47:12.364" v="665" actId="14100"/>
          <ac:picMkLst>
            <pc:docMk/>
            <pc:sldMk cId="158310168" sldId="328"/>
            <ac:picMk id="1026" creationId="{D20939D5-665B-6394-EAA0-0373184B1F27}"/>
          </ac:picMkLst>
        </pc:picChg>
      </pc:sldChg>
      <pc:sldChg chg="delSp modSp modNotesTx">
        <pc:chgData name="Parvathi Jayaprakash" userId="508e18e3ab4300d8" providerId="LiveId" clId="{0B6E0D35-98B7-49F4-A96E-D041B4786164}" dt="2022-12-12T01:14:29.621" v="23" actId="478"/>
        <pc:sldMkLst>
          <pc:docMk/>
          <pc:sldMk cId="1663520622" sldId="330"/>
        </pc:sldMkLst>
        <pc:picChg chg="del mod">
          <ac:chgData name="Parvathi Jayaprakash" userId="508e18e3ab4300d8" providerId="LiveId" clId="{0B6E0D35-98B7-49F4-A96E-D041B4786164}" dt="2022-12-12T01:14:29.621" v="23" actId="478"/>
          <ac:picMkLst>
            <pc:docMk/>
            <pc:sldMk cId="1663520622" sldId="330"/>
            <ac:picMk id="1026" creationId="{377B3CE7-E52B-DF9B-D5E2-F1B70AAEC1D2}"/>
          </ac:picMkLst>
        </pc:picChg>
      </pc:sldChg>
      <pc:sldChg chg="modSp mod">
        <pc:chgData name="Parvathi Jayaprakash" userId="508e18e3ab4300d8" providerId="LiveId" clId="{0B6E0D35-98B7-49F4-A96E-D041B4786164}" dt="2022-12-13T06:14:27.317" v="272" actId="6549"/>
        <pc:sldMkLst>
          <pc:docMk/>
          <pc:sldMk cId="3991831192" sldId="333"/>
        </pc:sldMkLst>
        <pc:spChg chg="mod">
          <ac:chgData name="Parvathi Jayaprakash" userId="508e18e3ab4300d8" providerId="LiveId" clId="{0B6E0D35-98B7-49F4-A96E-D041B4786164}" dt="2022-12-13T06:11:54.280" v="170" actId="14100"/>
          <ac:spMkLst>
            <pc:docMk/>
            <pc:sldMk cId="3991831192" sldId="333"/>
            <ac:spMk id="3" creationId="{CE5610B0-89B4-0D8D-51AE-5BCB8D058393}"/>
          </ac:spMkLst>
        </pc:spChg>
        <pc:spChg chg="mod">
          <ac:chgData name="Parvathi Jayaprakash" userId="508e18e3ab4300d8" providerId="LiveId" clId="{0B6E0D35-98B7-49F4-A96E-D041B4786164}" dt="2022-12-13T06:14:27.317" v="272" actId="6549"/>
          <ac:spMkLst>
            <pc:docMk/>
            <pc:sldMk cId="3991831192" sldId="333"/>
            <ac:spMk id="4" creationId="{1DE6E422-24A0-4756-1DC4-803E01577F18}"/>
          </ac:spMkLst>
        </pc:spChg>
      </pc:sldChg>
      <pc:sldChg chg="modSp mod">
        <pc:chgData name="Parvathi Jayaprakash" userId="508e18e3ab4300d8" providerId="LiveId" clId="{0B6E0D35-98B7-49F4-A96E-D041B4786164}" dt="2022-12-13T06:27:32.262" v="481"/>
        <pc:sldMkLst>
          <pc:docMk/>
          <pc:sldMk cId="991227363" sldId="334"/>
        </pc:sldMkLst>
        <pc:spChg chg="mod">
          <ac:chgData name="Parvathi Jayaprakash" userId="508e18e3ab4300d8" providerId="LiveId" clId="{0B6E0D35-98B7-49F4-A96E-D041B4786164}" dt="2022-12-13T06:27:32.262" v="481"/>
          <ac:spMkLst>
            <pc:docMk/>
            <pc:sldMk cId="991227363" sldId="334"/>
            <ac:spMk id="6" creationId="{33E95917-1194-4223-D01E-EC221BD1A09C}"/>
          </ac:spMkLst>
        </pc:spChg>
        <pc:spChg chg="mod">
          <ac:chgData name="Parvathi Jayaprakash" userId="508e18e3ab4300d8" providerId="LiveId" clId="{0B6E0D35-98B7-49F4-A96E-D041B4786164}" dt="2022-12-13T06:26:40.694" v="480" actId="20577"/>
          <ac:spMkLst>
            <pc:docMk/>
            <pc:sldMk cId="991227363" sldId="334"/>
            <ac:spMk id="7" creationId="{00C2CFDD-6525-DF8E-DED5-882194D0CD48}"/>
          </ac:spMkLst>
        </pc:spChg>
      </pc:sldChg>
      <pc:sldChg chg="modSp mod modNotesTx">
        <pc:chgData name="Parvathi Jayaprakash" userId="508e18e3ab4300d8" providerId="LiveId" clId="{0B6E0D35-98B7-49F4-A96E-D041B4786164}" dt="2022-12-12T01:21:23.027" v="101" actId="6549"/>
        <pc:sldMkLst>
          <pc:docMk/>
          <pc:sldMk cId="25921091" sldId="335"/>
        </pc:sldMkLst>
        <pc:spChg chg="mod">
          <ac:chgData name="Parvathi Jayaprakash" userId="508e18e3ab4300d8" providerId="LiveId" clId="{0B6E0D35-98B7-49F4-A96E-D041B4786164}" dt="2022-12-12T01:21:23.027" v="101" actId="6549"/>
          <ac:spMkLst>
            <pc:docMk/>
            <pc:sldMk cId="25921091" sldId="335"/>
            <ac:spMk id="7" creationId="{CB7316D0-AF32-135B-2182-CA22B7D026ED}"/>
          </ac:spMkLst>
        </pc:spChg>
      </pc:sldChg>
      <pc:sldChg chg="addSp delSp modSp mod">
        <pc:chgData name="Parvathi Jayaprakash" userId="508e18e3ab4300d8" providerId="LiveId" clId="{0B6E0D35-98B7-49F4-A96E-D041B4786164}" dt="2022-12-13T06:24:08.765" v="466" actId="20577"/>
        <pc:sldMkLst>
          <pc:docMk/>
          <pc:sldMk cId="2926067525" sldId="336"/>
        </pc:sldMkLst>
        <pc:spChg chg="add del">
          <ac:chgData name="Parvathi Jayaprakash" userId="508e18e3ab4300d8" providerId="LiveId" clId="{0B6E0D35-98B7-49F4-A96E-D041B4786164}" dt="2022-12-13T06:22:27.190" v="449"/>
          <ac:spMkLst>
            <pc:docMk/>
            <pc:sldMk cId="2926067525" sldId="336"/>
            <ac:spMk id="2" creationId="{22AF8BCA-A8FB-6975-1F79-F39B75E04DBA}"/>
          </ac:spMkLst>
        </pc:spChg>
        <pc:spChg chg="mod">
          <ac:chgData name="Parvathi Jayaprakash" userId="508e18e3ab4300d8" providerId="LiveId" clId="{0B6E0D35-98B7-49F4-A96E-D041B4786164}" dt="2022-12-13T06:24:08.765" v="466" actId="20577"/>
          <ac:spMkLst>
            <pc:docMk/>
            <pc:sldMk cId="2926067525" sldId="336"/>
            <ac:spMk id="6" creationId="{469B3238-30B1-0429-95FF-C917780D16DA}"/>
          </ac:spMkLst>
        </pc:spChg>
        <pc:spChg chg="mod">
          <ac:chgData name="Parvathi Jayaprakash" userId="508e18e3ab4300d8" providerId="LiveId" clId="{0B6E0D35-98B7-49F4-A96E-D041B4786164}" dt="2022-12-13T06:23:12.033" v="459" actId="20577"/>
          <ac:spMkLst>
            <pc:docMk/>
            <pc:sldMk cId="2926067525" sldId="336"/>
            <ac:spMk id="7" creationId="{AD52CD7E-379D-546E-4090-E7DDA0F6CD5E}"/>
          </ac:spMkLst>
        </pc:spChg>
      </pc:sldChg>
      <pc:sldChg chg="modSp mod modNotesTx">
        <pc:chgData name="Parvathi Jayaprakash" userId="508e18e3ab4300d8" providerId="LiveId" clId="{0B6E0D35-98B7-49F4-A96E-D041B4786164}" dt="2022-12-12T01:20:38.922" v="95" actId="5793"/>
        <pc:sldMkLst>
          <pc:docMk/>
          <pc:sldMk cId="1550130490" sldId="337"/>
        </pc:sldMkLst>
        <pc:spChg chg="mod">
          <ac:chgData name="Parvathi Jayaprakash" userId="508e18e3ab4300d8" providerId="LiveId" clId="{0B6E0D35-98B7-49F4-A96E-D041B4786164}" dt="2022-12-12T01:20:38.922" v="95" actId="5793"/>
          <ac:spMkLst>
            <pc:docMk/>
            <pc:sldMk cId="1550130490" sldId="337"/>
            <ac:spMk id="7" creationId="{2D601D3C-AC99-3174-02D5-4D6B35DD2464}"/>
          </ac:spMkLst>
        </pc:spChg>
        <pc:picChg chg="mod">
          <ac:chgData name="Parvathi Jayaprakash" userId="508e18e3ab4300d8" providerId="LiveId" clId="{0B6E0D35-98B7-49F4-A96E-D041B4786164}" dt="2022-12-12T01:18:02.763" v="66" actId="14100"/>
          <ac:picMkLst>
            <pc:docMk/>
            <pc:sldMk cId="1550130490" sldId="337"/>
            <ac:picMk id="3" creationId="{3E501415-58A4-7F6A-3D2E-E9A2550DAE3D}"/>
          </ac:picMkLst>
        </pc:picChg>
      </pc:sldChg>
      <pc:sldChg chg="modSp mod">
        <pc:chgData name="Parvathi Jayaprakash" userId="508e18e3ab4300d8" providerId="LiveId" clId="{0B6E0D35-98B7-49F4-A96E-D041B4786164}" dt="2022-12-13T06:32:55.756" v="560" actId="20577"/>
        <pc:sldMkLst>
          <pc:docMk/>
          <pc:sldMk cId="2863249807" sldId="338"/>
        </pc:sldMkLst>
        <pc:spChg chg="mod">
          <ac:chgData name="Parvathi Jayaprakash" userId="508e18e3ab4300d8" providerId="LiveId" clId="{0B6E0D35-98B7-49F4-A96E-D041B4786164}" dt="2022-12-13T06:31:34.411" v="493" actId="20577"/>
          <ac:spMkLst>
            <pc:docMk/>
            <pc:sldMk cId="2863249807" sldId="338"/>
            <ac:spMk id="6" creationId="{71AA6854-F0B0-103B-8E60-CFBCF9197655}"/>
          </ac:spMkLst>
        </pc:spChg>
        <pc:spChg chg="mod">
          <ac:chgData name="Parvathi Jayaprakash" userId="508e18e3ab4300d8" providerId="LiveId" clId="{0B6E0D35-98B7-49F4-A96E-D041B4786164}" dt="2022-12-13T06:32:55.756" v="560" actId="20577"/>
          <ac:spMkLst>
            <pc:docMk/>
            <pc:sldMk cId="2863249807" sldId="338"/>
            <ac:spMk id="7" creationId="{38B7709A-D3CC-0B90-832A-27CF2941B7B8}"/>
          </ac:spMkLst>
        </pc:spChg>
      </pc:sldChg>
      <pc:sldChg chg="modSp mod">
        <pc:chgData name="Parvathi Jayaprakash" userId="508e18e3ab4300d8" providerId="LiveId" clId="{0B6E0D35-98B7-49F4-A96E-D041B4786164}" dt="2022-12-13T06:34:15.440" v="572" actId="20577"/>
        <pc:sldMkLst>
          <pc:docMk/>
          <pc:sldMk cId="1505773004" sldId="339"/>
        </pc:sldMkLst>
        <pc:spChg chg="mod">
          <ac:chgData name="Parvathi Jayaprakash" userId="508e18e3ab4300d8" providerId="LiveId" clId="{0B6E0D35-98B7-49F4-A96E-D041B4786164}" dt="2022-12-13T06:34:15.440" v="572" actId="20577"/>
          <ac:spMkLst>
            <pc:docMk/>
            <pc:sldMk cId="1505773004" sldId="339"/>
            <ac:spMk id="7" creationId="{F0E9F17F-5FC8-92D0-BDD3-1CC6F64CBE31}"/>
          </ac:spMkLst>
        </pc:spChg>
      </pc:sldChg>
      <pc:sldChg chg="modSp mod">
        <pc:chgData name="Parvathi Jayaprakash" userId="508e18e3ab4300d8" providerId="LiveId" clId="{0B6E0D35-98B7-49F4-A96E-D041B4786164}" dt="2022-12-13T06:39:33.292" v="592" actId="20577"/>
        <pc:sldMkLst>
          <pc:docMk/>
          <pc:sldMk cId="2710920890" sldId="340"/>
        </pc:sldMkLst>
        <pc:spChg chg="mod">
          <ac:chgData name="Parvathi Jayaprakash" userId="508e18e3ab4300d8" providerId="LiveId" clId="{0B6E0D35-98B7-49F4-A96E-D041B4786164}" dt="2022-12-13T06:37:04.593" v="586" actId="20577"/>
          <ac:spMkLst>
            <pc:docMk/>
            <pc:sldMk cId="2710920890" sldId="340"/>
            <ac:spMk id="6" creationId="{C999918E-B7EB-F3BC-45C3-C0A031500710}"/>
          </ac:spMkLst>
        </pc:spChg>
        <pc:spChg chg="mod">
          <ac:chgData name="Parvathi Jayaprakash" userId="508e18e3ab4300d8" providerId="LiveId" clId="{0B6E0D35-98B7-49F4-A96E-D041B4786164}" dt="2022-12-13T06:39:33.292" v="592" actId="20577"/>
          <ac:spMkLst>
            <pc:docMk/>
            <pc:sldMk cId="2710920890" sldId="340"/>
            <ac:spMk id="7" creationId="{4C6BDC68-6794-8EFA-B9CB-987451112EFE}"/>
          </ac:spMkLst>
        </pc:spChg>
      </pc:sldChg>
      <pc:sldChg chg="modSp mod">
        <pc:chgData name="Parvathi Jayaprakash" userId="508e18e3ab4300d8" providerId="LiveId" clId="{0B6E0D35-98B7-49F4-A96E-D041B4786164}" dt="2022-12-12T01:23:42.280" v="114" actId="5793"/>
        <pc:sldMkLst>
          <pc:docMk/>
          <pc:sldMk cId="2908915156" sldId="341"/>
        </pc:sldMkLst>
        <pc:spChg chg="mod">
          <ac:chgData name="Parvathi Jayaprakash" userId="508e18e3ab4300d8" providerId="LiveId" clId="{0B6E0D35-98B7-49F4-A96E-D041B4786164}" dt="2022-12-12T01:23:42.280" v="114" actId="5793"/>
          <ac:spMkLst>
            <pc:docMk/>
            <pc:sldMk cId="2908915156" sldId="341"/>
            <ac:spMk id="7" creationId="{DE129D49-E327-6ED3-B933-5FEE11E22B63}"/>
          </ac:spMkLst>
        </pc:spChg>
      </pc:sldChg>
      <pc:sldChg chg="modSp mod">
        <pc:chgData name="Parvathi Jayaprakash" userId="508e18e3ab4300d8" providerId="LiveId" clId="{0B6E0D35-98B7-49F4-A96E-D041B4786164}" dt="2022-12-13T06:42:47.559" v="601" actId="1076"/>
        <pc:sldMkLst>
          <pc:docMk/>
          <pc:sldMk cId="4009457054" sldId="342"/>
        </pc:sldMkLst>
        <pc:spChg chg="mod">
          <ac:chgData name="Parvathi Jayaprakash" userId="508e18e3ab4300d8" providerId="LiveId" clId="{0B6E0D35-98B7-49F4-A96E-D041B4786164}" dt="2022-12-13T06:42:47.559" v="601" actId="1076"/>
          <ac:spMkLst>
            <pc:docMk/>
            <pc:sldMk cId="4009457054" sldId="342"/>
            <ac:spMk id="6" creationId="{A1EB2658-992C-AABD-E8A5-80853DB62EAC}"/>
          </ac:spMkLst>
        </pc:spChg>
      </pc:sldChg>
      <pc:sldChg chg="modSp mod modNotesTx">
        <pc:chgData name="Parvathi Jayaprakash" userId="508e18e3ab4300d8" providerId="LiveId" clId="{0B6E0D35-98B7-49F4-A96E-D041B4786164}" dt="2022-12-13T06:43:15.733" v="606"/>
        <pc:sldMkLst>
          <pc:docMk/>
          <pc:sldMk cId="3177390752" sldId="343"/>
        </pc:sldMkLst>
        <pc:spChg chg="mod">
          <ac:chgData name="Parvathi Jayaprakash" userId="508e18e3ab4300d8" providerId="LiveId" clId="{0B6E0D35-98B7-49F4-A96E-D041B4786164}" dt="2022-12-13T06:43:07.914" v="602" actId="1076"/>
          <ac:spMkLst>
            <pc:docMk/>
            <pc:sldMk cId="3177390752" sldId="343"/>
            <ac:spMk id="6" creationId="{ACDF93F2-2DE4-E616-CDA6-4F44C8A84FEF}"/>
          </ac:spMkLst>
        </pc:spChg>
        <pc:spChg chg="mod">
          <ac:chgData name="Parvathi Jayaprakash" userId="508e18e3ab4300d8" providerId="LiveId" clId="{0B6E0D35-98B7-49F4-A96E-D041B4786164}" dt="2022-12-13T06:43:11.803" v="603" actId="21"/>
          <ac:spMkLst>
            <pc:docMk/>
            <pc:sldMk cId="3177390752" sldId="343"/>
            <ac:spMk id="7" creationId="{24566981-F69A-0700-13A9-A0FC0896B9CD}"/>
          </ac:spMkLst>
        </pc:spChg>
      </pc:sldChg>
      <pc:sldChg chg="ord">
        <pc:chgData name="Parvathi Jayaprakash" userId="508e18e3ab4300d8" providerId="LiveId" clId="{0B6E0D35-98B7-49F4-A96E-D041B4786164}" dt="2022-12-13T06:40:24.447" v="594"/>
        <pc:sldMkLst>
          <pc:docMk/>
          <pc:sldMk cId="84961110" sldId="345"/>
        </pc:sldMkLst>
      </pc:sldChg>
      <pc:sldChg chg="ord">
        <pc:chgData name="Parvathi Jayaprakash" userId="508e18e3ab4300d8" providerId="LiveId" clId="{0B6E0D35-98B7-49F4-A96E-D041B4786164}" dt="2022-12-13T06:40:34.464" v="598"/>
        <pc:sldMkLst>
          <pc:docMk/>
          <pc:sldMk cId="1638939528" sldId="346"/>
        </pc:sldMkLst>
      </pc:sldChg>
      <pc:sldChg chg="addSp delSp modSp new mod">
        <pc:chgData name="Parvathi Jayaprakash" userId="508e18e3ab4300d8" providerId="LiveId" clId="{0B6E0D35-98B7-49F4-A96E-D041B4786164}" dt="2022-12-12T01:17:09.829" v="53" actId="14100"/>
        <pc:sldMkLst>
          <pc:docMk/>
          <pc:sldMk cId="893742463" sldId="353"/>
        </pc:sldMkLst>
        <pc:spChg chg="mod">
          <ac:chgData name="Parvathi Jayaprakash" userId="508e18e3ab4300d8" providerId="LiveId" clId="{0B6E0D35-98B7-49F4-A96E-D041B4786164}" dt="2022-12-12T01:15:13.985" v="33" actId="20577"/>
          <ac:spMkLst>
            <pc:docMk/>
            <pc:sldMk cId="893742463" sldId="353"/>
            <ac:spMk id="2" creationId="{A34FEA42-72A3-AF44-62DC-33D953DBE196}"/>
          </ac:spMkLst>
        </pc:spChg>
        <pc:spChg chg="del mod">
          <ac:chgData name="Parvathi Jayaprakash" userId="508e18e3ab4300d8" providerId="LiveId" clId="{0B6E0D35-98B7-49F4-A96E-D041B4786164}" dt="2022-12-12T01:15:17.815" v="35" actId="478"/>
          <ac:spMkLst>
            <pc:docMk/>
            <pc:sldMk cId="893742463" sldId="353"/>
            <ac:spMk id="3" creationId="{5639CA27-6341-A70A-20C3-9962EF06DDE8}"/>
          </ac:spMkLst>
        </pc:spChg>
        <pc:picChg chg="add mod">
          <ac:chgData name="Parvathi Jayaprakash" userId="508e18e3ab4300d8" providerId="LiveId" clId="{0B6E0D35-98B7-49F4-A96E-D041B4786164}" dt="2022-12-12T01:17:09.829" v="53" actId="14100"/>
          <ac:picMkLst>
            <pc:docMk/>
            <pc:sldMk cId="893742463" sldId="353"/>
            <ac:picMk id="4" creationId="{8DBF1146-CF78-D3D0-DC92-15C1944EA16B}"/>
          </ac:picMkLst>
        </pc:picChg>
      </pc:sldChg>
      <pc:sldChg chg="addSp modSp new mod">
        <pc:chgData name="Parvathi Jayaprakash" userId="508e18e3ab4300d8" providerId="LiveId" clId="{0B6E0D35-98B7-49F4-A96E-D041B4786164}" dt="2022-12-12T01:16:55.959" v="50" actId="14100"/>
        <pc:sldMkLst>
          <pc:docMk/>
          <pc:sldMk cId="1843588506" sldId="354"/>
        </pc:sldMkLst>
        <pc:spChg chg="mod">
          <ac:chgData name="Parvathi Jayaprakash" userId="508e18e3ab4300d8" providerId="LiveId" clId="{0B6E0D35-98B7-49F4-A96E-D041B4786164}" dt="2022-12-12T01:15:54.319" v="43" actId="20577"/>
          <ac:spMkLst>
            <pc:docMk/>
            <pc:sldMk cId="1843588506" sldId="354"/>
            <ac:spMk id="2" creationId="{1C016B8E-981C-E7ED-1A74-F4DC27F2E9A5}"/>
          </ac:spMkLst>
        </pc:spChg>
        <pc:picChg chg="add mod">
          <ac:chgData name="Parvathi Jayaprakash" userId="508e18e3ab4300d8" providerId="LiveId" clId="{0B6E0D35-98B7-49F4-A96E-D041B4786164}" dt="2022-12-12T01:16:55.959" v="50" actId="14100"/>
          <ac:picMkLst>
            <pc:docMk/>
            <pc:sldMk cId="1843588506" sldId="354"/>
            <ac:picMk id="4" creationId="{80B04709-DCE4-EDA9-E1F4-60C47D4BA1E5}"/>
          </ac:picMkLst>
        </pc:picChg>
      </pc:sldChg>
      <pc:sldChg chg="addSp delSp modSp new mod">
        <pc:chgData name="Parvathi Jayaprakash" userId="508e18e3ab4300d8" providerId="LiveId" clId="{0B6E0D35-98B7-49F4-A96E-D041B4786164}" dt="2022-12-12T01:17:47.719" v="64" actId="1076"/>
        <pc:sldMkLst>
          <pc:docMk/>
          <pc:sldMk cId="908095412" sldId="355"/>
        </pc:sldMkLst>
        <pc:spChg chg="mod">
          <ac:chgData name="Parvathi Jayaprakash" userId="508e18e3ab4300d8" providerId="LiveId" clId="{0B6E0D35-98B7-49F4-A96E-D041B4786164}" dt="2022-12-12T01:17:43.256" v="63" actId="1076"/>
          <ac:spMkLst>
            <pc:docMk/>
            <pc:sldMk cId="908095412" sldId="355"/>
            <ac:spMk id="2" creationId="{95131B58-DCBF-C765-3CBA-6C7C43B6D4B4}"/>
          </ac:spMkLst>
        </pc:spChg>
        <pc:spChg chg="del mod">
          <ac:chgData name="Parvathi Jayaprakash" userId="508e18e3ab4300d8" providerId="LiveId" clId="{0B6E0D35-98B7-49F4-A96E-D041B4786164}" dt="2022-12-12T01:17:38.267" v="62" actId="478"/>
          <ac:spMkLst>
            <pc:docMk/>
            <pc:sldMk cId="908095412" sldId="355"/>
            <ac:spMk id="3" creationId="{28D31011-9D4B-391B-DB14-809B0288670E}"/>
          </ac:spMkLst>
        </pc:spChg>
        <pc:picChg chg="add mod">
          <ac:chgData name="Parvathi Jayaprakash" userId="508e18e3ab4300d8" providerId="LiveId" clId="{0B6E0D35-98B7-49F4-A96E-D041B4786164}" dt="2022-12-12T01:17:47.719" v="64" actId="1076"/>
          <ac:picMkLst>
            <pc:docMk/>
            <pc:sldMk cId="908095412" sldId="355"/>
            <ac:picMk id="4" creationId="{F27C8650-F181-F6D0-C85B-61F91DCA611C}"/>
          </ac:picMkLst>
        </pc:picChg>
      </pc:sldChg>
      <pc:sldChg chg="addSp delSp modSp new mod">
        <pc:chgData name="Parvathi Jayaprakash" userId="508e18e3ab4300d8" providerId="LiveId" clId="{0B6E0D35-98B7-49F4-A96E-D041B4786164}" dt="2022-12-12T01:19:08.228" v="80" actId="14100"/>
        <pc:sldMkLst>
          <pc:docMk/>
          <pc:sldMk cId="195373506" sldId="356"/>
        </pc:sldMkLst>
        <pc:spChg chg="mod">
          <ac:chgData name="Parvathi Jayaprakash" userId="508e18e3ab4300d8" providerId="LiveId" clId="{0B6E0D35-98B7-49F4-A96E-D041B4786164}" dt="2022-12-12T01:18:38.372" v="77" actId="20577"/>
          <ac:spMkLst>
            <pc:docMk/>
            <pc:sldMk cId="195373506" sldId="356"/>
            <ac:spMk id="2" creationId="{66FE9BD1-83E1-A69C-0712-9DA4123E00B8}"/>
          </ac:spMkLst>
        </pc:spChg>
        <pc:spChg chg="del">
          <ac:chgData name="Parvathi Jayaprakash" userId="508e18e3ab4300d8" providerId="LiveId" clId="{0B6E0D35-98B7-49F4-A96E-D041B4786164}" dt="2022-12-12T01:18:42.570" v="78" actId="478"/>
          <ac:spMkLst>
            <pc:docMk/>
            <pc:sldMk cId="195373506" sldId="356"/>
            <ac:spMk id="3" creationId="{9A700433-93F5-2F20-C383-48BD60D79142}"/>
          </ac:spMkLst>
        </pc:spChg>
        <pc:picChg chg="add mod">
          <ac:chgData name="Parvathi Jayaprakash" userId="508e18e3ab4300d8" providerId="LiveId" clId="{0B6E0D35-98B7-49F4-A96E-D041B4786164}" dt="2022-12-12T01:19:08.228" v="80" actId="14100"/>
          <ac:picMkLst>
            <pc:docMk/>
            <pc:sldMk cId="195373506" sldId="356"/>
            <ac:picMk id="1026" creationId="{C5F8B614-53B2-CA57-C331-D46187B3BAD8}"/>
          </ac:picMkLst>
        </pc:picChg>
      </pc:sldChg>
      <pc:sldChg chg="addSp modSp new mod">
        <pc:chgData name="Parvathi Jayaprakash" userId="508e18e3ab4300d8" providerId="LiveId" clId="{0B6E0D35-98B7-49F4-A96E-D041B4786164}" dt="2022-12-12T01:22:53.316" v="112" actId="2711"/>
        <pc:sldMkLst>
          <pc:docMk/>
          <pc:sldMk cId="64949452" sldId="357"/>
        </pc:sldMkLst>
        <pc:spChg chg="mod">
          <ac:chgData name="Parvathi Jayaprakash" userId="508e18e3ab4300d8" providerId="LiveId" clId="{0B6E0D35-98B7-49F4-A96E-D041B4786164}" dt="2022-12-12T01:22:53.316" v="112" actId="2711"/>
          <ac:spMkLst>
            <pc:docMk/>
            <pc:sldMk cId="64949452" sldId="357"/>
            <ac:spMk id="3" creationId="{C8BB2122-97E5-4F48-3B99-E31939EA760C}"/>
          </ac:spMkLst>
        </pc:spChg>
        <pc:picChg chg="add mod">
          <ac:chgData name="Parvathi Jayaprakash" userId="508e18e3ab4300d8" providerId="LiveId" clId="{0B6E0D35-98B7-49F4-A96E-D041B4786164}" dt="2022-12-12T01:22:39.056" v="104" actId="1076"/>
          <ac:picMkLst>
            <pc:docMk/>
            <pc:sldMk cId="64949452" sldId="357"/>
            <ac:picMk id="2050" creationId="{0098711D-555E-85AE-9BF7-B8222C97C020}"/>
          </ac:picMkLst>
        </pc:picChg>
      </pc:sldChg>
      <pc:sldChg chg="addSp modSp new mod ord modNotesTx">
        <pc:chgData name="Parvathi Jayaprakash" userId="508e18e3ab4300d8" providerId="LiveId" clId="{0B6E0D35-98B7-49F4-A96E-D041B4786164}" dt="2022-12-13T06:40:27.616" v="596"/>
        <pc:sldMkLst>
          <pc:docMk/>
          <pc:sldMk cId="1105674790" sldId="358"/>
        </pc:sldMkLst>
        <pc:spChg chg="mod">
          <ac:chgData name="Parvathi Jayaprakash" userId="508e18e3ab4300d8" providerId="LiveId" clId="{0B6E0D35-98B7-49F4-A96E-D041B4786164}" dt="2022-12-12T01:24:05.413" v="125" actId="20577"/>
          <ac:spMkLst>
            <pc:docMk/>
            <pc:sldMk cId="1105674790" sldId="358"/>
            <ac:spMk id="2" creationId="{FD0A9A20-502D-8D4D-0C27-FB82977BCAE3}"/>
          </ac:spMkLst>
        </pc:spChg>
        <pc:picChg chg="add">
          <ac:chgData name="Parvathi Jayaprakash" userId="508e18e3ab4300d8" providerId="LiveId" clId="{0B6E0D35-98B7-49F4-A96E-D041B4786164}" dt="2022-12-12T01:24:09.179" v="126"/>
          <ac:picMkLst>
            <pc:docMk/>
            <pc:sldMk cId="1105674790" sldId="358"/>
            <ac:picMk id="3074" creationId="{22939081-786C-F264-1793-6E0E1F5642DC}"/>
          </ac:picMkLst>
        </pc:picChg>
      </pc:sldChg>
      <pc:sldChg chg="addSp delSp modSp new mod modClrScheme chgLayout modNotesTx">
        <pc:chgData name="Parvathi Jayaprakash" userId="508e18e3ab4300d8" providerId="LiveId" clId="{0B6E0D35-98B7-49F4-A96E-D041B4786164}" dt="2022-12-13T10:54:30.877" v="1453" actId="20577"/>
        <pc:sldMkLst>
          <pc:docMk/>
          <pc:sldMk cId="2938594229" sldId="359"/>
        </pc:sldMkLst>
        <pc:spChg chg="del mod ord">
          <ac:chgData name="Parvathi Jayaprakash" userId="508e18e3ab4300d8" providerId="LiveId" clId="{0B6E0D35-98B7-49F4-A96E-D041B4786164}" dt="2022-12-13T06:46:09.565" v="608" actId="700"/>
          <ac:spMkLst>
            <pc:docMk/>
            <pc:sldMk cId="2938594229" sldId="359"/>
            <ac:spMk id="2" creationId="{9D949FA4-61C3-DC0B-F377-2F3FD495F27E}"/>
          </ac:spMkLst>
        </pc:spChg>
        <pc:spChg chg="del mod ord">
          <ac:chgData name="Parvathi Jayaprakash" userId="508e18e3ab4300d8" providerId="LiveId" clId="{0B6E0D35-98B7-49F4-A96E-D041B4786164}" dt="2022-12-13T06:46:09.565" v="608" actId="700"/>
          <ac:spMkLst>
            <pc:docMk/>
            <pc:sldMk cId="2938594229" sldId="359"/>
            <ac:spMk id="3" creationId="{BC70D453-8053-56E9-CD96-09A7E02F5D65}"/>
          </ac:spMkLst>
        </pc:spChg>
        <pc:spChg chg="del">
          <ac:chgData name="Parvathi Jayaprakash" userId="508e18e3ab4300d8" providerId="LiveId" clId="{0B6E0D35-98B7-49F4-A96E-D041B4786164}" dt="2022-12-13T06:46:09.565" v="608" actId="700"/>
          <ac:spMkLst>
            <pc:docMk/>
            <pc:sldMk cId="2938594229" sldId="359"/>
            <ac:spMk id="4" creationId="{13F928B2-684E-F610-F917-8F80F81D9CFC}"/>
          </ac:spMkLst>
        </pc:spChg>
        <pc:spChg chg="add mod ord">
          <ac:chgData name="Parvathi Jayaprakash" userId="508e18e3ab4300d8" providerId="LiveId" clId="{0B6E0D35-98B7-49F4-A96E-D041B4786164}" dt="2022-12-13T10:54:30.877" v="1453" actId="20577"/>
          <ac:spMkLst>
            <pc:docMk/>
            <pc:sldMk cId="2938594229" sldId="359"/>
            <ac:spMk id="5" creationId="{05B059AF-D0AE-5E3C-1E42-8B99CF018710}"/>
          </ac:spMkLst>
        </pc:spChg>
        <pc:spChg chg="add del mod ord">
          <ac:chgData name="Parvathi Jayaprakash" userId="508e18e3ab4300d8" providerId="LiveId" clId="{0B6E0D35-98B7-49F4-A96E-D041B4786164}" dt="2022-12-13T10:54:23.524" v="1436" actId="700"/>
          <ac:spMkLst>
            <pc:docMk/>
            <pc:sldMk cId="2938594229" sldId="359"/>
            <ac:spMk id="6" creationId="{0E3E9F38-9E22-A235-E891-D64EC41312E9}"/>
          </ac:spMkLst>
        </pc:spChg>
      </pc:sldChg>
      <pc:sldChg chg="addSp delSp modSp new mod modAnim">
        <pc:chgData name="Parvathi Jayaprakash" userId="508e18e3ab4300d8" providerId="LiveId" clId="{0B6E0D35-98B7-49F4-A96E-D041B4786164}" dt="2022-12-13T12:46:16.296" v="1468" actId="1076"/>
        <pc:sldMkLst>
          <pc:docMk/>
          <pc:sldMk cId="3342130925" sldId="360"/>
        </pc:sldMkLst>
        <pc:spChg chg="mod">
          <ac:chgData name="Parvathi Jayaprakash" userId="508e18e3ab4300d8" providerId="LiveId" clId="{0B6E0D35-98B7-49F4-A96E-D041B4786164}" dt="2022-12-13T09:26:27.948" v="912" actId="1076"/>
          <ac:spMkLst>
            <pc:docMk/>
            <pc:sldMk cId="3342130925" sldId="360"/>
            <ac:spMk id="2" creationId="{22646C89-901B-BAE1-411D-ABA26C671A69}"/>
          </ac:spMkLst>
        </pc:spChg>
        <pc:spChg chg="del mod">
          <ac:chgData name="Parvathi Jayaprakash" userId="508e18e3ab4300d8" providerId="LiveId" clId="{0B6E0D35-98B7-49F4-A96E-D041B4786164}" dt="2022-12-13T09:27:18.676" v="977" actId="478"/>
          <ac:spMkLst>
            <pc:docMk/>
            <pc:sldMk cId="3342130925" sldId="360"/>
            <ac:spMk id="3" creationId="{2E5F44F2-2256-3B10-B3BA-19454925F8D9}"/>
          </ac:spMkLst>
        </pc:spChg>
        <pc:spChg chg="add mod">
          <ac:chgData name="Parvathi Jayaprakash" userId="508e18e3ab4300d8" providerId="LiveId" clId="{0B6E0D35-98B7-49F4-A96E-D041B4786164}" dt="2022-12-13T09:44:21.091" v="1002" actId="1076"/>
          <ac:spMkLst>
            <pc:docMk/>
            <pc:sldMk cId="3342130925" sldId="360"/>
            <ac:spMk id="5" creationId="{438FC32A-6FEB-507C-9B53-7A9874703BE9}"/>
          </ac:spMkLst>
        </pc:spChg>
        <pc:picChg chg="add mod">
          <ac:chgData name="Parvathi Jayaprakash" userId="508e18e3ab4300d8" providerId="LiveId" clId="{0B6E0D35-98B7-49F4-A96E-D041B4786164}" dt="2022-12-13T09:46:13.029" v="1015" actId="1076"/>
          <ac:picMkLst>
            <pc:docMk/>
            <pc:sldMk cId="3342130925" sldId="360"/>
            <ac:picMk id="4" creationId="{FABD9010-F778-B2EA-D8B4-4E1108A26E69}"/>
          </ac:picMkLst>
        </pc:picChg>
        <pc:picChg chg="add del mod">
          <ac:chgData name="Parvathi Jayaprakash" userId="508e18e3ab4300d8" providerId="LiveId" clId="{0B6E0D35-98B7-49F4-A96E-D041B4786164}" dt="2022-12-13T10:48:48.097" v="1396" actId="478"/>
          <ac:picMkLst>
            <pc:docMk/>
            <pc:sldMk cId="3342130925" sldId="360"/>
            <ac:picMk id="6" creationId="{4A1BE973-7F66-359E-E021-E99FBCF05872}"/>
          </ac:picMkLst>
        </pc:picChg>
        <pc:picChg chg="add mod">
          <ac:chgData name="Parvathi Jayaprakash" userId="508e18e3ab4300d8" providerId="LiveId" clId="{0B6E0D35-98B7-49F4-A96E-D041B4786164}" dt="2022-12-13T12:46:16.296" v="1468" actId="1076"/>
          <ac:picMkLst>
            <pc:docMk/>
            <pc:sldMk cId="3342130925" sldId="360"/>
            <ac:picMk id="7" creationId="{2E048C2C-F97F-23B4-F8BE-3DAE04F6B79F}"/>
          </ac:picMkLst>
        </pc:picChg>
        <pc:picChg chg="add del mod">
          <ac:chgData name="Parvathi Jayaprakash" userId="508e18e3ab4300d8" providerId="LiveId" clId="{0B6E0D35-98B7-49F4-A96E-D041B4786164}" dt="2022-12-13T09:32:49.821" v="982" actId="478"/>
          <ac:picMkLst>
            <pc:docMk/>
            <pc:sldMk cId="3342130925" sldId="360"/>
            <ac:picMk id="7" creationId="{7B0D4594-E6A1-00FD-9B1B-CC5F4BBC1135}"/>
          </ac:picMkLst>
        </pc:picChg>
        <pc:picChg chg="add mod">
          <ac:chgData name="Parvathi Jayaprakash" userId="508e18e3ab4300d8" providerId="LiveId" clId="{0B6E0D35-98B7-49F4-A96E-D041B4786164}" dt="2022-12-13T09:45:40.142" v="1009" actId="1076"/>
          <ac:picMkLst>
            <pc:docMk/>
            <pc:sldMk cId="3342130925" sldId="360"/>
            <ac:picMk id="1026" creationId="{4D7251E0-597E-25DB-7BD9-137AE601C893}"/>
          </ac:picMkLst>
        </pc:picChg>
        <pc:picChg chg="add del mod">
          <ac:chgData name="Parvathi Jayaprakash" userId="508e18e3ab4300d8" providerId="LiveId" clId="{0B6E0D35-98B7-49F4-A96E-D041B4786164}" dt="2022-12-13T12:46:13.984" v="1467" actId="478"/>
          <ac:picMkLst>
            <pc:docMk/>
            <pc:sldMk cId="3342130925" sldId="360"/>
            <ac:picMk id="1028" creationId="{07758B99-2017-FF19-F892-3F88A85BC4AC}"/>
          </ac:picMkLst>
        </pc:picChg>
      </pc:sldChg>
      <pc:sldChg chg="addSp modSp new mod modAnim">
        <pc:chgData name="Parvathi Jayaprakash" userId="508e18e3ab4300d8" providerId="LiveId" clId="{0B6E0D35-98B7-49F4-A96E-D041B4786164}" dt="2022-12-13T09:55:18.838" v="1063"/>
        <pc:sldMkLst>
          <pc:docMk/>
          <pc:sldMk cId="853072030" sldId="361"/>
        </pc:sldMkLst>
        <pc:spChg chg="mod">
          <ac:chgData name="Parvathi Jayaprakash" userId="508e18e3ab4300d8" providerId="LiveId" clId="{0B6E0D35-98B7-49F4-A96E-D041B4786164}" dt="2022-12-13T09:46:37.259" v="1036" actId="1076"/>
          <ac:spMkLst>
            <pc:docMk/>
            <pc:sldMk cId="853072030" sldId="361"/>
            <ac:spMk id="2" creationId="{E3AA4FF3-7967-D601-ED4E-F773274D9E65}"/>
          </ac:spMkLst>
        </pc:spChg>
        <pc:spChg chg="mod">
          <ac:chgData name="Parvathi Jayaprakash" userId="508e18e3ab4300d8" providerId="LiveId" clId="{0B6E0D35-98B7-49F4-A96E-D041B4786164}" dt="2022-12-13T09:55:06.867" v="1060" actId="1076"/>
          <ac:spMkLst>
            <pc:docMk/>
            <pc:sldMk cId="853072030" sldId="361"/>
            <ac:spMk id="3" creationId="{7FF7649B-BBAF-B599-53AA-61F4351F2050}"/>
          </ac:spMkLst>
        </pc:spChg>
        <pc:picChg chg="add mod">
          <ac:chgData name="Parvathi Jayaprakash" userId="508e18e3ab4300d8" providerId="LiveId" clId="{0B6E0D35-98B7-49F4-A96E-D041B4786164}" dt="2022-12-13T09:53:50.713" v="1057" actId="14100"/>
          <ac:picMkLst>
            <pc:docMk/>
            <pc:sldMk cId="853072030" sldId="361"/>
            <ac:picMk id="2050" creationId="{B111E16B-AE63-42C3-FAF3-A081A776055C}"/>
          </ac:picMkLst>
        </pc:picChg>
        <pc:picChg chg="add mod">
          <ac:chgData name="Parvathi Jayaprakash" userId="508e18e3ab4300d8" providerId="LiveId" clId="{0B6E0D35-98B7-49F4-A96E-D041B4786164}" dt="2022-12-13T09:53:53.925" v="1058" actId="1076"/>
          <ac:picMkLst>
            <pc:docMk/>
            <pc:sldMk cId="853072030" sldId="361"/>
            <ac:picMk id="2052" creationId="{2183EDAA-BA6C-F514-2BF4-DE273BC40326}"/>
          </ac:picMkLst>
        </pc:picChg>
        <pc:picChg chg="add mod">
          <ac:chgData name="Parvathi Jayaprakash" userId="508e18e3ab4300d8" providerId="LiveId" clId="{0B6E0D35-98B7-49F4-A96E-D041B4786164}" dt="2022-12-13T09:55:11.514" v="1062" actId="14100"/>
          <ac:picMkLst>
            <pc:docMk/>
            <pc:sldMk cId="853072030" sldId="361"/>
            <ac:picMk id="2054" creationId="{6EAC4068-F537-71CA-B48F-6E6A0E33CB31}"/>
          </ac:picMkLst>
        </pc:picChg>
      </pc:sldChg>
      <pc:sldChg chg="addSp delSp modSp new mod modAnim">
        <pc:chgData name="Parvathi Jayaprakash" userId="508e18e3ab4300d8" providerId="LiveId" clId="{0B6E0D35-98B7-49F4-A96E-D041B4786164}" dt="2022-12-14T05:07:32.451" v="1530" actId="478"/>
        <pc:sldMkLst>
          <pc:docMk/>
          <pc:sldMk cId="3565887165" sldId="362"/>
        </pc:sldMkLst>
        <pc:spChg chg="del mod">
          <ac:chgData name="Parvathi Jayaprakash" userId="508e18e3ab4300d8" providerId="LiveId" clId="{0B6E0D35-98B7-49F4-A96E-D041B4786164}" dt="2022-12-14T05:07:28.392" v="1528" actId="478"/>
          <ac:spMkLst>
            <pc:docMk/>
            <pc:sldMk cId="3565887165" sldId="362"/>
            <ac:spMk id="2" creationId="{06582990-6BE3-52DB-4396-5C847EBFD751}"/>
          </ac:spMkLst>
        </pc:spChg>
        <pc:spChg chg="mod">
          <ac:chgData name="Parvathi Jayaprakash" userId="508e18e3ab4300d8" providerId="LiveId" clId="{0B6E0D35-98B7-49F4-A96E-D041B4786164}" dt="2022-12-13T10:17:54.350" v="1311" actId="14100"/>
          <ac:spMkLst>
            <pc:docMk/>
            <pc:sldMk cId="3565887165" sldId="362"/>
            <ac:spMk id="3" creationId="{4470AC3A-9DCA-B931-BCFA-CF722157FAE2}"/>
          </ac:spMkLst>
        </pc:spChg>
        <pc:spChg chg="add mod">
          <ac:chgData name="Parvathi Jayaprakash" userId="508e18e3ab4300d8" providerId="LiveId" clId="{0B6E0D35-98B7-49F4-A96E-D041B4786164}" dt="2022-12-14T05:07:24.110" v="1527" actId="113"/>
          <ac:spMkLst>
            <pc:docMk/>
            <pc:sldMk cId="3565887165" sldId="362"/>
            <ac:spMk id="6" creationId="{0C970237-1C27-FDEF-86A9-D093773ED7B1}"/>
          </ac:spMkLst>
        </pc:spChg>
        <pc:spChg chg="add del mod">
          <ac:chgData name="Parvathi Jayaprakash" userId="508e18e3ab4300d8" providerId="LiveId" clId="{0B6E0D35-98B7-49F4-A96E-D041B4786164}" dt="2022-12-14T05:07:32.451" v="1530" actId="478"/>
          <ac:spMkLst>
            <pc:docMk/>
            <pc:sldMk cId="3565887165" sldId="362"/>
            <ac:spMk id="8" creationId="{62245ACE-EA9B-B682-7B15-491ED9C1CBC3}"/>
          </ac:spMkLst>
        </pc:spChg>
        <pc:picChg chg="add mod">
          <ac:chgData name="Parvathi Jayaprakash" userId="508e18e3ab4300d8" providerId="LiveId" clId="{0B6E0D35-98B7-49F4-A96E-D041B4786164}" dt="2022-12-13T10:33:14.724" v="1359" actId="1076"/>
          <ac:picMkLst>
            <pc:docMk/>
            <pc:sldMk cId="3565887165" sldId="362"/>
            <ac:picMk id="5" creationId="{186981A0-5BB5-2F0D-D3CE-6C63783BAD4D}"/>
          </ac:picMkLst>
        </pc:picChg>
        <pc:picChg chg="add mod">
          <ac:chgData name="Parvathi Jayaprakash" userId="508e18e3ab4300d8" providerId="LiveId" clId="{0B6E0D35-98B7-49F4-A96E-D041B4786164}" dt="2022-12-13T10:38:02.153" v="1363" actId="571"/>
          <ac:picMkLst>
            <pc:docMk/>
            <pc:sldMk cId="3565887165" sldId="362"/>
            <ac:picMk id="7" creationId="{C3AB78F9-61A8-E3D4-3DA6-BCD49B789BB1}"/>
          </ac:picMkLst>
        </pc:picChg>
        <pc:picChg chg="add del mod">
          <ac:chgData name="Parvathi Jayaprakash" userId="508e18e3ab4300d8" providerId="LiveId" clId="{0B6E0D35-98B7-49F4-A96E-D041B4786164}" dt="2022-12-13T10:48:33.735" v="1395" actId="478"/>
          <ac:picMkLst>
            <pc:docMk/>
            <pc:sldMk cId="3565887165" sldId="362"/>
            <ac:picMk id="8" creationId="{7C68D02A-ABC8-5B17-9458-5C85282A6EFA}"/>
          </ac:picMkLst>
        </pc:picChg>
        <pc:picChg chg="add del mod">
          <ac:chgData name="Parvathi Jayaprakash" userId="508e18e3ab4300d8" providerId="LiveId" clId="{0B6E0D35-98B7-49F4-A96E-D041B4786164}" dt="2022-12-13T10:32:07.962" v="1355" actId="478"/>
          <ac:picMkLst>
            <pc:docMk/>
            <pc:sldMk cId="3565887165" sldId="362"/>
            <ac:picMk id="3074" creationId="{DA1E1CF4-6A2D-2DA5-D14B-290659E7F5A0}"/>
          </ac:picMkLst>
        </pc:picChg>
        <pc:picChg chg="add mod">
          <ac:chgData name="Parvathi Jayaprakash" userId="508e18e3ab4300d8" providerId="LiveId" clId="{0B6E0D35-98B7-49F4-A96E-D041B4786164}" dt="2022-12-13T10:32:12.983" v="1357" actId="1076"/>
          <ac:picMkLst>
            <pc:docMk/>
            <pc:sldMk cId="3565887165" sldId="362"/>
            <ac:picMk id="3076" creationId="{AF06BAAD-5F75-582E-BEAF-CDB0B110D147}"/>
          </ac:picMkLst>
        </pc:picChg>
        <pc:picChg chg="add mod">
          <ac:chgData name="Parvathi Jayaprakash" userId="508e18e3ab4300d8" providerId="LiveId" clId="{0B6E0D35-98B7-49F4-A96E-D041B4786164}" dt="2022-12-13T10:37:57.514" v="1362" actId="14100"/>
          <ac:picMkLst>
            <pc:docMk/>
            <pc:sldMk cId="3565887165" sldId="362"/>
            <ac:picMk id="3078" creationId="{71F924E2-FED0-AD02-79BA-422A3D121B11}"/>
          </ac:picMkLst>
        </pc:picChg>
      </pc:sldChg>
      <pc:sldChg chg="addSp delSp modSp new mod modAnim">
        <pc:chgData name="Parvathi Jayaprakash" userId="508e18e3ab4300d8" providerId="LiveId" clId="{0B6E0D35-98B7-49F4-A96E-D041B4786164}" dt="2022-12-13T12:46:32.490" v="1471"/>
        <pc:sldMkLst>
          <pc:docMk/>
          <pc:sldMk cId="1181118685" sldId="363"/>
        </pc:sldMkLst>
        <pc:spChg chg="mod">
          <ac:chgData name="Parvathi Jayaprakash" userId="508e18e3ab4300d8" providerId="LiveId" clId="{0B6E0D35-98B7-49F4-A96E-D041B4786164}" dt="2022-12-13T12:46:26.965" v="1469" actId="1076"/>
          <ac:spMkLst>
            <pc:docMk/>
            <pc:sldMk cId="1181118685" sldId="363"/>
            <ac:spMk id="2" creationId="{A48A3B60-1451-EC48-F076-B8C2B1BC3FE7}"/>
          </ac:spMkLst>
        </pc:spChg>
        <pc:spChg chg="mod">
          <ac:chgData name="Parvathi Jayaprakash" userId="508e18e3ab4300d8" providerId="LiveId" clId="{0B6E0D35-98B7-49F4-A96E-D041B4786164}" dt="2022-12-13T10:12:38.115" v="1260" actId="14100"/>
          <ac:spMkLst>
            <pc:docMk/>
            <pc:sldMk cId="1181118685" sldId="363"/>
            <ac:spMk id="3" creationId="{91D5DFB8-5E84-D5A5-FE08-C701152439A0}"/>
          </ac:spMkLst>
        </pc:spChg>
        <pc:picChg chg="add del">
          <ac:chgData name="Parvathi Jayaprakash" userId="508e18e3ab4300d8" providerId="LiveId" clId="{0B6E0D35-98B7-49F4-A96E-D041B4786164}" dt="2022-12-13T10:11:59.474" v="1240" actId="478"/>
          <ac:picMkLst>
            <pc:docMk/>
            <pc:sldMk cId="1181118685" sldId="363"/>
            <ac:picMk id="5" creationId="{ECA98EB6-E04B-9032-9ED0-4C14DC0014B6}"/>
          </ac:picMkLst>
        </pc:picChg>
        <pc:picChg chg="add del">
          <ac:chgData name="Parvathi Jayaprakash" userId="508e18e3ab4300d8" providerId="LiveId" clId="{0B6E0D35-98B7-49F4-A96E-D041B4786164}" dt="2022-12-13T10:12:02.606" v="1242" actId="22"/>
          <ac:picMkLst>
            <pc:docMk/>
            <pc:sldMk cId="1181118685" sldId="363"/>
            <ac:picMk id="7" creationId="{5B8552ED-A858-9922-E30D-7645304F30A1}"/>
          </ac:picMkLst>
        </pc:picChg>
        <pc:picChg chg="add mod">
          <ac:chgData name="Parvathi Jayaprakash" userId="508e18e3ab4300d8" providerId="LiveId" clId="{0B6E0D35-98B7-49F4-A96E-D041B4786164}" dt="2022-12-13T12:46:31.300" v="1470" actId="1076"/>
          <ac:picMkLst>
            <pc:docMk/>
            <pc:sldMk cId="1181118685" sldId="363"/>
            <ac:picMk id="4098" creationId="{09F21D41-0497-1772-8356-E8B38B887508}"/>
          </ac:picMkLst>
        </pc:picChg>
        <pc:picChg chg="add mod">
          <ac:chgData name="Parvathi Jayaprakash" userId="508e18e3ab4300d8" providerId="LiveId" clId="{0B6E0D35-98B7-49F4-A96E-D041B4786164}" dt="2022-12-13T12:46:31.300" v="1470" actId="1076"/>
          <ac:picMkLst>
            <pc:docMk/>
            <pc:sldMk cId="1181118685" sldId="363"/>
            <ac:picMk id="4100" creationId="{B6E48188-3CEC-A634-5EA2-ECBC1602207A}"/>
          </ac:picMkLst>
        </pc:picChg>
        <pc:picChg chg="add mod">
          <ac:chgData name="Parvathi Jayaprakash" userId="508e18e3ab4300d8" providerId="LiveId" clId="{0B6E0D35-98B7-49F4-A96E-D041B4786164}" dt="2022-12-13T12:46:31.300" v="1470" actId="1076"/>
          <ac:picMkLst>
            <pc:docMk/>
            <pc:sldMk cId="1181118685" sldId="363"/>
            <ac:picMk id="4102" creationId="{2B580EDD-293E-5E1A-6775-9B8F8DB8E39D}"/>
          </ac:picMkLst>
        </pc:picChg>
      </pc:sldChg>
      <pc:sldChg chg="modSp new mod ord modNotesTx">
        <pc:chgData name="Parvathi Jayaprakash" userId="508e18e3ab4300d8" providerId="LiveId" clId="{0B6E0D35-98B7-49F4-A96E-D041B4786164}" dt="2022-12-14T05:08:45.605" v="1534" actId="20578"/>
        <pc:sldMkLst>
          <pc:docMk/>
          <pc:sldMk cId="3203251708" sldId="364"/>
        </pc:sldMkLst>
        <pc:spChg chg="mod">
          <ac:chgData name="Parvathi Jayaprakash" userId="508e18e3ab4300d8" providerId="LiveId" clId="{0B6E0D35-98B7-49F4-A96E-D041B4786164}" dt="2022-12-13T10:18:07.824" v="1312" actId="1076"/>
          <ac:spMkLst>
            <pc:docMk/>
            <pc:sldMk cId="3203251708" sldId="364"/>
            <ac:spMk id="2" creationId="{76511F97-8C19-BBC5-931A-95F07BEFFE6E}"/>
          </ac:spMkLst>
        </pc:spChg>
        <pc:spChg chg="mod">
          <ac:chgData name="Parvathi Jayaprakash" userId="508e18e3ab4300d8" providerId="LiveId" clId="{0B6E0D35-98B7-49F4-A96E-D041B4786164}" dt="2022-12-13T10:25:30.843" v="1352" actId="20577"/>
          <ac:spMkLst>
            <pc:docMk/>
            <pc:sldMk cId="3203251708" sldId="364"/>
            <ac:spMk id="3" creationId="{6FDD2DD4-406D-80AE-D2A9-0403CF3BA7D5}"/>
          </ac:spMkLst>
        </pc:spChg>
      </pc:sldChg>
      <pc:sldChg chg="addSp modSp new mod modAnim">
        <pc:chgData name="Parvathi Jayaprakash" userId="508e18e3ab4300d8" providerId="LiveId" clId="{0B6E0D35-98B7-49F4-A96E-D041B4786164}" dt="2022-12-13T11:00:07.129" v="1462"/>
        <pc:sldMkLst>
          <pc:docMk/>
          <pc:sldMk cId="2380635029" sldId="365"/>
        </pc:sldMkLst>
        <pc:spChg chg="mod">
          <ac:chgData name="Parvathi Jayaprakash" userId="508e18e3ab4300d8" providerId="LiveId" clId="{0B6E0D35-98B7-49F4-A96E-D041B4786164}" dt="2022-12-13T10:10:16.167" v="1228" actId="1076"/>
          <ac:spMkLst>
            <pc:docMk/>
            <pc:sldMk cId="2380635029" sldId="365"/>
            <ac:spMk id="2" creationId="{8CB7516F-C9AC-FACA-ED3C-6F0F09C848D0}"/>
          </ac:spMkLst>
        </pc:spChg>
        <pc:spChg chg="mod">
          <ac:chgData name="Parvathi Jayaprakash" userId="508e18e3ab4300d8" providerId="LiveId" clId="{0B6E0D35-98B7-49F4-A96E-D041B4786164}" dt="2022-12-13T10:49:23.786" v="1403" actId="1076"/>
          <ac:spMkLst>
            <pc:docMk/>
            <pc:sldMk cId="2380635029" sldId="365"/>
            <ac:spMk id="3" creationId="{03A77D8E-DB69-DC16-B46E-7F9921BB0F8E}"/>
          </ac:spMkLst>
        </pc:spChg>
        <pc:picChg chg="add mod">
          <ac:chgData name="Parvathi Jayaprakash" userId="508e18e3ab4300d8" providerId="LiveId" clId="{0B6E0D35-98B7-49F4-A96E-D041B4786164}" dt="2022-12-13T10:58:43.421" v="1457" actId="1076"/>
          <ac:picMkLst>
            <pc:docMk/>
            <pc:sldMk cId="2380635029" sldId="365"/>
            <ac:picMk id="5" creationId="{F83195C7-0B95-615E-E550-D2D5C138621B}"/>
          </ac:picMkLst>
        </pc:picChg>
        <pc:picChg chg="add mod">
          <ac:chgData name="Parvathi Jayaprakash" userId="508e18e3ab4300d8" providerId="LiveId" clId="{0B6E0D35-98B7-49F4-A96E-D041B4786164}" dt="2022-12-13T10:59:57.338" v="1461" actId="14100"/>
          <ac:picMkLst>
            <pc:docMk/>
            <pc:sldMk cId="2380635029" sldId="365"/>
            <ac:picMk id="7" creationId="{45924679-A0B6-48F5-95DE-F317392EE604}"/>
          </ac:picMkLst>
        </pc:picChg>
        <pc:picChg chg="add mod">
          <ac:chgData name="Parvathi Jayaprakash" userId="508e18e3ab4300d8" providerId="LiveId" clId="{0B6E0D35-98B7-49F4-A96E-D041B4786164}" dt="2022-12-13T10:45:03.085" v="1380" actId="1076"/>
          <ac:picMkLst>
            <pc:docMk/>
            <pc:sldMk cId="2380635029" sldId="365"/>
            <ac:picMk id="5122" creationId="{4CF8E474-0EDE-2B2F-D2EF-A7772037196A}"/>
          </ac:picMkLst>
        </pc:picChg>
      </pc:sldChg>
      <pc:sldChg chg="addSp modSp new mod">
        <pc:chgData name="Parvathi Jayaprakash" userId="508e18e3ab4300d8" providerId="LiveId" clId="{0B6E0D35-98B7-49F4-A96E-D041B4786164}" dt="2022-12-13T10:49:33.185" v="1404" actId="12"/>
        <pc:sldMkLst>
          <pc:docMk/>
          <pc:sldMk cId="54889343" sldId="366"/>
        </pc:sldMkLst>
        <pc:spChg chg="mod">
          <ac:chgData name="Parvathi Jayaprakash" userId="508e18e3ab4300d8" providerId="LiveId" clId="{0B6E0D35-98B7-49F4-A96E-D041B4786164}" dt="2022-12-13T10:09:15.378" v="1225" actId="1076"/>
          <ac:spMkLst>
            <pc:docMk/>
            <pc:sldMk cId="54889343" sldId="366"/>
            <ac:spMk id="2" creationId="{7863FC1A-C555-2554-2620-4E47DC271996}"/>
          </ac:spMkLst>
        </pc:spChg>
        <pc:spChg chg="mod">
          <ac:chgData name="Parvathi Jayaprakash" userId="508e18e3ab4300d8" providerId="LiveId" clId="{0B6E0D35-98B7-49F4-A96E-D041B4786164}" dt="2022-12-13T10:49:33.185" v="1404" actId="12"/>
          <ac:spMkLst>
            <pc:docMk/>
            <pc:sldMk cId="54889343" sldId="366"/>
            <ac:spMk id="3" creationId="{DA00036C-0BA7-27B1-7991-8E34A0470B33}"/>
          </ac:spMkLst>
        </pc:spChg>
        <pc:picChg chg="add mod">
          <ac:chgData name="Parvathi Jayaprakash" userId="508e18e3ab4300d8" providerId="LiveId" clId="{0B6E0D35-98B7-49F4-A96E-D041B4786164}" dt="2022-12-13T10:45:52.758" v="1388" actId="14100"/>
          <ac:picMkLst>
            <pc:docMk/>
            <pc:sldMk cId="54889343" sldId="366"/>
            <ac:picMk id="6146" creationId="{CF305E2A-4B9A-068A-FE32-744132EE10B6}"/>
          </ac:picMkLst>
        </pc:picChg>
      </pc:sldChg>
      <pc:sldChg chg="addSp modSp new mod">
        <pc:chgData name="Parvathi Jayaprakash" userId="508e18e3ab4300d8" providerId="LiveId" clId="{0B6E0D35-98B7-49F4-A96E-D041B4786164}" dt="2022-12-13T10:46:51.200" v="1392" actId="14100"/>
        <pc:sldMkLst>
          <pc:docMk/>
          <pc:sldMk cId="2420356737" sldId="367"/>
        </pc:sldMkLst>
        <pc:spChg chg="mod">
          <ac:chgData name="Parvathi Jayaprakash" userId="508e18e3ab4300d8" providerId="LiveId" clId="{0B6E0D35-98B7-49F4-A96E-D041B4786164}" dt="2022-12-13T10:13:48.277" v="1262" actId="1076"/>
          <ac:spMkLst>
            <pc:docMk/>
            <pc:sldMk cId="2420356737" sldId="367"/>
            <ac:spMk id="2" creationId="{943820CD-49BB-6180-4D69-C89DADF60EDF}"/>
          </ac:spMkLst>
        </pc:spChg>
        <pc:spChg chg="mod">
          <ac:chgData name="Parvathi Jayaprakash" userId="508e18e3ab4300d8" providerId="LiveId" clId="{0B6E0D35-98B7-49F4-A96E-D041B4786164}" dt="2022-12-13T10:14:12.941" v="1278" actId="6549"/>
          <ac:spMkLst>
            <pc:docMk/>
            <pc:sldMk cId="2420356737" sldId="367"/>
            <ac:spMk id="3" creationId="{FA88A7E4-BFC4-CD46-4F7B-09330480C77D}"/>
          </ac:spMkLst>
        </pc:spChg>
        <pc:picChg chg="add mod">
          <ac:chgData name="Parvathi Jayaprakash" userId="508e18e3ab4300d8" providerId="LiveId" clId="{0B6E0D35-98B7-49F4-A96E-D041B4786164}" dt="2022-12-13T10:46:51.200" v="1392" actId="14100"/>
          <ac:picMkLst>
            <pc:docMk/>
            <pc:sldMk cId="2420356737" sldId="367"/>
            <ac:picMk id="7170" creationId="{603F9275-DF98-9109-90CC-9B4085DFBB1C}"/>
          </ac:picMkLst>
        </pc:picChg>
      </pc:sldChg>
      <pc:sldChg chg="addSp modSp new mod modAnim">
        <pc:chgData name="Parvathi Jayaprakash" userId="508e18e3ab4300d8" providerId="LiveId" clId="{0B6E0D35-98B7-49F4-A96E-D041B4786164}" dt="2022-12-13T10:48:18.004" v="1394"/>
        <pc:sldMkLst>
          <pc:docMk/>
          <pc:sldMk cId="2692072208" sldId="368"/>
        </pc:sldMkLst>
        <pc:spChg chg="mod">
          <ac:chgData name="Parvathi Jayaprakash" userId="508e18e3ab4300d8" providerId="LiveId" clId="{0B6E0D35-98B7-49F4-A96E-D041B4786164}" dt="2022-12-13T10:15:43.214" v="1279" actId="1076"/>
          <ac:spMkLst>
            <pc:docMk/>
            <pc:sldMk cId="2692072208" sldId="368"/>
            <ac:spMk id="2" creationId="{1FC9273F-EC38-1B1B-B9A9-B06E0B854D31}"/>
          </ac:spMkLst>
        </pc:spChg>
        <pc:spChg chg="mod">
          <ac:chgData name="Parvathi Jayaprakash" userId="508e18e3ab4300d8" providerId="LiveId" clId="{0B6E0D35-98B7-49F4-A96E-D041B4786164}" dt="2022-12-13T10:16:04.832" v="1295" actId="20577"/>
          <ac:spMkLst>
            <pc:docMk/>
            <pc:sldMk cId="2692072208" sldId="368"/>
            <ac:spMk id="3" creationId="{4C7C16A9-2095-8473-CBEB-AF3055AA51E4}"/>
          </ac:spMkLst>
        </pc:spChg>
        <pc:picChg chg="add">
          <ac:chgData name="Parvathi Jayaprakash" userId="508e18e3ab4300d8" providerId="LiveId" clId="{0B6E0D35-98B7-49F4-A96E-D041B4786164}" dt="2022-12-13T10:48:14.356" v="1393" actId="22"/>
          <ac:picMkLst>
            <pc:docMk/>
            <pc:sldMk cId="2692072208" sldId="368"/>
            <ac:picMk id="5" creationId="{AF834B69-1E7B-3CB8-48A6-5036EDA83174}"/>
          </ac:picMkLst>
        </pc:picChg>
      </pc:sldChg>
      <pc:sldChg chg="addSp delSp modSp new mod modClrScheme chgLayout modNotesTx">
        <pc:chgData name="Parvathi Jayaprakash" userId="508e18e3ab4300d8" providerId="LiveId" clId="{0B6E0D35-98B7-49F4-A96E-D041B4786164}" dt="2022-12-13T10:52:40.629" v="1429" actId="20577"/>
        <pc:sldMkLst>
          <pc:docMk/>
          <pc:sldMk cId="1865009159" sldId="369"/>
        </pc:sldMkLst>
        <pc:spChg chg="del">
          <ac:chgData name="Parvathi Jayaprakash" userId="508e18e3ab4300d8" providerId="LiveId" clId="{0B6E0D35-98B7-49F4-A96E-D041B4786164}" dt="2022-12-13T10:50:00.786" v="1406" actId="700"/>
          <ac:spMkLst>
            <pc:docMk/>
            <pc:sldMk cId="1865009159" sldId="369"/>
            <ac:spMk id="2" creationId="{6BD97886-9C48-D35F-8839-757B0EBAEE70}"/>
          </ac:spMkLst>
        </pc:spChg>
        <pc:spChg chg="del mod ord">
          <ac:chgData name="Parvathi Jayaprakash" userId="508e18e3ab4300d8" providerId="LiveId" clId="{0B6E0D35-98B7-49F4-A96E-D041B4786164}" dt="2022-12-13T10:50:00.786" v="1406" actId="700"/>
          <ac:spMkLst>
            <pc:docMk/>
            <pc:sldMk cId="1865009159" sldId="369"/>
            <ac:spMk id="3" creationId="{DCCE401F-78EA-A830-DA26-B54754F1460B}"/>
          </ac:spMkLst>
        </pc:spChg>
        <pc:spChg chg="add mod ord">
          <ac:chgData name="Parvathi Jayaprakash" userId="508e18e3ab4300d8" providerId="LiveId" clId="{0B6E0D35-98B7-49F4-A96E-D041B4786164}" dt="2022-12-13T10:50:05.993" v="1423" actId="20577"/>
          <ac:spMkLst>
            <pc:docMk/>
            <pc:sldMk cId="1865009159" sldId="369"/>
            <ac:spMk id="4" creationId="{F36562FB-1EA7-B2DB-A468-5445C4F2B8E7}"/>
          </ac:spMkLst>
        </pc:spChg>
        <pc:picChg chg="add mod">
          <ac:chgData name="Parvathi Jayaprakash" userId="508e18e3ab4300d8" providerId="LiveId" clId="{0B6E0D35-98B7-49F4-A96E-D041B4786164}" dt="2022-12-13T10:51:53.597" v="1427" actId="14100"/>
          <ac:picMkLst>
            <pc:docMk/>
            <pc:sldMk cId="1865009159" sldId="369"/>
            <ac:picMk id="6" creationId="{64A61D7C-69D2-3F88-4D1C-A3392FCA4EA2}"/>
          </ac:picMkLst>
        </pc:picChg>
      </pc:sldChg>
      <pc:sldChg chg="new del">
        <pc:chgData name="Parvathi Jayaprakash" userId="508e18e3ab4300d8" providerId="LiveId" clId="{0B6E0D35-98B7-49F4-A96E-D041B4786164}" dt="2022-12-13T10:54:19.242" v="1435" actId="680"/>
        <pc:sldMkLst>
          <pc:docMk/>
          <pc:sldMk cId="1245136502" sldId="370"/>
        </pc:sldMkLst>
      </pc:sldChg>
      <pc:sldChg chg="new del">
        <pc:chgData name="Parvathi Jayaprakash" userId="508e18e3ab4300d8" providerId="LiveId" clId="{0B6E0D35-98B7-49F4-A96E-D041B4786164}" dt="2022-12-13T10:53:43.929" v="1431" actId="47"/>
        <pc:sldMkLst>
          <pc:docMk/>
          <pc:sldMk cId="2583755073" sldId="370"/>
        </pc:sldMkLst>
      </pc:sldChg>
      <pc:sldChg chg="addSp delSp modSp new mod modClrScheme modAnim chgLayout">
        <pc:chgData name="Parvathi Jayaprakash" userId="508e18e3ab4300d8" providerId="LiveId" clId="{0B6E0D35-98B7-49F4-A96E-D041B4786164}" dt="2022-12-14T05:08:58.478" v="1536"/>
        <pc:sldMkLst>
          <pc:docMk/>
          <pc:sldMk cId="3202205230" sldId="370"/>
        </pc:sldMkLst>
        <pc:spChg chg="del mod ord">
          <ac:chgData name="Parvathi Jayaprakash" userId="508e18e3ab4300d8" providerId="LiveId" clId="{0B6E0D35-98B7-49F4-A96E-D041B4786164}" dt="2022-12-14T05:04:13.151" v="1473" actId="700"/>
          <ac:spMkLst>
            <pc:docMk/>
            <pc:sldMk cId="3202205230" sldId="370"/>
            <ac:spMk id="2" creationId="{F137DD70-04C0-177F-001C-7AFE3F9DC70E}"/>
          </ac:spMkLst>
        </pc:spChg>
        <pc:spChg chg="add mod ord">
          <ac:chgData name="Parvathi Jayaprakash" userId="508e18e3ab4300d8" providerId="LiveId" clId="{0B6E0D35-98B7-49F4-A96E-D041B4786164}" dt="2022-12-14T05:05:15.226" v="1518" actId="1076"/>
          <ac:spMkLst>
            <pc:docMk/>
            <pc:sldMk cId="3202205230" sldId="370"/>
            <ac:spMk id="3" creationId="{492D5E6D-8B97-6DBE-FAF0-4272F50630D6}"/>
          </ac:spMkLst>
        </pc:spChg>
        <pc:spChg chg="add mod ord">
          <ac:chgData name="Parvathi Jayaprakash" userId="508e18e3ab4300d8" providerId="LiveId" clId="{0B6E0D35-98B7-49F4-A96E-D041B4786164}" dt="2022-12-14T05:08:58.478" v="1536"/>
          <ac:spMkLst>
            <pc:docMk/>
            <pc:sldMk cId="3202205230" sldId="370"/>
            <ac:spMk id="4" creationId="{178E839E-E5B1-6137-A829-FE897EF08A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968B3F-FBC6-4125-B104-D047979D07A7}" type="datetimeFigureOut">
              <a:rPr lang="en-IN" smtClean="0"/>
              <a:t>14-12-2022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EE6292-0E7C-4E72-A345-070E0DE5C407}" type="slidenum">
              <a:rPr lang="en-IN" smtClean="0"/>
              <a:t>‹#›</a:t>
            </a:fld>
            <a:endParaRPr lang="en-IN"/>
          </a:p>
        </p:txBody>
      </p:sp>
    </p:spTree>
    <p:extLst>
      <p:ext uri="{BB962C8B-B14F-4D97-AF65-F5344CB8AC3E}">
        <p14:creationId xmlns:p14="http://schemas.microsoft.com/office/powerpoint/2010/main" val="3376356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senseware.co/"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www.mark43.com/"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a:buFont typeface="Arial" panose="020B0604020202020204" pitchFamily="34" charset="0"/>
              <a:buChar char="•"/>
            </a:pPr>
            <a:r>
              <a:rPr lang="en-IN" b="0" i="0" dirty="0">
                <a:solidFill>
                  <a:srgbClr val="282829"/>
                </a:solidFill>
                <a:effectLst/>
                <a:latin typeface="-apple-system"/>
              </a:rPr>
              <a:t>TCS</a:t>
            </a:r>
          </a:p>
          <a:p>
            <a:pPr algn="l" rtl="0">
              <a:buFont typeface="Arial" panose="020B0604020202020204" pitchFamily="34" charset="0"/>
              <a:buChar char="•"/>
            </a:pPr>
            <a:r>
              <a:rPr lang="en-IN" b="0" i="0" dirty="0">
                <a:solidFill>
                  <a:srgbClr val="282829"/>
                </a:solidFill>
                <a:effectLst/>
                <a:latin typeface="-apple-system"/>
              </a:rPr>
              <a:t>Indian Mart</a:t>
            </a:r>
          </a:p>
          <a:p>
            <a:pPr algn="l" rtl="0">
              <a:buFont typeface="Arial" panose="020B0604020202020204" pitchFamily="34" charset="0"/>
              <a:buChar char="•"/>
            </a:pPr>
            <a:r>
              <a:rPr lang="en-IN" b="0" i="0" dirty="0">
                <a:solidFill>
                  <a:srgbClr val="282829"/>
                </a:solidFill>
                <a:effectLst/>
                <a:latin typeface="-apple-system"/>
              </a:rPr>
              <a:t>Accenture</a:t>
            </a:r>
          </a:p>
          <a:p>
            <a:pPr algn="l" rtl="0">
              <a:buFont typeface="Arial" panose="020B0604020202020204" pitchFamily="34" charset="0"/>
              <a:buChar char="•"/>
            </a:pPr>
            <a:r>
              <a:rPr lang="en-IN" b="0" i="0" dirty="0">
                <a:solidFill>
                  <a:srgbClr val="282829"/>
                </a:solidFill>
                <a:effectLst/>
                <a:latin typeface="-apple-system"/>
              </a:rPr>
              <a:t>IBM</a:t>
            </a:r>
          </a:p>
          <a:p>
            <a:pPr algn="l" rtl="0">
              <a:buFont typeface="Arial" panose="020B0604020202020204" pitchFamily="34" charset="0"/>
              <a:buChar char="•"/>
            </a:pPr>
            <a:r>
              <a:rPr lang="en-IN" b="0" i="0" dirty="0">
                <a:solidFill>
                  <a:srgbClr val="282829"/>
                </a:solidFill>
                <a:effectLst/>
                <a:latin typeface="-apple-system"/>
              </a:rPr>
              <a:t>Tech Mahindra</a:t>
            </a:r>
          </a:p>
          <a:p>
            <a:pPr algn="l" rtl="0">
              <a:buFont typeface="Arial" panose="020B0604020202020204" pitchFamily="34" charset="0"/>
              <a:buChar char="•"/>
            </a:pPr>
            <a:r>
              <a:rPr lang="en-IN" b="0" i="0" dirty="0" err="1">
                <a:solidFill>
                  <a:srgbClr val="282829"/>
                </a:solidFill>
                <a:effectLst/>
                <a:latin typeface="-apple-system"/>
              </a:rPr>
              <a:t>EasyLeadz</a:t>
            </a:r>
            <a:endParaRPr lang="en-IN" b="0" i="0" dirty="0">
              <a:solidFill>
                <a:srgbClr val="282829"/>
              </a:solidFill>
              <a:effectLst/>
              <a:latin typeface="-apple-system"/>
            </a:endParaRPr>
          </a:p>
          <a:p>
            <a:pPr algn="l" rtl="0">
              <a:buFont typeface="Arial" panose="020B0604020202020204" pitchFamily="34" charset="0"/>
              <a:buChar char="•"/>
            </a:pPr>
            <a:r>
              <a:rPr lang="en-IN" b="0" i="0" dirty="0" err="1">
                <a:solidFill>
                  <a:srgbClr val="282829"/>
                </a:solidFill>
                <a:effectLst/>
                <a:latin typeface="-apple-system"/>
              </a:rPr>
              <a:t>Leadzen</a:t>
            </a:r>
            <a:endParaRPr lang="en-IN" b="0" i="0" dirty="0">
              <a:solidFill>
                <a:srgbClr val="282829"/>
              </a:solidFill>
              <a:effectLst/>
              <a:latin typeface="-apple-system"/>
            </a:endParaRPr>
          </a:p>
          <a:p>
            <a:pPr algn="l" rtl="0">
              <a:buFont typeface="Arial" panose="020B0604020202020204" pitchFamily="34" charset="0"/>
              <a:buChar char="•"/>
            </a:pPr>
            <a:r>
              <a:rPr lang="en-IN" b="0" i="0" dirty="0" err="1">
                <a:solidFill>
                  <a:srgbClr val="282829"/>
                </a:solidFill>
                <a:effectLst/>
                <a:latin typeface="-apple-system"/>
              </a:rPr>
              <a:t>LeadNXT</a:t>
            </a:r>
            <a:endParaRPr lang="en-IN" b="0" i="0" dirty="0">
              <a:solidFill>
                <a:srgbClr val="282829"/>
              </a:solidFill>
              <a:effectLst/>
              <a:latin typeface="-apple-system"/>
            </a:endParaRPr>
          </a:p>
          <a:p>
            <a:pPr algn="l" rtl="0">
              <a:buFont typeface="Arial" panose="020B0604020202020204" pitchFamily="34" charset="0"/>
              <a:buChar char="•"/>
            </a:pPr>
            <a:r>
              <a:rPr lang="en-IN" b="0" i="0" dirty="0" err="1">
                <a:solidFill>
                  <a:srgbClr val="282829"/>
                </a:solidFill>
                <a:effectLst/>
                <a:latin typeface="-apple-system"/>
              </a:rPr>
              <a:t>UpLead</a:t>
            </a:r>
            <a:endParaRPr lang="en-IN" b="0" i="0" dirty="0">
              <a:solidFill>
                <a:srgbClr val="282829"/>
              </a:solidFill>
              <a:effectLst/>
              <a:latin typeface="-apple-system"/>
            </a:endParaRPr>
          </a:p>
          <a:p>
            <a:endParaRPr lang="en-IN" dirty="0"/>
          </a:p>
        </p:txBody>
      </p:sp>
    </p:spTree>
    <p:extLst>
      <p:ext uri="{BB962C8B-B14F-4D97-AF65-F5344CB8AC3E}">
        <p14:creationId xmlns:p14="http://schemas.microsoft.com/office/powerpoint/2010/main" val="1799354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solidFill>
                  <a:schemeClr val="tx1"/>
                </a:solidFill>
              </a:rPr>
              <a:t>All major online retail stores like Amazon and payment processors like PayPal.</a:t>
            </a:r>
          </a:p>
          <a:p>
            <a:endParaRPr lang="en-IN" dirty="0"/>
          </a:p>
        </p:txBody>
      </p:sp>
    </p:spTree>
    <p:extLst>
      <p:ext uri="{BB962C8B-B14F-4D97-AF65-F5344CB8AC3E}">
        <p14:creationId xmlns:p14="http://schemas.microsoft.com/office/powerpoint/2010/main" val="87833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Cars24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 photographer selling his images on websites such as Fotolia or 123rf.</a:t>
            </a:r>
          </a:p>
          <a:p>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10</a:t>
            </a:fld>
            <a:endParaRPr lang="en-IN"/>
          </a:p>
        </p:txBody>
      </p:sp>
    </p:spTree>
    <p:extLst>
      <p:ext uri="{BB962C8B-B14F-4D97-AF65-F5344CB8AC3E}">
        <p14:creationId xmlns:p14="http://schemas.microsoft.com/office/powerpoint/2010/main" val="3746503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12</a:t>
            </a:fld>
            <a:endParaRPr lang="en-IN"/>
          </a:p>
        </p:txBody>
      </p:sp>
    </p:spTree>
    <p:extLst>
      <p:ext uri="{BB962C8B-B14F-4D97-AF65-F5344CB8AC3E}">
        <p14:creationId xmlns:p14="http://schemas.microsoft.com/office/powerpoint/2010/main" val="2756530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eBay; </a:t>
            </a:r>
            <a:r>
              <a:rPr lang="en-IN" dirty="0" err="1"/>
              <a:t>Olx</a:t>
            </a:r>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13</a:t>
            </a:fld>
            <a:endParaRPr lang="en-IN"/>
          </a:p>
        </p:txBody>
      </p:sp>
    </p:spTree>
    <p:extLst>
      <p:ext uri="{BB962C8B-B14F-4D97-AF65-F5344CB8AC3E}">
        <p14:creationId xmlns:p14="http://schemas.microsoft.com/office/powerpoint/2010/main" val="2370461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i="0" u="none" strike="noStrike" dirty="0" err="1">
                <a:solidFill>
                  <a:srgbClr val="3A7BF4"/>
                </a:solidFill>
                <a:effectLst/>
                <a:latin typeface="Muli"/>
                <a:hlinkClick r:id="rId3"/>
              </a:rPr>
              <a:t>Senseware</a:t>
            </a:r>
            <a:r>
              <a:rPr lang="en-US" b="0" i="0" dirty="0">
                <a:solidFill>
                  <a:srgbClr val="000000"/>
                </a:solidFill>
                <a:effectLst/>
                <a:latin typeface="Muli"/>
              </a:rPr>
              <a:t> is an internet solution service provider, with the main product being a complete IoT Technology Stack. In detail, </a:t>
            </a:r>
            <a:r>
              <a:rPr lang="en-US" b="0" i="0" dirty="0" err="1">
                <a:solidFill>
                  <a:srgbClr val="000000"/>
                </a:solidFill>
                <a:effectLst/>
                <a:latin typeface="Muli"/>
              </a:rPr>
              <a:t>Senseware’s</a:t>
            </a:r>
            <a:r>
              <a:rPr lang="en-US" b="0" i="0" dirty="0">
                <a:solidFill>
                  <a:srgbClr val="000000"/>
                </a:solidFill>
                <a:effectLst/>
                <a:latin typeface="Muli"/>
              </a:rPr>
              <a:t> service provides modular connectivity for the digitization of assets in the physical environment.</a:t>
            </a:r>
          </a:p>
          <a:p>
            <a:r>
              <a:rPr lang="en-US" b="1" i="0" u="none" strike="noStrike" dirty="0">
                <a:solidFill>
                  <a:srgbClr val="3A7BF4"/>
                </a:solidFill>
                <a:effectLst/>
                <a:latin typeface="Muli"/>
                <a:hlinkClick r:id="rId4"/>
              </a:rPr>
              <a:t>Mark43</a:t>
            </a:r>
            <a:r>
              <a:rPr lang="en-US" b="0" i="0" dirty="0">
                <a:solidFill>
                  <a:srgbClr val="000000"/>
                </a:solidFill>
                <a:effectLst/>
                <a:latin typeface="Muli"/>
              </a:rPr>
              <a:t> is also a company specializing in providing technology solutions. Their most successful B2G mission was to optimize the police cloud data system, allowing them to process data more quickly.</a:t>
            </a:r>
            <a:endParaRPr lang="en-IN" dirty="0"/>
          </a:p>
        </p:txBody>
      </p:sp>
    </p:spTree>
    <p:extLst>
      <p:ext uri="{BB962C8B-B14F-4D97-AF65-F5344CB8AC3E}">
        <p14:creationId xmlns:p14="http://schemas.microsoft.com/office/powerpoint/2010/main" val="2142419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Picture Source: https://www.ecomsay.com/types-of-ecommerce-business-models/</a:t>
            </a:r>
          </a:p>
        </p:txBody>
      </p:sp>
      <p:sp>
        <p:nvSpPr>
          <p:cNvPr id="4" name="Slide Number Placeholder 3"/>
          <p:cNvSpPr>
            <a:spLocks noGrp="1"/>
          </p:cNvSpPr>
          <p:nvPr>
            <p:ph type="sldNum" sz="quarter" idx="5"/>
          </p:nvPr>
        </p:nvSpPr>
        <p:spPr/>
        <p:txBody>
          <a:bodyPr/>
          <a:lstStyle/>
          <a:p>
            <a:fld id="{DBEE6292-0E7C-4E72-A345-070E0DE5C407}" type="slidenum">
              <a:rPr lang="en-IN" smtClean="0"/>
              <a:t>22</a:t>
            </a:fld>
            <a:endParaRPr lang="en-IN"/>
          </a:p>
        </p:txBody>
      </p:sp>
    </p:spTree>
    <p:extLst>
      <p:ext uri="{BB962C8B-B14F-4D97-AF65-F5344CB8AC3E}">
        <p14:creationId xmlns:p14="http://schemas.microsoft.com/office/powerpoint/2010/main" val="788908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121"/>
                </a:solidFill>
                <a:effectLst/>
                <a:latin typeface="Open Sans" panose="020B0606030504020204" pitchFamily="34" charset="0"/>
              </a:rPr>
              <a:t>refers to business-specific transactions (such as payments, selling and acquisition of goods and services, etc.) and the provision of business-focused services online.</a:t>
            </a:r>
          </a:p>
          <a:p>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24</a:t>
            </a:fld>
            <a:endParaRPr lang="en-IN"/>
          </a:p>
        </p:txBody>
      </p:sp>
    </p:spTree>
    <p:extLst>
      <p:ext uri="{BB962C8B-B14F-4D97-AF65-F5344CB8AC3E}">
        <p14:creationId xmlns:p14="http://schemas.microsoft.com/office/powerpoint/2010/main" val="842210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26</a:t>
            </a:fld>
            <a:endParaRPr lang="en-IN"/>
          </a:p>
        </p:txBody>
      </p:sp>
    </p:spTree>
    <p:extLst>
      <p:ext uri="{BB962C8B-B14F-4D97-AF65-F5344CB8AC3E}">
        <p14:creationId xmlns:p14="http://schemas.microsoft.com/office/powerpoint/2010/main" val="4039555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00000"/>
                </a:solidFill>
                <a:effectLst/>
                <a:latin typeface="Helvetica" panose="020B0604020202020204" pitchFamily="34" charset="0"/>
              </a:rPr>
              <a:t>The stages involved in moving a product from conceptualization to distribution, and just about everything in between, like obtaining raw materials, manufacturing operations, and marketing activities make up a value chain for an organisation. </a:t>
            </a:r>
          </a:p>
          <a:p>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36</a:t>
            </a:fld>
            <a:endParaRPr lang="en-IN"/>
          </a:p>
        </p:txBody>
      </p:sp>
    </p:spTree>
    <p:extLst>
      <p:ext uri="{BB962C8B-B14F-4D97-AF65-F5344CB8AC3E}">
        <p14:creationId xmlns:p14="http://schemas.microsoft.com/office/powerpoint/2010/main" val="552479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the basis of value addition. Value addition is the addition of value to a product or service because of the opportunities that it offers on the Web. </a:t>
            </a:r>
          </a:p>
          <a:p>
            <a:r>
              <a:rPr lang="en-GB" dirty="0"/>
              <a:t>On the basis of control. At the high end of control there is hierarchical control and at the low end there is no control, so that it is self-organizing. Normally, the control is done through the policies of the website.</a:t>
            </a:r>
            <a:endParaRPr lang="en-IN" dirty="0"/>
          </a:p>
        </p:txBody>
      </p:sp>
      <p:sp>
        <p:nvSpPr>
          <p:cNvPr id="4" name="Slide Number Placeholder 3"/>
          <p:cNvSpPr>
            <a:spLocks noGrp="1"/>
          </p:cNvSpPr>
          <p:nvPr>
            <p:ph type="sldNum" sz="quarter" idx="5"/>
          </p:nvPr>
        </p:nvSpPr>
        <p:spPr/>
        <p:txBody>
          <a:bodyPr/>
          <a:lstStyle/>
          <a:p>
            <a:fld id="{DBEE6292-0E7C-4E72-A345-070E0DE5C407}" type="slidenum">
              <a:rPr lang="en-IN" smtClean="0"/>
              <a:t>37</a:t>
            </a:fld>
            <a:endParaRPr lang="en-IN"/>
          </a:p>
        </p:txBody>
      </p:sp>
    </p:spTree>
    <p:extLst>
      <p:ext uri="{BB962C8B-B14F-4D97-AF65-F5344CB8AC3E}">
        <p14:creationId xmlns:p14="http://schemas.microsoft.com/office/powerpoint/2010/main" val="716523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85419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86D7-52F2-4E09-1442-2E3FA8686B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86988B-9854-FC6D-72D6-77170C8742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3D363E-0FF8-2592-8775-1983D06E74E8}"/>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BB9D9767-AD71-8A8C-2290-E73D754B5E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2338ED-0098-C41A-C740-4065D72EF8BD}"/>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1332920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D2F09-F6EF-DD7C-CB1E-34F471AD2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BF13C1-C0ED-8BF2-139A-1929A54C20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495450-AABD-CBC5-DB37-D79313EC1BF3}"/>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A6C2BD77-499D-BA83-0783-82F12CCC4B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37C302-606C-D3F8-01D9-B9A2176A235F}"/>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3544899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F4A9-0D84-87A7-DAC8-E15C6D1602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B88B2C-FDA5-47C0-8124-CBB6302E73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9DB775-7D62-0DBE-6B86-150FFCDA5542}"/>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EE5E7E08-8E72-F622-7CC3-439F474A2E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CC4E0A-9E77-F8E3-9E32-0D6AECD90AB2}"/>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3573713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50D7-DC7C-8047-00F0-784DF315C5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200B2C-3A90-6AC4-70DE-4D85E3783D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A537E0-0409-A288-0C60-537BB3FA76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6DE7F-332F-B1B4-9627-F3193D56C3BB}"/>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6" name="Footer Placeholder 5">
            <a:extLst>
              <a:ext uri="{FF2B5EF4-FFF2-40B4-BE49-F238E27FC236}">
                <a16:creationId xmlns:a16="http://schemas.microsoft.com/office/drawing/2014/main" id="{ED12F6A6-D751-DCFD-77B4-19575FE3EA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6A5DC7-857B-0EB2-CCAB-A59A5EB29355}"/>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3161672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16090-FA13-CC54-4D8E-6095E80338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B896B1-6169-7038-B7AE-BE958CFEC9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A3F001-02F8-17AC-2A4B-7FB0468C8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392C05-7466-4769-6E55-A28F80C312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E9612E-7295-7615-257A-22B7670226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FDD89D-93F8-BE89-199E-3B0ACFEF834E}"/>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8" name="Footer Placeholder 7">
            <a:extLst>
              <a:ext uri="{FF2B5EF4-FFF2-40B4-BE49-F238E27FC236}">
                <a16:creationId xmlns:a16="http://schemas.microsoft.com/office/drawing/2014/main" id="{0AD59D33-EC2B-FF20-61F2-F1594907B7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BAF1F5-058A-8DB9-BB9B-723B573DCA6D}"/>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3808473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4EFBE-A2E9-7167-0CAE-654017E571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C46984-2420-4E79-570A-4B01A2D03CE7}"/>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4" name="Footer Placeholder 3">
            <a:extLst>
              <a:ext uri="{FF2B5EF4-FFF2-40B4-BE49-F238E27FC236}">
                <a16:creationId xmlns:a16="http://schemas.microsoft.com/office/drawing/2014/main" id="{86A52EBF-8A08-1AE3-C1B0-669D106ED1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44BA7F4-EB72-1505-1508-55557E1E84C2}"/>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3419645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A93CB6-68AD-57D5-F089-C74AC129205A}"/>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3" name="Footer Placeholder 2">
            <a:extLst>
              <a:ext uri="{FF2B5EF4-FFF2-40B4-BE49-F238E27FC236}">
                <a16:creationId xmlns:a16="http://schemas.microsoft.com/office/drawing/2014/main" id="{E8117A05-43B4-FD29-B915-445A29904A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D2BEE1-65E4-2E4D-3636-0E7B893BD905}"/>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2643505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93BD-4383-B2DC-BC05-F896F8C07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71ECA1-B79C-F353-407B-11877858A1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9FA37F-0312-4EF4-DD95-7F96BB35DD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71F88F-AD53-2A3A-7672-144AA230D8F7}"/>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6" name="Footer Placeholder 5">
            <a:extLst>
              <a:ext uri="{FF2B5EF4-FFF2-40B4-BE49-F238E27FC236}">
                <a16:creationId xmlns:a16="http://schemas.microsoft.com/office/drawing/2014/main" id="{943D6C5B-0889-A1F3-3350-5E8C120C31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75E8BF-6C13-DB6D-7390-6D5DC57D3256}"/>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1885356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0DAD-4086-C1C0-B685-36876B6C10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54851-5106-1281-527D-16E81C547E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980C58-2938-3AA5-A267-12862AB47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7EA57D-8DB2-E0B2-8ECD-0E3566E8E8B2}"/>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6" name="Footer Placeholder 5">
            <a:extLst>
              <a:ext uri="{FF2B5EF4-FFF2-40B4-BE49-F238E27FC236}">
                <a16:creationId xmlns:a16="http://schemas.microsoft.com/office/drawing/2014/main" id="{E3FDB521-BB17-C612-45B3-8F03DAFE4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FA763C-BCF0-D5F9-1400-7801FF224420}"/>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18812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C13B-12D9-43BF-A90B-2D75D6340F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06BE8C-E31F-076F-A285-A4930677CB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C3321C-01CE-C936-3899-534C70B06A56}"/>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C0328810-93FF-1B57-0217-8790861DF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801D27-3E45-3B2E-D88D-174E1AF23CF5}"/>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4269914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D56C3-F063-BE2F-57FA-AD647F39C2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6DBF6D-50E7-B702-F75D-094B004946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F2064-9D7F-DC37-36C5-A01BE78502F1}"/>
              </a:ext>
            </a:extLst>
          </p:cNvPr>
          <p:cNvSpPr>
            <a:spLocks noGrp="1"/>
          </p:cNvSpPr>
          <p:nvPr>
            <p:ph type="dt" sz="half" idx="10"/>
          </p:nvPr>
        </p:nvSpPr>
        <p:spPr/>
        <p:txBody>
          <a:body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358EA043-5955-EE53-DD8B-1F424A7BE1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7DB425-1158-475E-FCEB-5D598D3F42B5}"/>
              </a:ext>
            </a:extLst>
          </p:cNvPr>
          <p:cNvSpPr>
            <a:spLocks noGrp="1"/>
          </p:cNvSpPr>
          <p:nvPr>
            <p:ph type="sldNum" sz="quarter" idx="12"/>
          </p:nvPr>
        </p:nvSpPr>
        <p:spPr/>
        <p:txBody>
          <a:bodyPr/>
          <a:lstStyle/>
          <a:p>
            <a:fld id="{C9DB3CEC-5972-4DF6-9109-7421D1FB7699}" type="slidenum">
              <a:rPr lang="en-IN" smtClean="0"/>
              <a:t>‹#›</a:t>
            </a:fld>
            <a:endParaRPr lang="en-IN"/>
          </a:p>
        </p:txBody>
      </p:sp>
    </p:spTree>
    <p:extLst>
      <p:ext uri="{BB962C8B-B14F-4D97-AF65-F5344CB8AC3E}">
        <p14:creationId xmlns:p14="http://schemas.microsoft.com/office/powerpoint/2010/main" val="707790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3" name="Google Shape;23;p5"/>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Font typeface="Lato"/>
              <a:buNone/>
              <a:defRPr>
                <a:latin typeface="Lato"/>
                <a:ea typeface="Lato"/>
                <a:cs typeface="Lato"/>
                <a:sym typeface="Lato"/>
              </a:defRPr>
            </a:lvl1pPr>
            <a:lvl2pPr lvl="1">
              <a:spcBef>
                <a:spcPts val="0"/>
              </a:spcBef>
              <a:spcAft>
                <a:spcPts val="0"/>
              </a:spcAft>
              <a:buSzPts val="4800"/>
              <a:buFont typeface="Lato"/>
              <a:buNone/>
              <a:defRPr>
                <a:latin typeface="Lato"/>
                <a:ea typeface="Lato"/>
                <a:cs typeface="Lato"/>
                <a:sym typeface="Lato"/>
              </a:defRPr>
            </a:lvl2pPr>
            <a:lvl3pPr lvl="2">
              <a:spcBef>
                <a:spcPts val="0"/>
              </a:spcBef>
              <a:spcAft>
                <a:spcPts val="0"/>
              </a:spcAft>
              <a:buSzPts val="4800"/>
              <a:buFont typeface="Lato"/>
              <a:buNone/>
              <a:defRPr>
                <a:latin typeface="Lato"/>
                <a:ea typeface="Lato"/>
                <a:cs typeface="Lato"/>
                <a:sym typeface="Lato"/>
              </a:defRPr>
            </a:lvl3pPr>
            <a:lvl4pPr lvl="3">
              <a:spcBef>
                <a:spcPts val="0"/>
              </a:spcBef>
              <a:spcAft>
                <a:spcPts val="0"/>
              </a:spcAft>
              <a:buSzPts val="4800"/>
              <a:buFont typeface="Lato"/>
              <a:buNone/>
              <a:defRPr>
                <a:latin typeface="Lato"/>
                <a:ea typeface="Lato"/>
                <a:cs typeface="Lato"/>
                <a:sym typeface="Lato"/>
              </a:defRPr>
            </a:lvl4pPr>
            <a:lvl5pPr lvl="4">
              <a:spcBef>
                <a:spcPts val="0"/>
              </a:spcBef>
              <a:spcAft>
                <a:spcPts val="0"/>
              </a:spcAft>
              <a:buSzPts val="4800"/>
              <a:buFont typeface="Lato"/>
              <a:buNone/>
              <a:defRPr>
                <a:latin typeface="Lato"/>
                <a:ea typeface="Lato"/>
                <a:cs typeface="Lato"/>
                <a:sym typeface="Lato"/>
              </a:defRPr>
            </a:lvl5pPr>
            <a:lvl6pPr lvl="5">
              <a:spcBef>
                <a:spcPts val="0"/>
              </a:spcBef>
              <a:spcAft>
                <a:spcPts val="0"/>
              </a:spcAft>
              <a:buSzPts val="4800"/>
              <a:buFont typeface="Lato"/>
              <a:buNone/>
              <a:defRPr>
                <a:latin typeface="Lato"/>
                <a:ea typeface="Lato"/>
                <a:cs typeface="Lato"/>
                <a:sym typeface="Lato"/>
              </a:defRPr>
            </a:lvl6pPr>
            <a:lvl7pPr lvl="6">
              <a:spcBef>
                <a:spcPts val="0"/>
              </a:spcBef>
              <a:spcAft>
                <a:spcPts val="0"/>
              </a:spcAft>
              <a:buSzPts val="4800"/>
              <a:buFont typeface="Lato"/>
              <a:buNone/>
              <a:defRPr>
                <a:latin typeface="Lato"/>
                <a:ea typeface="Lato"/>
                <a:cs typeface="Lato"/>
                <a:sym typeface="Lato"/>
              </a:defRPr>
            </a:lvl7pPr>
            <a:lvl8pPr lvl="7">
              <a:spcBef>
                <a:spcPts val="0"/>
              </a:spcBef>
              <a:spcAft>
                <a:spcPts val="0"/>
              </a:spcAft>
              <a:buSzPts val="4800"/>
              <a:buFont typeface="Lato"/>
              <a:buNone/>
              <a:defRPr>
                <a:latin typeface="Lato"/>
                <a:ea typeface="Lato"/>
                <a:cs typeface="Lato"/>
                <a:sym typeface="Lato"/>
              </a:defRPr>
            </a:lvl8pPr>
            <a:lvl9pPr lvl="8">
              <a:spcBef>
                <a:spcPts val="0"/>
              </a:spcBef>
              <a:spcAft>
                <a:spcPts val="0"/>
              </a:spcAft>
              <a:buSzPts val="4800"/>
              <a:buFont typeface="Lato"/>
              <a:buNone/>
              <a:defRPr>
                <a:latin typeface="Lato"/>
                <a:ea typeface="Lato"/>
                <a:cs typeface="Lato"/>
                <a:sym typeface="Lato"/>
              </a:defRPr>
            </a:lvl9pPr>
          </a:lstStyle>
          <a:p>
            <a:endParaRPr/>
          </a:p>
        </p:txBody>
      </p:sp>
      <p:sp>
        <p:nvSpPr>
          <p:cNvPr id="24" name="Google Shape;24;p5"/>
          <p:cNvSpPr txBox="1">
            <a:spLocks noGrp="1"/>
          </p:cNvSpPr>
          <p:nvPr>
            <p:ph type="body" idx="1"/>
          </p:nvPr>
        </p:nvSpPr>
        <p:spPr>
          <a:xfrm>
            <a:off x="609600" y="2992533"/>
            <a:ext cx="7348400" cy="3473600"/>
          </a:xfrm>
          <a:prstGeom prst="rect">
            <a:avLst/>
          </a:prstGeom>
        </p:spPr>
        <p:txBody>
          <a:bodyPr spcFirstLastPara="1" wrap="square" lIns="91425" tIns="91425" rIns="91425" bIns="91425" anchor="t" anchorCtr="0">
            <a:noAutofit/>
          </a:bodyPr>
          <a:lstStyle>
            <a:lvl1pPr marL="609585" lvl="0" indent="-457189">
              <a:spcBef>
                <a:spcPts val="800"/>
              </a:spcBef>
              <a:spcAft>
                <a:spcPts val="0"/>
              </a:spcAft>
              <a:buSzPts val="1800"/>
              <a:buChar char="×"/>
              <a:defRPr/>
            </a:lvl1pPr>
            <a:lvl2pPr marL="1219170" lvl="1" indent="-457189">
              <a:spcBef>
                <a:spcPts val="0"/>
              </a:spcBef>
              <a:spcAft>
                <a:spcPts val="0"/>
              </a:spcAft>
              <a:buSzPts val="1800"/>
              <a:buChar char="×"/>
              <a:defRPr/>
            </a:lvl2pPr>
            <a:lvl3pPr marL="1828754" lvl="2" indent="-457189">
              <a:spcBef>
                <a:spcPts val="0"/>
              </a:spcBef>
              <a:spcAft>
                <a:spcPts val="0"/>
              </a:spcAft>
              <a:buSzPts val="18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8FA446A-4447-7EBC-76D0-2BAF847B927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698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8" name="Google Shape;28;p6"/>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609600" y="2949100"/>
            <a:ext cx="3566800" cy="3517200"/>
          </a:xfrm>
          <a:prstGeom prst="rect">
            <a:avLst/>
          </a:prstGeom>
        </p:spPr>
        <p:txBody>
          <a:bodyPr spcFirstLastPara="1" wrap="square" lIns="91425" tIns="91425" rIns="91425" bIns="91425" anchor="t" anchorCtr="0">
            <a:noAutofit/>
          </a:bodyPr>
          <a:lstStyle>
            <a:lvl1pPr marL="609585" lvl="0" indent="-440256">
              <a:spcBef>
                <a:spcPts val="80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0"/>
              </a:spcBef>
              <a:spcAft>
                <a:spcPts val="0"/>
              </a:spcAft>
              <a:buSzPts val="1600"/>
              <a:buChar char="×"/>
              <a:defRPr sz="2133"/>
            </a:lvl3pPr>
            <a:lvl4pPr marL="2438339" lvl="3" indent="-440256">
              <a:spcBef>
                <a:spcPts val="0"/>
              </a:spcBef>
              <a:spcAft>
                <a:spcPts val="0"/>
              </a:spcAft>
              <a:buSzPts val="1600"/>
              <a:buChar char="×"/>
              <a:defRPr sz="2133"/>
            </a:lvl4pPr>
            <a:lvl5pPr marL="3047924" lvl="4" indent="-440256">
              <a:spcBef>
                <a:spcPts val="0"/>
              </a:spcBef>
              <a:spcAft>
                <a:spcPts val="0"/>
              </a:spcAft>
              <a:buSzPts val="1600"/>
              <a:buChar char="○"/>
              <a:defRPr sz="2133"/>
            </a:lvl5pPr>
            <a:lvl6pPr marL="3657509" lvl="5" indent="-440256">
              <a:spcBef>
                <a:spcPts val="0"/>
              </a:spcBef>
              <a:spcAft>
                <a:spcPts val="0"/>
              </a:spcAft>
              <a:buSzPts val="1600"/>
              <a:buChar char="■"/>
              <a:defRPr sz="2133"/>
            </a:lvl6pPr>
            <a:lvl7pPr marL="4267093" lvl="6" indent="-440256">
              <a:spcBef>
                <a:spcPts val="0"/>
              </a:spcBef>
              <a:spcAft>
                <a:spcPts val="0"/>
              </a:spcAft>
              <a:buSzPts val="1600"/>
              <a:buChar char="●"/>
              <a:defRPr sz="2133"/>
            </a:lvl7pPr>
            <a:lvl8pPr marL="4876678" lvl="7" indent="-440256">
              <a:spcBef>
                <a:spcPts val="0"/>
              </a:spcBef>
              <a:spcAft>
                <a:spcPts val="0"/>
              </a:spcAft>
              <a:buSzPts val="1600"/>
              <a:buChar char="○"/>
              <a:defRPr sz="2133"/>
            </a:lvl8pPr>
            <a:lvl9pPr marL="5486263" lvl="8" indent="-440256">
              <a:spcBef>
                <a:spcPts val="0"/>
              </a:spcBef>
              <a:spcAft>
                <a:spcPts val="0"/>
              </a:spcAft>
              <a:buSzPts val="1600"/>
              <a:buChar char="■"/>
              <a:defRPr sz="2133"/>
            </a:lvl9pPr>
          </a:lstStyle>
          <a:p>
            <a:endParaRPr/>
          </a:p>
        </p:txBody>
      </p:sp>
      <p:sp>
        <p:nvSpPr>
          <p:cNvPr id="30" name="Google Shape;30;p6"/>
          <p:cNvSpPr txBox="1">
            <a:spLocks noGrp="1"/>
          </p:cNvSpPr>
          <p:nvPr>
            <p:ph type="body" idx="2"/>
          </p:nvPr>
        </p:nvSpPr>
        <p:spPr>
          <a:xfrm>
            <a:off x="4391208" y="2949100"/>
            <a:ext cx="3566800" cy="3517200"/>
          </a:xfrm>
          <a:prstGeom prst="rect">
            <a:avLst/>
          </a:prstGeom>
        </p:spPr>
        <p:txBody>
          <a:bodyPr spcFirstLastPara="1" wrap="square" lIns="91425" tIns="91425" rIns="91425" bIns="91425" anchor="t" anchorCtr="0">
            <a:noAutofit/>
          </a:bodyPr>
          <a:lstStyle>
            <a:lvl1pPr marL="609585" lvl="0" indent="-440256">
              <a:spcBef>
                <a:spcPts val="80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0"/>
              </a:spcBef>
              <a:spcAft>
                <a:spcPts val="0"/>
              </a:spcAft>
              <a:buSzPts val="1600"/>
              <a:buChar char="×"/>
              <a:defRPr sz="2133"/>
            </a:lvl3pPr>
            <a:lvl4pPr marL="2438339" lvl="3" indent="-440256">
              <a:spcBef>
                <a:spcPts val="0"/>
              </a:spcBef>
              <a:spcAft>
                <a:spcPts val="0"/>
              </a:spcAft>
              <a:buSzPts val="1600"/>
              <a:buChar char="×"/>
              <a:defRPr sz="2133"/>
            </a:lvl4pPr>
            <a:lvl5pPr marL="3047924" lvl="4" indent="-440256">
              <a:spcBef>
                <a:spcPts val="0"/>
              </a:spcBef>
              <a:spcAft>
                <a:spcPts val="0"/>
              </a:spcAft>
              <a:buSzPts val="1600"/>
              <a:buChar char="○"/>
              <a:defRPr sz="2133"/>
            </a:lvl5pPr>
            <a:lvl6pPr marL="3657509" lvl="5" indent="-440256">
              <a:spcBef>
                <a:spcPts val="0"/>
              </a:spcBef>
              <a:spcAft>
                <a:spcPts val="0"/>
              </a:spcAft>
              <a:buSzPts val="1600"/>
              <a:buChar char="■"/>
              <a:defRPr sz="2133"/>
            </a:lvl6pPr>
            <a:lvl7pPr marL="4267093" lvl="6" indent="-440256">
              <a:spcBef>
                <a:spcPts val="0"/>
              </a:spcBef>
              <a:spcAft>
                <a:spcPts val="0"/>
              </a:spcAft>
              <a:buSzPts val="1600"/>
              <a:buChar char="●"/>
              <a:defRPr sz="2133"/>
            </a:lvl7pPr>
            <a:lvl8pPr marL="4876678" lvl="7" indent="-440256">
              <a:spcBef>
                <a:spcPts val="0"/>
              </a:spcBef>
              <a:spcAft>
                <a:spcPts val="0"/>
              </a:spcAft>
              <a:buSzPts val="1600"/>
              <a:buChar char="○"/>
              <a:defRPr sz="2133"/>
            </a:lvl8pPr>
            <a:lvl9pPr marL="5486263" lvl="8" indent="-440256">
              <a:spcBef>
                <a:spcPts val="0"/>
              </a:spcBef>
              <a:spcAft>
                <a:spcPts val="0"/>
              </a:spcAft>
              <a:buSzPts val="1600"/>
              <a:buChar char="■"/>
              <a:defRPr sz="2133"/>
            </a:lvl9pPr>
          </a:lstStyle>
          <a:p>
            <a:endParaRPr/>
          </a:p>
        </p:txBody>
      </p:sp>
      <p:sp>
        <p:nvSpPr>
          <p:cNvPr id="31" name="Google Shape;31;p6"/>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F2A87B2B-4D60-1785-1CE0-8FAF6D13CAD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636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2" y="0"/>
            <a:ext cx="5460903" cy="6858000"/>
          </a:xfrm>
          <a:prstGeom prst="rect">
            <a:avLst/>
          </a:prstGeom>
          <a:noFill/>
          <a:ln>
            <a:noFill/>
          </a:ln>
        </p:spPr>
      </p:pic>
      <p:sp>
        <p:nvSpPr>
          <p:cNvPr id="11" name="Google Shape;11;p2"/>
          <p:cNvSpPr txBox="1">
            <a:spLocks noGrp="1"/>
          </p:cNvSpPr>
          <p:nvPr>
            <p:ph type="ctrTitle"/>
          </p:nvPr>
        </p:nvSpPr>
        <p:spPr>
          <a:xfrm>
            <a:off x="4277500" y="4382967"/>
            <a:ext cx="7000400" cy="15464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1pPr>
            <a:lvl2pPr lvl="1"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2pPr>
            <a:lvl3pPr lvl="2"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3pPr>
            <a:lvl4pPr lvl="3"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4pPr>
            <a:lvl5pPr lvl="4"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5pPr>
            <a:lvl6pPr lvl="5"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6pPr>
            <a:lvl7pPr lvl="6"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7pPr>
            <a:lvl8pPr lvl="7"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8pPr>
            <a:lvl9pPr lvl="8"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9pPr>
          </a:lstStyle>
          <a:p>
            <a:endParaRPr/>
          </a:p>
        </p:txBody>
      </p:sp>
      <p:pic>
        <p:nvPicPr>
          <p:cNvPr id="2" name="Picture 4" descr="Symbiosis Institute of Business Management, Bengaluru - Wikipedia">
            <a:extLst>
              <a:ext uri="{FF2B5EF4-FFF2-40B4-BE49-F238E27FC236}">
                <a16:creationId xmlns:a16="http://schemas.microsoft.com/office/drawing/2014/main" id="{56764408-EA9F-2188-8076-5FCA54354EF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9559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43"/>
        <p:cNvGrpSpPr/>
        <p:nvPr/>
      </p:nvGrpSpPr>
      <p:grpSpPr>
        <a:xfrm>
          <a:off x="0" y="0"/>
          <a:ext cx="0" cy="0"/>
          <a:chOff x="0" y="0"/>
          <a:chExt cx="0" cy="0"/>
        </a:xfrm>
      </p:grpSpPr>
      <p:pic>
        <p:nvPicPr>
          <p:cNvPr id="44" name="Google Shape;44;p9"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45" name="Google Shape;45;p9"/>
          <p:cNvSpPr txBox="1">
            <a:spLocks noGrp="1"/>
          </p:cNvSpPr>
          <p:nvPr>
            <p:ph type="body" idx="1"/>
          </p:nvPr>
        </p:nvSpPr>
        <p:spPr>
          <a:xfrm>
            <a:off x="609600" y="5875079"/>
            <a:ext cx="10972800" cy="692800"/>
          </a:xfrm>
          <a:prstGeom prst="rect">
            <a:avLst/>
          </a:prstGeom>
        </p:spPr>
        <p:txBody>
          <a:bodyPr spcFirstLastPara="1" wrap="square" lIns="91425" tIns="91425" rIns="91425" bIns="91425" anchor="t" anchorCtr="0">
            <a:noAutofit/>
          </a:bodyPr>
          <a:lstStyle>
            <a:lvl1pPr marL="609585" lvl="0" indent="-304792">
              <a:spcBef>
                <a:spcPts val="480"/>
              </a:spcBef>
              <a:spcAft>
                <a:spcPts val="0"/>
              </a:spcAft>
              <a:buSzPts val="1400"/>
              <a:buNone/>
              <a:defRPr sz="1867"/>
            </a:lvl1pPr>
          </a:lstStyle>
          <a:p>
            <a:endParaRPr/>
          </a:p>
        </p:txBody>
      </p:sp>
      <p:sp>
        <p:nvSpPr>
          <p:cNvPr id="46" name="Google Shape;46;p9"/>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A0A4E4A-5B02-A367-2313-5B8B616BE85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297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2" y="0"/>
            <a:ext cx="5460903" cy="6858000"/>
          </a:xfrm>
          <a:prstGeom prst="rect">
            <a:avLst/>
          </a:prstGeom>
          <a:noFill/>
          <a:ln>
            <a:noFill/>
          </a:ln>
        </p:spPr>
      </p:pic>
      <p:sp>
        <p:nvSpPr>
          <p:cNvPr id="11" name="Google Shape;11;p2"/>
          <p:cNvSpPr txBox="1">
            <a:spLocks noGrp="1"/>
          </p:cNvSpPr>
          <p:nvPr>
            <p:ph type="ctrTitle"/>
          </p:nvPr>
        </p:nvSpPr>
        <p:spPr>
          <a:xfrm>
            <a:off x="4277500" y="4382967"/>
            <a:ext cx="7000400" cy="15464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1pPr>
            <a:lvl2pPr lvl="1"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2pPr>
            <a:lvl3pPr lvl="2"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3pPr>
            <a:lvl4pPr lvl="3"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4pPr>
            <a:lvl5pPr lvl="4"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5pPr>
            <a:lvl6pPr lvl="5"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6pPr>
            <a:lvl7pPr lvl="6"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7pPr>
            <a:lvl8pPr lvl="7"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8pPr>
            <a:lvl9pPr lvl="8" algn="r">
              <a:spcBef>
                <a:spcPts val="0"/>
              </a:spcBef>
              <a:spcAft>
                <a:spcPts val="0"/>
              </a:spcAft>
              <a:buClr>
                <a:srgbClr val="FFFFFF"/>
              </a:buClr>
              <a:buSzPts val="5000"/>
              <a:buFont typeface="Lato"/>
              <a:buNone/>
              <a:defRPr sz="6667">
                <a:solidFill>
                  <a:srgbClr val="FFFFFF"/>
                </a:solidFill>
                <a:latin typeface="Lato"/>
                <a:ea typeface="Lato"/>
                <a:cs typeface="Lato"/>
                <a:sym typeface="Lato"/>
              </a:defRPr>
            </a:lvl9pPr>
          </a:lstStyle>
          <a:p>
            <a:endParaRPr/>
          </a:p>
        </p:txBody>
      </p:sp>
      <p:pic>
        <p:nvPicPr>
          <p:cNvPr id="2" name="Picture 4" descr="Symbiosis Institute of Business Management, Bengaluru - Wikipedia">
            <a:extLst>
              <a:ext uri="{FF2B5EF4-FFF2-40B4-BE49-F238E27FC236}">
                <a16:creationId xmlns:a16="http://schemas.microsoft.com/office/drawing/2014/main" id="{56764408-EA9F-2188-8076-5FCA54354EF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337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5"/>
            <a:ext cx="12192000" cy="6858017"/>
          </a:xfrm>
          <a:prstGeom prst="rect">
            <a:avLst/>
          </a:prstGeom>
          <a:noFill/>
          <a:ln>
            <a:noFill/>
          </a:ln>
        </p:spPr>
      </p:pic>
      <p:sp>
        <p:nvSpPr>
          <p:cNvPr id="19" name="Google Shape;19;p4"/>
          <p:cNvSpPr txBox="1">
            <a:spLocks noGrp="1"/>
          </p:cNvSpPr>
          <p:nvPr>
            <p:ph type="body" idx="1"/>
          </p:nvPr>
        </p:nvSpPr>
        <p:spPr>
          <a:xfrm>
            <a:off x="3311133" y="1114833"/>
            <a:ext cx="5569600" cy="4628400"/>
          </a:xfrm>
          <a:prstGeom prst="rect">
            <a:avLst/>
          </a:prstGeom>
        </p:spPr>
        <p:txBody>
          <a:bodyPr spcFirstLastPara="1" wrap="square" lIns="91425" tIns="91425" rIns="91425" bIns="91425" anchor="ctr" anchorCtr="0">
            <a:noAutofit/>
          </a:bodyPr>
          <a:lstStyle>
            <a:lvl1pPr marL="609585" lvl="0" indent="-507987" algn="ctr" rtl="0">
              <a:spcBef>
                <a:spcPts val="800"/>
              </a:spcBef>
              <a:spcAft>
                <a:spcPts val="0"/>
              </a:spcAft>
              <a:buClr>
                <a:srgbClr val="FFFFFF"/>
              </a:buClr>
              <a:buSzPts val="2400"/>
              <a:buChar char="×"/>
              <a:defRPr sz="3200" i="1">
                <a:solidFill>
                  <a:srgbClr val="FFFFFF"/>
                </a:solidFill>
              </a:defRPr>
            </a:lvl1pPr>
            <a:lvl2pPr marL="1219170" lvl="1" indent="-507987" algn="ctr" rtl="0">
              <a:spcBef>
                <a:spcPts val="0"/>
              </a:spcBef>
              <a:spcAft>
                <a:spcPts val="0"/>
              </a:spcAft>
              <a:buClr>
                <a:srgbClr val="FFFFFF"/>
              </a:buClr>
              <a:buSzPts val="2400"/>
              <a:buChar char="×"/>
              <a:defRPr sz="3200" i="1">
                <a:solidFill>
                  <a:srgbClr val="FFFFFF"/>
                </a:solidFill>
              </a:defRPr>
            </a:lvl2pPr>
            <a:lvl3pPr marL="1828754" lvl="2" indent="-507987" algn="ctr" rtl="0">
              <a:spcBef>
                <a:spcPts val="0"/>
              </a:spcBef>
              <a:spcAft>
                <a:spcPts val="0"/>
              </a:spcAft>
              <a:buClr>
                <a:srgbClr val="FFFFFF"/>
              </a:buClr>
              <a:buSzPts val="2400"/>
              <a:buChar char="×"/>
              <a:defRPr sz="3200" i="1">
                <a:solidFill>
                  <a:srgbClr val="FFFFFF"/>
                </a:solidFill>
              </a:defRPr>
            </a:lvl3pPr>
            <a:lvl4pPr marL="2438339" lvl="3" indent="-507987" algn="ctr" rtl="0">
              <a:spcBef>
                <a:spcPts val="0"/>
              </a:spcBef>
              <a:spcAft>
                <a:spcPts val="0"/>
              </a:spcAft>
              <a:buClr>
                <a:srgbClr val="FFFFFF"/>
              </a:buClr>
              <a:buSzPts val="2400"/>
              <a:buChar char="×"/>
              <a:defRPr sz="3200" i="1">
                <a:solidFill>
                  <a:srgbClr val="FFFFFF"/>
                </a:solidFill>
              </a:defRPr>
            </a:lvl4pPr>
            <a:lvl5pPr marL="3047924" lvl="4" indent="-507987" algn="ctr" rtl="0">
              <a:spcBef>
                <a:spcPts val="0"/>
              </a:spcBef>
              <a:spcAft>
                <a:spcPts val="0"/>
              </a:spcAft>
              <a:buClr>
                <a:srgbClr val="FFFFFF"/>
              </a:buClr>
              <a:buSzPts val="2400"/>
              <a:buChar char="○"/>
              <a:defRPr sz="3200" i="1">
                <a:solidFill>
                  <a:srgbClr val="FFFFFF"/>
                </a:solidFill>
              </a:defRPr>
            </a:lvl5pPr>
            <a:lvl6pPr marL="3657509" lvl="5" indent="-507987" algn="ctr" rtl="0">
              <a:spcBef>
                <a:spcPts val="0"/>
              </a:spcBef>
              <a:spcAft>
                <a:spcPts val="0"/>
              </a:spcAft>
              <a:buClr>
                <a:srgbClr val="FFFFFF"/>
              </a:buClr>
              <a:buSzPts val="2400"/>
              <a:buChar char="■"/>
              <a:defRPr sz="3200" i="1">
                <a:solidFill>
                  <a:srgbClr val="FFFFFF"/>
                </a:solidFill>
              </a:defRPr>
            </a:lvl6pPr>
            <a:lvl7pPr marL="4267093" lvl="6" indent="-507987" algn="ctr" rtl="0">
              <a:spcBef>
                <a:spcPts val="0"/>
              </a:spcBef>
              <a:spcAft>
                <a:spcPts val="0"/>
              </a:spcAft>
              <a:buClr>
                <a:srgbClr val="FFFFFF"/>
              </a:buClr>
              <a:buSzPts val="2400"/>
              <a:buChar char="●"/>
              <a:defRPr sz="3200" i="1">
                <a:solidFill>
                  <a:srgbClr val="FFFFFF"/>
                </a:solidFill>
              </a:defRPr>
            </a:lvl7pPr>
            <a:lvl8pPr marL="4876678" lvl="7" indent="-507987" algn="ctr" rtl="0">
              <a:spcBef>
                <a:spcPts val="0"/>
              </a:spcBef>
              <a:spcAft>
                <a:spcPts val="0"/>
              </a:spcAft>
              <a:buClr>
                <a:srgbClr val="FFFFFF"/>
              </a:buClr>
              <a:buSzPts val="2400"/>
              <a:buChar char="○"/>
              <a:defRPr sz="3200" i="1">
                <a:solidFill>
                  <a:srgbClr val="FFFFFF"/>
                </a:solidFill>
              </a:defRPr>
            </a:lvl8pPr>
            <a:lvl9pPr marL="5486263" lvl="8" indent="-507987" algn="ctr">
              <a:spcBef>
                <a:spcPts val="0"/>
              </a:spcBef>
              <a:spcAft>
                <a:spcPts val="0"/>
              </a:spcAft>
              <a:buClr>
                <a:srgbClr val="FFFFFF"/>
              </a:buClr>
              <a:buSzPts val="2400"/>
              <a:buChar char="■"/>
              <a:defRPr sz="3200" i="1">
                <a:solidFill>
                  <a:srgbClr val="FFFFFF"/>
                </a:solidFill>
              </a:defRPr>
            </a:lvl9pPr>
          </a:lstStyle>
          <a:p>
            <a:endParaRPr/>
          </a:p>
        </p:txBody>
      </p:sp>
      <p:sp>
        <p:nvSpPr>
          <p:cNvPr id="20" name="Google Shape;20;p4"/>
          <p:cNvSpPr txBox="1">
            <a:spLocks noGrp="1"/>
          </p:cNvSpPr>
          <p:nvPr>
            <p:ph type="sldNum" idx="12"/>
          </p:nvPr>
        </p:nvSpPr>
        <p:spPr>
          <a:xfrm>
            <a:off x="5730200" y="6231535"/>
            <a:ext cx="731600" cy="5248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06C3282-C5F8-9628-E2DA-EA9D8A83A19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6805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3" name="Google Shape;23;p5"/>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Font typeface="Lato"/>
              <a:buNone/>
              <a:defRPr>
                <a:latin typeface="Lato"/>
                <a:ea typeface="Lato"/>
                <a:cs typeface="Lato"/>
                <a:sym typeface="Lato"/>
              </a:defRPr>
            </a:lvl1pPr>
            <a:lvl2pPr lvl="1">
              <a:spcBef>
                <a:spcPts val="0"/>
              </a:spcBef>
              <a:spcAft>
                <a:spcPts val="0"/>
              </a:spcAft>
              <a:buSzPts val="4800"/>
              <a:buFont typeface="Lato"/>
              <a:buNone/>
              <a:defRPr>
                <a:latin typeface="Lato"/>
                <a:ea typeface="Lato"/>
                <a:cs typeface="Lato"/>
                <a:sym typeface="Lato"/>
              </a:defRPr>
            </a:lvl2pPr>
            <a:lvl3pPr lvl="2">
              <a:spcBef>
                <a:spcPts val="0"/>
              </a:spcBef>
              <a:spcAft>
                <a:spcPts val="0"/>
              </a:spcAft>
              <a:buSzPts val="4800"/>
              <a:buFont typeface="Lato"/>
              <a:buNone/>
              <a:defRPr>
                <a:latin typeface="Lato"/>
                <a:ea typeface="Lato"/>
                <a:cs typeface="Lato"/>
                <a:sym typeface="Lato"/>
              </a:defRPr>
            </a:lvl3pPr>
            <a:lvl4pPr lvl="3">
              <a:spcBef>
                <a:spcPts val="0"/>
              </a:spcBef>
              <a:spcAft>
                <a:spcPts val="0"/>
              </a:spcAft>
              <a:buSzPts val="4800"/>
              <a:buFont typeface="Lato"/>
              <a:buNone/>
              <a:defRPr>
                <a:latin typeface="Lato"/>
                <a:ea typeface="Lato"/>
                <a:cs typeface="Lato"/>
                <a:sym typeface="Lato"/>
              </a:defRPr>
            </a:lvl4pPr>
            <a:lvl5pPr lvl="4">
              <a:spcBef>
                <a:spcPts val="0"/>
              </a:spcBef>
              <a:spcAft>
                <a:spcPts val="0"/>
              </a:spcAft>
              <a:buSzPts val="4800"/>
              <a:buFont typeface="Lato"/>
              <a:buNone/>
              <a:defRPr>
                <a:latin typeface="Lato"/>
                <a:ea typeface="Lato"/>
                <a:cs typeface="Lato"/>
                <a:sym typeface="Lato"/>
              </a:defRPr>
            </a:lvl5pPr>
            <a:lvl6pPr lvl="5">
              <a:spcBef>
                <a:spcPts val="0"/>
              </a:spcBef>
              <a:spcAft>
                <a:spcPts val="0"/>
              </a:spcAft>
              <a:buSzPts val="4800"/>
              <a:buFont typeface="Lato"/>
              <a:buNone/>
              <a:defRPr>
                <a:latin typeface="Lato"/>
                <a:ea typeface="Lato"/>
                <a:cs typeface="Lato"/>
                <a:sym typeface="Lato"/>
              </a:defRPr>
            </a:lvl6pPr>
            <a:lvl7pPr lvl="6">
              <a:spcBef>
                <a:spcPts val="0"/>
              </a:spcBef>
              <a:spcAft>
                <a:spcPts val="0"/>
              </a:spcAft>
              <a:buSzPts val="4800"/>
              <a:buFont typeface="Lato"/>
              <a:buNone/>
              <a:defRPr>
                <a:latin typeface="Lato"/>
                <a:ea typeface="Lato"/>
                <a:cs typeface="Lato"/>
                <a:sym typeface="Lato"/>
              </a:defRPr>
            </a:lvl7pPr>
            <a:lvl8pPr lvl="7">
              <a:spcBef>
                <a:spcPts val="0"/>
              </a:spcBef>
              <a:spcAft>
                <a:spcPts val="0"/>
              </a:spcAft>
              <a:buSzPts val="4800"/>
              <a:buFont typeface="Lato"/>
              <a:buNone/>
              <a:defRPr>
                <a:latin typeface="Lato"/>
                <a:ea typeface="Lato"/>
                <a:cs typeface="Lato"/>
                <a:sym typeface="Lato"/>
              </a:defRPr>
            </a:lvl8pPr>
            <a:lvl9pPr lvl="8">
              <a:spcBef>
                <a:spcPts val="0"/>
              </a:spcBef>
              <a:spcAft>
                <a:spcPts val="0"/>
              </a:spcAft>
              <a:buSzPts val="4800"/>
              <a:buFont typeface="Lato"/>
              <a:buNone/>
              <a:defRPr>
                <a:latin typeface="Lato"/>
                <a:ea typeface="Lato"/>
                <a:cs typeface="Lato"/>
                <a:sym typeface="Lato"/>
              </a:defRPr>
            </a:lvl9pPr>
          </a:lstStyle>
          <a:p>
            <a:endParaRPr/>
          </a:p>
        </p:txBody>
      </p:sp>
      <p:sp>
        <p:nvSpPr>
          <p:cNvPr id="24" name="Google Shape;24;p5"/>
          <p:cNvSpPr txBox="1">
            <a:spLocks noGrp="1"/>
          </p:cNvSpPr>
          <p:nvPr>
            <p:ph type="body" idx="1"/>
          </p:nvPr>
        </p:nvSpPr>
        <p:spPr>
          <a:xfrm>
            <a:off x="609600" y="2992533"/>
            <a:ext cx="7348400" cy="3473600"/>
          </a:xfrm>
          <a:prstGeom prst="rect">
            <a:avLst/>
          </a:prstGeom>
        </p:spPr>
        <p:txBody>
          <a:bodyPr spcFirstLastPara="1" wrap="square" lIns="91425" tIns="91425" rIns="91425" bIns="91425" anchor="t" anchorCtr="0">
            <a:noAutofit/>
          </a:bodyPr>
          <a:lstStyle>
            <a:lvl1pPr marL="609585" lvl="0" indent="-457189">
              <a:spcBef>
                <a:spcPts val="800"/>
              </a:spcBef>
              <a:spcAft>
                <a:spcPts val="0"/>
              </a:spcAft>
              <a:buSzPts val="1800"/>
              <a:buChar char="×"/>
              <a:defRPr/>
            </a:lvl1pPr>
            <a:lvl2pPr marL="1219170" lvl="1" indent="-457189">
              <a:spcBef>
                <a:spcPts val="0"/>
              </a:spcBef>
              <a:spcAft>
                <a:spcPts val="0"/>
              </a:spcAft>
              <a:buSzPts val="1800"/>
              <a:buChar char="×"/>
              <a:defRPr/>
            </a:lvl2pPr>
            <a:lvl3pPr marL="1828754" lvl="2" indent="-457189">
              <a:spcBef>
                <a:spcPts val="0"/>
              </a:spcBef>
              <a:spcAft>
                <a:spcPts val="0"/>
              </a:spcAft>
              <a:buSzPts val="18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8FA446A-4447-7EBC-76D0-2BAF847B927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823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28" name="Google Shape;28;p6"/>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609600" y="2949100"/>
            <a:ext cx="3566800" cy="3517200"/>
          </a:xfrm>
          <a:prstGeom prst="rect">
            <a:avLst/>
          </a:prstGeom>
        </p:spPr>
        <p:txBody>
          <a:bodyPr spcFirstLastPara="1" wrap="square" lIns="91425" tIns="91425" rIns="91425" bIns="91425" anchor="t" anchorCtr="0">
            <a:noAutofit/>
          </a:bodyPr>
          <a:lstStyle>
            <a:lvl1pPr marL="609585" lvl="0" indent="-440256">
              <a:spcBef>
                <a:spcPts val="80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0"/>
              </a:spcBef>
              <a:spcAft>
                <a:spcPts val="0"/>
              </a:spcAft>
              <a:buSzPts val="1600"/>
              <a:buChar char="×"/>
              <a:defRPr sz="2133"/>
            </a:lvl3pPr>
            <a:lvl4pPr marL="2438339" lvl="3" indent="-440256">
              <a:spcBef>
                <a:spcPts val="0"/>
              </a:spcBef>
              <a:spcAft>
                <a:spcPts val="0"/>
              </a:spcAft>
              <a:buSzPts val="1600"/>
              <a:buChar char="×"/>
              <a:defRPr sz="2133"/>
            </a:lvl4pPr>
            <a:lvl5pPr marL="3047924" lvl="4" indent="-440256">
              <a:spcBef>
                <a:spcPts val="0"/>
              </a:spcBef>
              <a:spcAft>
                <a:spcPts val="0"/>
              </a:spcAft>
              <a:buSzPts val="1600"/>
              <a:buChar char="○"/>
              <a:defRPr sz="2133"/>
            </a:lvl5pPr>
            <a:lvl6pPr marL="3657509" lvl="5" indent="-440256">
              <a:spcBef>
                <a:spcPts val="0"/>
              </a:spcBef>
              <a:spcAft>
                <a:spcPts val="0"/>
              </a:spcAft>
              <a:buSzPts val="1600"/>
              <a:buChar char="■"/>
              <a:defRPr sz="2133"/>
            </a:lvl6pPr>
            <a:lvl7pPr marL="4267093" lvl="6" indent="-440256">
              <a:spcBef>
                <a:spcPts val="0"/>
              </a:spcBef>
              <a:spcAft>
                <a:spcPts val="0"/>
              </a:spcAft>
              <a:buSzPts val="1600"/>
              <a:buChar char="●"/>
              <a:defRPr sz="2133"/>
            </a:lvl7pPr>
            <a:lvl8pPr marL="4876678" lvl="7" indent="-440256">
              <a:spcBef>
                <a:spcPts val="0"/>
              </a:spcBef>
              <a:spcAft>
                <a:spcPts val="0"/>
              </a:spcAft>
              <a:buSzPts val="1600"/>
              <a:buChar char="○"/>
              <a:defRPr sz="2133"/>
            </a:lvl8pPr>
            <a:lvl9pPr marL="5486263" lvl="8" indent="-440256">
              <a:spcBef>
                <a:spcPts val="0"/>
              </a:spcBef>
              <a:spcAft>
                <a:spcPts val="0"/>
              </a:spcAft>
              <a:buSzPts val="1600"/>
              <a:buChar char="■"/>
              <a:defRPr sz="2133"/>
            </a:lvl9pPr>
          </a:lstStyle>
          <a:p>
            <a:endParaRPr/>
          </a:p>
        </p:txBody>
      </p:sp>
      <p:sp>
        <p:nvSpPr>
          <p:cNvPr id="30" name="Google Shape;30;p6"/>
          <p:cNvSpPr txBox="1">
            <a:spLocks noGrp="1"/>
          </p:cNvSpPr>
          <p:nvPr>
            <p:ph type="body" idx="2"/>
          </p:nvPr>
        </p:nvSpPr>
        <p:spPr>
          <a:xfrm>
            <a:off x="4391208" y="2949100"/>
            <a:ext cx="3566800" cy="3517200"/>
          </a:xfrm>
          <a:prstGeom prst="rect">
            <a:avLst/>
          </a:prstGeom>
        </p:spPr>
        <p:txBody>
          <a:bodyPr spcFirstLastPara="1" wrap="square" lIns="91425" tIns="91425" rIns="91425" bIns="91425" anchor="t" anchorCtr="0">
            <a:noAutofit/>
          </a:bodyPr>
          <a:lstStyle>
            <a:lvl1pPr marL="609585" lvl="0" indent="-440256">
              <a:spcBef>
                <a:spcPts val="800"/>
              </a:spcBef>
              <a:spcAft>
                <a:spcPts val="0"/>
              </a:spcAft>
              <a:buSzPts val="1600"/>
              <a:buChar char="×"/>
              <a:defRPr sz="2133"/>
            </a:lvl1pPr>
            <a:lvl2pPr marL="1219170" lvl="1" indent="-440256">
              <a:spcBef>
                <a:spcPts val="0"/>
              </a:spcBef>
              <a:spcAft>
                <a:spcPts val="0"/>
              </a:spcAft>
              <a:buSzPts val="1600"/>
              <a:buChar char="×"/>
              <a:defRPr sz="2133"/>
            </a:lvl2pPr>
            <a:lvl3pPr marL="1828754" lvl="2" indent="-440256">
              <a:spcBef>
                <a:spcPts val="0"/>
              </a:spcBef>
              <a:spcAft>
                <a:spcPts val="0"/>
              </a:spcAft>
              <a:buSzPts val="1600"/>
              <a:buChar char="×"/>
              <a:defRPr sz="2133"/>
            </a:lvl3pPr>
            <a:lvl4pPr marL="2438339" lvl="3" indent="-440256">
              <a:spcBef>
                <a:spcPts val="0"/>
              </a:spcBef>
              <a:spcAft>
                <a:spcPts val="0"/>
              </a:spcAft>
              <a:buSzPts val="1600"/>
              <a:buChar char="×"/>
              <a:defRPr sz="2133"/>
            </a:lvl4pPr>
            <a:lvl5pPr marL="3047924" lvl="4" indent="-440256">
              <a:spcBef>
                <a:spcPts val="0"/>
              </a:spcBef>
              <a:spcAft>
                <a:spcPts val="0"/>
              </a:spcAft>
              <a:buSzPts val="1600"/>
              <a:buChar char="○"/>
              <a:defRPr sz="2133"/>
            </a:lvl5pPr>
            <a:lvl6pPr marL="3657509" lvl="5" indent="-440256">
              <a:spcBef>
                <a:spcPts val="0"/>
              </a:spcBef>
              <a:spcAft>
                <a:spcPts val="0"/>
              </a:spcAft>
              <a:buSzPts val="1600"/>
              <a:buChar char="■"/>
              <a:defRPr sz="2133"/>
            </a:lvl6pPr>
            <a:lvl7pPr marL="4267093" lvl="6" indent="-440256">
              <a:spcBef>
                <a:spcPts val="0"/>
              </a:spcBef>
              <a:spcAft>
                <a:spcPts val="0"/>
              </a:spcAft>
              <a:buSzPts val="1600"/>
              <a:buChar char="●"/>
              <a:defRPr sz="2133"/>
            </a:lvl7pPr>
            <a:lvl8pPr marL="4876678" lvl="7" indent="-440256">
              <a:spcBef>
                <a:spcPts val="0"/>
              </a:spcBef>
              <a:spcAft>
                <a:spcPts val="0"/>
              </a:spcAft>
              <a:buSzPts val="1600"/>
              <a:buChar char="○"/>
              <a:defRPr sz="2133"/>
            </a:lvl8pPr>
            <a:lvl9pPr marL="5486263" lvl="8" indent="-440256">
              <a:spcBef>
                <a:spcPts val="0"/>
              </a:spcBef>
              <a:spcAft>
                <a:spcPts val="0"/>
              </a:spcAft>
              <a:buSzPts val="1600"/>
              <a:buChar char="■"/>
              <a:defRPr sz="2133"/>
            </a:lvl9pPr>
          </a:lstStyle>
          <a:p>
            <a:endParaRPr/>
          </a:p>
        </p:txBody>
      </p:sp>
      <p:sp>
        <p:nvSpPr>
          <p:cNvPr id="31" name="Google Shape;31;p6"/>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F2A87B2B-4D60-1785-1CE0-8FAF6D13CAD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125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43"/>
        <p:cNvGrpSpPr/>
        <p:nvPr/>
      </p:nvGrpSpPr>
      <p:grpSpPr>
        <a:xfrm>
          <a:off x="0" y="0"/>
          <a:ext cx="0" cy="0"/>
          <a:chOff x="0" y="0"/>
          <a:chExt cx="0" cy="0"/>
        </a:xfrm>
      </p:grpSpPr>
      <p:pic>
        <p:nvPicPr>
          <p:cNvPr id="44" name="Google Shape;44;p9"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45" name="Google Shape;45;p9"/>
          <p:cNvSpPr txBox="1">
            <a:spLocks noGrp="1"/>
          </p:cNvSpPr>
          <p:nvPr>
            <p:ph type="body" idx="1"/>
          </p:nvPr>
        </p:nvSpPr>
        <p:spPr>
          <a:xfrm>
            <a:off x="609600" y="5875079"/>
            <a:ext cx="10972800" cy="692800"/>
          </a:xfrm>
          <a:prstGeom prst="rect">
            <a:avLst/>
          </a:prstGeom>
        </p:spPr>
        <p:txBody>
          <a:bodyPr spcFirstLastPara="1" wrap="square" lIns="91425" tIns="91425" rIns="91425" bIns="91425" anchor="t" anchorCtr="0">
            <a:noAutofit/>
          </a:bodyPr>
          <a:lstStyle>
            <a:lvl1pPr marL="609585" lvl="0" indent="-304792">
              <a:spcBef>
                <a:spcPts val="480"/>
              </a:spcBef>
              <a:spcAft>
                <a:spcPts val="0"/>
              </a:spcAft>
              <a:buSzPts val="1400"/>
              <a:buNone/>
              <a:defRPr sz="1867"/>
            </a:lvl1pPr>
          </a:lstStyle>
          <a:p>
            <a:endParaRPr/>
          </a:p>
        </p:txBody>
      </p:sp>
      <p:sp>
        <p:nvSpPr>
          <p:cNvPr id="46" name="Google Shape;46;p9"/>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9A0A4E4A-5B02-A367-2313-5B8B616BE851}"/>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357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1"/>
            <a:ext cx="12192000" cy="6858017"/>
          </a:xfrm>
          <a:prstGeom prst="rect">
            <a:avLst/>
          </a:prstGeom>
          <a:noFill/>
          <a:ln>
            <a:noFill/>
          </a:ln>
        </p:spPr>
      </p:pic>
      <p:sp>
        <p:nvSpPr>
          <p:cNvPr id="49" name="Google Shape;49;p10"/>
          <p:cNvSpPr txBox="1">
            <a:spLocks noGrp="1"/>
          </p:cNvSpPr>
          <p:nvPr>
            <p:ph type="sldNum" idx="12"/>
          </p:nvPr>
        </p:nvSpPr>
        <p:spPr>
          <a:xfrm>
            <a:off x="5730200" y="6231535"/>
            <a:ext cx="731600" cy="5248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CB4EF876-EB23-1EBF-8269-48927ED39B0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117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12192000" cy="6858004"/>
          </a:xfrm>
          <a:prstGeom prst="rect">
            <a:avLst/>
          </a:prstGeom>
          <a:noFill/>
          <a:ln>
            <a:noFill/>
          </a:ln>
        </p:spPr>
      </p:pic>
      <p:sp>
        <p:nvSpPr>
          <p:cNvPr id="52" name="Google Shape;52;p11"/>
          <p:cNvSpPr txBox="1">
            <a:spLocks noGrp="1"/>
          </p:cNvSpPr>
          <p:nvPr>
            <p:ph type="sldNum" idx="12"/>
          </p:nvPr>
        </p:nvSpPr>
        <p:spPr>
          <a:xfrm>
            <a:off x="5730200" y="5930631"/>
            <a:ext cx="731600" cy="5248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78BAB9F9-0058-C961-075E-75FDBD907EC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720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half">
  <p:cSld name="Blank half">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55" name="Google Shape;55;p12" descr="paint_transparent1.png"/>
          <p:cNvPicPr preferRelativeResize="0"/>
          <p:nvPr/>
        </p:nvPicPr>
        <p:blipFill rotWithShape="1">
          <a:blip r:embed="rId3">
            <a:alphaModFix/>
          </a:blip>
          <a:srcRect l="27161"/>
          <a:stretch/>
        </p:blipFill>
        <p:spPr>
          <a:xfrm>
            <a:off x="0" y="0"/>
            <a:ext cx="8880736" cy="6858000"/>
          </a:xfrm>
          <a:prstGeom prst="rect">
            <a:avLst/>
          </a:prstGeom>
          <a:noFill/>
          <a:ln>
            <a:noFill/>
          </a:ln>
        </p:spPr>
      </p:pic>
      <p:pic>
        <p:nvPicPr>
          <p:cNvPr id="2" name="Picture 4" descr="Symbiosis Institute of Business Management, Bengaluru - Wikipedia">
            <a:extLst>
              <a:ext uri="{FF2B5EF4-FFF2-40B4-BE49-F238E27FC236}">
                <a16:creationId xmlns:a16="http://schemas.microsoft.com/office/drawing/2014/main" id="{922F1A85-A472-D020-7173-74C438ABCA0D}"/>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612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1 column + Image">
  <p:cSld name="Title + 1 column + Image">
    <p:bg>
      <p:bgPr>
        <a:gradFill>
          <a:gsLst>
            <a:gs pos="0">
              <a:srgbClr val="8790B9"/>
            </a:gs>
            <a:gs pos="100000">
              <a:srgbClr val="D4ECFF"/>
            </a:gs>
          </a:gsLst>
          <a:lin ang="5400700" scaled="0"/>
        </a:gradFill>
        <a:effectLst/>
      </p:bgPr>
    </p:bg>
    <p:spTree>
      <p:nvGrpSpPr>
        <p:cNvPr id="1" name="Shape 26"/>
        <p:cNvGrpSpPr/>
        <p:nvPr/>
      </p:nvGrpSpPr>
      <p:grpSpPr>
        <a:xfrm>
          <a:off x="0" y="0"/>
          <a:ext cx="0" cy="0"/>
          <a:chOff x="0" y="0"/>
          <a:chExt cx="0" cy="0"/>
        </a:xfrm>
      </p:grpSpPr>
      <p:pic>
        <p:nvPicPr>
          <p:cNvPr id="27" name="Google Shape;27;p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8" name="Google Shape;28;p6"/>
          <p:cNvSpPr txBox="1">
            <a:spLocks noGrp="1"/>
          </p:cNvSpPr>
          <p:nvPr>
            <p:ph type="title"/>
          </p:nvPr>
        </p:nvSpPr>
        <p:spPr>
          <a:xfrm>
            <a:off x="932000" y="1053533"/>
            <a:ext cx="4659600" cy="1104000"/>
          </a:xfrm>
          <a:prstGeom prst="rect">
            <a:avLst/>
          </a:prstGeom>
        </p:spPr>
        <p:txBody>
          <a:bodyPr spcFirstLastPara="1" wrap="square" lIns="0" tIns="0" rIns="0" bIns="0" anchor="b" anchorCtr="0">
            <a:noAutofit/>
          </a:bodyPr>
          <a:lstStyle>
            <a:lvl1pPr lvl="0" rtl="0">
              <a:spcBef>
                <a:spcPts val="0"/>
              </a:spcBef>
              <a:spcAft>
                <a:spcPts val="0"/>
              </a:spcAft>
              <a:buClr>
                <a:schemeClr val="dk1"/>
              </a:buClr>
              <a:buSzPts val="2600"/>
              <a:buNone/>
              <a:defRPr>
                <a:solidFill>
                  <a:schemeClr val="dk1"/>
                </a:solidFill>
              </a:defRPr>
            </a:lvl1pPr>
            <a:lvl2pPr lvl="1" rtl="0">
              <a:spcBef>
                <a:spcPts val="0"/>
              </a:spcBef>
              <a:spcAft>
                <a:spcPts val="0"/>
              </a:spcAft>
              <a:buClr>
                <a:schemeClr val="dk1"/>
              </a:buClr>
              <a:buSzPts val="2600"/>
              <a:buNone/>
              <a:defRPr>
                <a:solidFill>
                  <a:schemeClr val="dk1"/>
                </a:solidFill>
              </a:defRPr>
            </a:lvl2pPr>
            <a:lvl3pPr lvl="2" rtl="0">
              <a:spcBef>
                <a:spcPts val="0"/>
              </a:spcBef>
              <a:spcAft>
                <a:spcPts val="0"/>
              </a:spcAft>
              <a:buClr>
                <a:schemeClr val="dk1"/>
              </a:buClr>
              <a:buSzPts val="2600"/>
              <a:buNone/>
              <a:defRPr>
                <a:solidFill>
                  <a:schemeClr val="dk1"/>
                </a:solidFill>
              </a:defRPr>
            </a:lvl3pPr>
            <a:lvl4pPr lvl="3" rtl="0">
              <a:spcBef>
                <a:spcPts val="0"/>
              </a:spcBef>
              <a:spcAft>
                <a:spcPts val="0"/>
              </a:spcAft>
              <a:buClr>
                <a:schemeClr val="dk1"/>
              </a:buClr>
              <a:buSzPts val="2600"/>
              <a:buNone/>
              <a:defRPr>
                <a:solidFill>
                  <a:schemeClr val="dk1"/>
                </a:solidFill>
              </a:defRPr>
            </a:lvl4pPr>
            <a:lvl5pPr lvl="4" rtl="0">
              <a:spcBef>
                <a:spcPts val="0"/>
              </a:spcBef>
              <a:spcAft>
                <a:spcPts val="0"/>
              </a:spcAft>
              <a:buClr>
                <a:schemeClr val="dk1"/>
              </a:buClr>
              <a:buSzPts val="2600"/>
              <a:buNone/>
              <a:defRPr>
                <a:solidFill>
                  <a:schemeClr val="dk1"/>
                </a:solidFill>
              </a:defRPr>
            </a:lvl5pPr>
            <a:lvl6pPr lvl="5" rtl="0">
              <a:spcBef>
                <a:spcPts val="0"/>
              </a:spcBef>
              <a:spcAft>
                <a:spcPts val="0"/>
              </a:spcAft>
              <a:buClr>
                <a:schemeClr val="dk1"/>
              </a:buClr>
              <a:buSzPts val="2600"/>
              <a:buNone/>
              <a:defRPr>
                <a:solidFill>
                  <a:schemeClr val="dk1"/>
                </a:solidFill>
              </a:defRPr>
            </a:lvl6pPr>
            <a:lvl7pPr lvl="6" rtl="0">
              <a:spcBef>
                <a:spcPts val="0"/>
              </a:spcBef>
              <a:spcAft>
                <a:spcPts val="0"/>
              </a:spcAft>
              <a:buClr>
                <a:schemeClr val="dk1"/>
              </a:buClr>
              <a:buSzPts val="2600"/>
              <a:buNone/>
              <a:defRPr>
                <a:solidFill>
                  <a:schemeClr val="dk1"/>
                </a:solidFill>
              </a:defRPr>
            </a:lvl7pPr>
            <a:lvl8pPr lvl="7" rtl="0">
              <a:spcBef>
                <a:spcPts val="0"/>
              </a:spcBef>
              <a:spcAft>
                <a:spcPts val="0"/>
              </a:spcAft>
              <a:buClr>
                <a:schemeClr val="dk1"/>
              </a:buClr>
              <a:buSzPts val="2600"/>
              <a:buNone/>
              <a:defRPr>
                <a:solidFill>
                  <a:schemeClr val="dk1"/>
                </a:solidFill>
              </a:defRPr>
            </a:lvl8pPr>
            <a:lvl9pPr lvl="8" rtl="0">
              <a:spcBef>
                <a:spcPts val="0"/>
              </a:spcBef>
              <a:spcAft>
                <a:spcPts val="0"/>
              </a:spcAft>
              <a:buClr>
                <a:schemeClr val="dk1"/>
              </a:buClr>
              <a:buSzPts val="2600"/>
              <a:buNone/>
              <a:defRPr>
                <a:solidFill>
                  <a:schemeClr val="dk1"/>
                </a:solidFill>
              </a:defRPr>
            </a:lvl9pPr>
          </a:lstStyle>
          <a:p>
            <a:endParaRPr/>
          </a:p>
        </p:txBody>
      </p:sp>
      <p:sp>
        <p:nvSpPr>
          <p:cNvPr id="29" name="Google Shape;29;p6"/>
          <p:cNvSpPr txBox="1">
            <a:spLocks noGrp="1"/>
          </p:cNvSpPr>
          <p:nvPr>
            <p:ph type="body" idx="1"/>
          </p:nvPr>
        </p:nvSpPr>
        <p:spPr>
          <a:xfrm>
            <a:off x="932000" y="2360300"/>
            <a:ext cx="4659600" cy="3444400"/>
          </a:xfrm>
          <a:prstGeom prst="rect">
            <a:avLst/>
          </a:prstGeom>
        </p:spPr>
        <p:txBody>
          <a:bodyPr spcFirstLastPara="1" wrap="square" lIns="0" tIns="0" rIns="0" bIns="0" anchor="t" anchorCtr="0">
            <a:noAutofit/>
          </a:bodyPr>
          <a:lstStyle>
            <a:lvl1pPr marL="609585" lvl="0" indent="-491054" rtl="0">
              <a:spcBef>
                <a:spcPts val="800"/>
              </a:spcBef>
              <a:spcAft>
                <a:spcPts val="0"/>
              </a:spcAft>
              <a:buSzPts val="2200"/>
              <a:buChar char="◦"/>
              <a:defRPr/>
            </a:lvl1pPr>
            <a:lvl2pPr marL="1219170" lvl="1" indent="-491054" rtl="0">
              <a:spcBef>
                <a:spcPts val="1333"/>
              </a:spcBef>
              <a:spcAft>
                <a:spcPts val="0"/>
              </a:spcAft>
              <a:buSzPts val="2200"/>
              <a:buChar char="◦"/>
              <a:defRPr/>
            </a:lvl2pPr>
            <a:lvl3pPr marL="1828754" lvl="2" indent="-491054" rtl="0">
              <a:spcBef>
                <a:spcPts val="1333"/>
              </a:spcBef>
              <a:spcAft>
                <a:spcPts val="0"/>
              </a:spcAft>
              <a:buSzPts val="2200"/>
              <a:buChar char="◦"/>
              <a:defRPr/>
            </a:lvl3pPr>
            <a:lvl4pPr marL="2438339" lvl="3" indent="-491054" rtl="0">
              <a:spcBef>
                <a:spcPts val="1333"/>
              </a:spcBef>
              <a:spcAft>
                <a:spcPts val="0"/>
              </a:spcAft>
              <a:buSzPts val="2200"/>
              <a:buChar char="◦"/>
              <a:defRPr/>
            </a:lvl4pPr>
            <a:lvl5pPr marL="3047924" lvl="4" indent="-491054" rtl="0">
              <a:spcBef>
                <a:spcPts val="1333"/>
              </a:spcBef>
              <a:spcAft>
                <a:spcPts val="0"/>
              </a:spcAft>
              <a:buSzPts val="2200"/>
              <a:buChar char="◦"/>
              <a:defRPr/>
            </a:lvl5pPr>
            <a:lvl6pPr marL="3657509" lvl="5" indent="-491054" rtl="0">
              <a:spcBef>
                <a:spcPts val="1333"/>
              </a:spcBef>
              <a:spcAft>
                <a:spcPts val="0"/>
              </a:spcAft>
              <a:buSzPts val="2200"/>
              <a:buChar char="◦"/>
              <a:defRPr/>
            </a:lvl6pPr>
            <a:lvl7pPr marL="4267093" lvl="6" indent="-491054" rtl="0">
              <a:spcBef>
                <a:spcPts val="1333"/>
              </a:spcBef>
              <a:spcAft>
                <a:spcPts val="0"/>
              </a:spcAft>
              <a:buSzPts val="2200"/>
              <a:buChar char="◦"/>
              <a:defRPr/>
            </a:lvl7pPr>
            <a:lvl8pPr marL="4876678" lvl="7" indent="-491054" rtl="0">
              <a:spcBef>
                <a:spcPts val="1333"/>
              </a:spcBef>
              <a:spcAft>
                <a:spcPts val="0"/>
              </a:spcAft>
              <a:buSzPts val="2200"/>
              <a:buChar char="◦"/>
              <a:defRPr/>
            </a:lvl8pPr>
            <a:lvl9pPr marL="5486263" lvl="8" indent="-491054" rtl="0">
              <a:spcBef>
                <a:spcPts val="1333"/>
              </a:spcBef>
              <a:spcAft>
                <a:spcPts val="1333"/>
              </a:spcAft>
              <a:buSzPts val="2200"/>
              <a:buChar char="◦"/>
              <a:defRPr/>
            </a:lvl9pPr>
          </a:lstStyle>
          <a:p>
            <a:endParaRPr/>
          </a:p>
        </p:txBody>
      </p:sp>
      <p:sp>
        <p:nvSpPr>
          <p:cNvPr id="30" name="Google Shape;30;p6"/>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4F834215-6F6E-2116-DDDE-29E7FA935B6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E-Commerce logo, Logo E-commerce Electronic business, ecommerce, angle,  text, service png | PNGWing">
            <a:extLst>
              <a:ext uri="{FF2B5EF4-FFF2-40B4-BE49-F238E27FC236}">
                <a16:creationId xmlns:a16="http://schemas.microsoft.com/office/drawing/2014/main" id="{5CD8BF0A-AF36-9227-42A2-A94F4447B5F9}"/>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backgroundRemoval t="3681" b="95337" l="8261" r="90870">
                        <a14:foregroundMark x1="8261" y1="49571" x2="8261" y2="49571"/>
                        <a14:foregroundMark x1="8261" y1="49571" x2="8261" y2="49571"/>
                        <a14:foregroundMark x1="8478" y1="49816" x2="23520" y2="11765"/>
                        <a14:foregroundMark x1="40306" y1="2492" x2="41630" y2="2331"/>
                        <a14:foregroundMark x1="41630" y1="2331" x2="50761" y2="3681"/>
                        <a14:foregroundMark x1="50761" y1="3681" x2="49674" y2="6258"/>
                        <a14:foregroundMark x1="48370" y1="95460" x2="48370" y2="95460"/>
                        <a14:foregroundMark x1="48370" y1="95460" x2="48370" y2="95460"/>
                        <a14:foregroundMark x1="49130" y1="49816" x2="49130" y2="49816"/>
                        <a14:foregroundMark x1="49130" y1="49571" x2="49130" y2="49571"/>
                        <a14:foregroundMark x1="49457" y1="52147" x2="62283" y2="50552"/>
                        <a14:foregroundMark x1="62283" y1="50552" x2="48370" y2="62822"/>
                        <a14:foregroundMark x1="44565" y1="67853" x2="45761" y2="67362"/>
                        <a14:foregroundMark x1="45761" y1="67362" x2="45761" y2="67362"/>
                        <a14:foregroundMark x1="45109" y1="64908" x2="43043" y2="66135"/>
                        <a14:foregroundMark x1="64457" y1="67239" x2="64130" y2="65890"/>
                        <a14:foregroundMark x1="66522" y1="66135" x2="66522" y2="66135"/>
                        <a14:foregroundMark x1="66522" y1="66135" x2="66522" y2="66135"/>
                        <a14:foregroundMark x1="62500" y1="64908" x2="62826" y2="65153"/>
                        <a14:foregroundMark x1="59348" y1="64540" x2="59348" y2="64540"/>
                        <a14:foregroundMark x1="59348" y1="64540" x2="59348" y2="64540"/>
                        <a14:foregroundMark x1="60217" y1="65153" x2="60217" y2="65153"/>
                        <a14:foregroundMark x1="60217" y1="65153" x2="60217" y2="65153"/>
                        <a14:foregroundMark x1="60217" y1="65153" x2="60217" y2="65153"/>
                        <a14:foregroundMark x1="60217" y1="65153" x2="60217" y2="65153"/>
                        <a14:foregroundMark x1="60217" y1="65153" x2="60217" y2="65153"/>
                        <a14:foregroundMark x1="60217" y1="65153" x2="60217" y2="65153"/>
                        <a14:foregroundMark x1="60217" y1="65153" x2="60217" y2="65153"/>
                        <a14:foregroundMark x1="61413" y1="65276" x2="65978" y2="64540"/>
                        <a14:foregroundMark x1="60109" y1="67239" x2="61957" y2="70061"/>
                        <a14:foregroundMark x1="62826" y1="71288" x2="66630" y2="67239"/>
                        <a14:foregroundMark x1="43587" y1="63436" x2="41739" y2="67975"/>
                        <a14:foregroundMark x1="44674" y1="64540" x2="47283" y2="69816"/>
                        <a14:foregroundMark x1="47826" y1="68589" x2="44130" y2="63926"/>
                        <a14:foregroundMark x1="50217" y1="59387" x2="42609" y2="51534"/>
                        <a14:foregroundMark x1="42609" y1="51534" x2="38696" y2="38896"/>
                        <a14:foregroundMark x1="38696" y1="38896" x2="69457" y2="40982"/>
                        <a14:foregroundMark x1="69457" y1="40982" x2="70870" y2="40736"/>
                        <a14:foregroundMark x1="71413" y1="39877" x2="66196" y2="52638"/>
                        <a14:foregroundMark x1="66196" y1="52638" x2="57391" y2="58896"/>
                        <a14:foregroundMark x1="57391" y1="58896" x2="56630" y2="58650"/>
                        <a14:foregroundMark x1="69022" y1="51288" x2="64022" y2="60000"/>
                        <a14:foregroundMark x1="64022" y1="60000" x2="61957" y2="60123"/>
                        <a14:foregroundMark x1="48152" y1="59509" x2="35217" y2="32025"/>
                        <a14:foregroundMark x1="36957" y1="41595" x2="40326" y2="56810"/>
                        <a14:foregroundMark x1="40326" y1="56810" x2="45761" y2="60613"/>
                        <a14:foregroundMark x1="43261" y1="46871" x2="73152" y2="47485"/>
                        <a14:foregroundMark x1="73152" y1="47485" x2="44130" y2="45644"/>
                        <a14:foregroundMark x1="33370" y1="32638" x2="23478" y2="28957"/>
                        <a14:foregroundMark x1="90870" y1="43190" x2="90870" y2="43190"/>
                        <a14:foregroundMark x1="90870" y1="43190" x2="90870" y2="43190"/>
                        <a14:foregroundMark x1="90870" y1="43190" x2="90870" y2="43190"/>
                        <a14:backgroundMark x1="25652" y1="7607" x2="35543" y2="3681"/>
                        <a14:backgroundMark x1="24565" y1="9939" x2="33804" y2="3436"/>
                        <a14:backgroundMark x1="33804" y1="3436" x2="40326" y2="2454"/>
                        <a14:backgroundMark x1="27717" y1="3681" x2="23261" y2="7485"/>
                        <a14:backgroundMark x1="28804" y1="3681" x2="26522" y2="7853"/>
                        <a14:backgroundMark x1="30217" y1="3558" x2="22065" y2="10429"/>
                        <a14:backgroundMark x1="22065" y1="10429" x2="30978" y2="4172"/>
                        <a14:backgroundMark x1="30978" y1="4172" x2="33152" y2="3926"/>
                      </a14:backgroundRemoval>
                    </a14:imgEffect>
                  </a14:imgLayer>
                </a14:imgProps>
              </a:ext>
              <a:ext uri="{28A0092B-C50C-407E-A947-70E740481C1C}">
                <a14:useLocalDpi xmlns:a14="http://schemas.microsoft.com/office/drawing/2010/main" val="0"/>
              </a:ext>
            </a:extLst>
          </a:blip>
          <a:srcRect/>
          <a:stretch>
            <a:fillRect/>
          </a:stretch>
        </p:blipFill>
        <p:spPr bwMode="auto">
          <a:xfrm>
            <a:off x="10454889" y="114027"/>
            <a:ext cx="1567752" cy="1388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6492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39"/>
        <p:cNvGrpSpPr/>
        <p:nvPr/>
      </p:nvGrpSpPr>
      <p:grpSpPr>
        <a:xfrm>
          <a:off x="0" y="0"/>
          <a:ext cx="0" cy="0"/>
          <a:chOff x="0" y="0"/>
          <a:chExt cx="0" cy="0"/>
        </a:xfrm>
      </p:grpSpPr>
      <p:pic>
        <p:nvPicPr>
          <p:cNvPr id="40" name="Google Shape;40;p8" descr="paint_transparent1.png"/>
          <p:cNvPicPr preferRelativeResize="0"/>
          <p:nvPr/>
        </p:nvPicPr>
        <p:blipFill>
          <a:blip r:embed="rId3">
            <a:alphaModFix/>
          </a:blip>
          <a:stretch>
            <a:fillRect/>
          </a:stretch>
        </p:blipFill>
        <p:spPr>
          <a:xfrm>
            <a:off x="0" y="0"/>
            <a:ext cx="12192000" cy="6858000"/>
          </a:xfrm>
          <a:prstGeom prst="rect">
            <a:avLst/>
          </a:prstGeom>
          <a:noFill/>
          <a:ln>
            <a:noFill/>
          </a:ln>
        </p:spPr>
      </p:pic>
      <p:sp>
        <p:nvSpPr>
          <p:cNvPr id="41" name="Google Shape;41;p8"/>
          <p:cNvSpPr txBox="1">
            <a:spLocks noGrp="1"/>
          </p:cNvSpPr>
          <p:nvPr>
            <p:ph type="title"/>
          </p:nvPr>
        </p:nvSpPr>
        <p:spPr>
          <a:xfrm>
            <a:off x="609600" y="1798633"/>
            <a:ext cx="7348400" cy="11432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2" name="Google Shape;42;p8"/>
          <p:cNvSpPr txBox="1">
            <a:spLocks noGrp="1"/>
          </p:cNvSpPr>
          <p:nvPr>
            <p:ph type="sldNum" idx="12"/>
          </p:nvPr>
        </p:nvSpPr>
        <p:spPr>
          <a:xfrm>
            <a:off x="11307445" y="62315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64C59064-B962-C745-FDCD-95DE66C53FF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602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6.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3.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323677-EF3B-DEA8-4237-CF6DE087D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5891B0-21B3-CA32-B869-499CEAAB8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D5F535-297F-DBD8-A01A-F6437D08C6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C6B67F-3688-4917-B978-0B067A7BEEB0}" type="datetimeFigureOut">
              <a:rPr lang="en-IN" smtClean="0"/>
              <a:t>14-12-2022</a:t>
            </a:fld>
            <a:endParaRPr lang="en-IN"/>
          </a:p>
        </p:txBody>
      </p:sp>
      <p:sp>
        <p:nvSpPr>
          <p:cNvPr id="5" name="Footer Placeholder 4">
            <a:extLst>
              <a:ext uri="{FF2B5EF4-FFF2-40B4-BE49-F238E27FC236}">
                <a16:creationId xmlns:a16="http://schemas.microsoft.com/office/drawing/2014/main" id="{23BF2F9E-43AF-2577-C345-894460014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B22FFE-4081-1F14-42E5-33BBA8343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DB3CEC-5972-4DF6-9109-7421D1FB7699}" type="slidenum">
              <a:rPr lang="en-IN" smtClean="0"/>
              <a:t>‹#›</a:t>
            </a:fld>
            <a:endParaRPr lang="en-IN"/>
          </a:p>
        </p:txBody>
      </p:sp>
    </p:spTree>
    <p:extLst>
      <p:ext uri="{BB962C8B-B14F-4D97-AF65-F5344CB8AC3E}">
        <p14:creationId xmlns:p14="http://schemas.microsoft.com/office/powerpoint/2010/main" val="2314884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7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1798633"/>
            <a:ext cx="7348400" cy="1143200"/>
          </a:xfrm>
          <a:prstGeom prst="rect">
            <a:avLst/>
          </a:prstGeom>
          <a:noFill/>
          <a:ln>
            <a:noFill/>
          </a:ln>
        </p:spPr>
        <p:txBody>
          <a:bodyPr spcFirstLastPara="1" wrap="square" lIns="91425" tIns="91425" rIns="91425" bIns="91425" anchor="b" anchorCtr="0">
            <a:noAutofit/>
          </a:bodyPr>
          <a:lstStyle>
            <a:lvl1pPr lvl="0">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1pPr>
            <a:lvl2pPr lvl="1">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2pPr>
            <a:lvl3pPr lvl="2">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3pPr>
            <a:lvl4pPr lvl="3">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4pPr>
            <a:lvl5pPr lvl="4">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5pPr>
            <a:lvl6pPr lvl="5">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6pPr>
            <a:lvl7pPr lvl="6">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7pPr>
            <a:lvl8pPr lvl="7">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8pPr>
            <a:lvl9pPr lvl="8">
              <a:lnSpc>
                <a:spcPct val="80000"/>
              </a:lnSpc>
              <a:spcBef>
                <a:spcPts val="0"/>
              </a:spcBef>
              <a:spcAft>
                <a:spcPts val="0"/>
              </a:spcAft>
              <a:buClr>
                <a:schemeClr val="dk1"/>
              </a:buClr>
              <a:buSzPts val="4800"/>
              <a:buFont typeface="Lato"/>
              <a:buNone/>
              <a:defRPr sz="4800">
                <a:solidFill>
                  <a:schemeClr val="dk1"/>
                </a:solidFill>
                <a:latin typeface="Lato"/>
                <a:ea typeface="Lato"/>
                <a:cs typeface="Lato"/>
                <a:sym typeface="Lato"/>
              </a:defRPr>
            </a:lvl9pPr>
          </a:lstStyle>
          <a:p>
            <a:endParaRPr/>
          </a:p>
        </p:txBody>
      </p:sp>
      <p:sp>
        <p:nvSpPr>
          <p:cNvPr id="7" name="Google Shape;7;p1"/>
          <p:cNvSpPr txBox="1">
            <a:spLocks noGrp="1"/>
          </p:cNvSpPr>
          <p:nvPr>
            <p:ph type="body" idx="1"/>
          </p:nvPr>
        </p:nvSpPr>
        <p:spPr>
          <a:xfrm>
            <a:off x="609600" y="2992533"/>
            <a:ext cx="7348400" cy="3473600"/>
          </a:xfrm>
          <a:prstGeom prst="rect">
            <a:avLst/>
          </a:prstGeom>
          <a:noFill/>
          <a:ln>
            <a:noFill/>
          </a:ln>
        </p:spPr>
        <p:txBody>
          <a:bodyPr spcFirstLastPara="1" wrap="square" lIns="91425" tIns="91425" rIns="91425" bIns="91425" anchor="t" anchorCtr="0">
            <a:noAutofit/>
          </a:bodyPr>
          <a:lstStyle>
            <a:lvl1pPr marL="457200" lvl="0" indent="-342900">
              <a:spcBef>
                <a:spcPts val="600"/>
              </a:spcBef>
              <a:spcAft>
                <a:spcPts val="0"/>
              </a:spcAft>
              <a:buClr>
                <a:schemeClr val="lt2"/>
              </a:buClr>
              <a:buSzPts val="1800"/>
              <a:buFont typeface="Lato"/>
              <a:buChar char="×"/>
              <a:defRPr sz="1800">
                <a:solidFill>
                  <a:schemeClr val="dk2"/>
                </a:solidFill>
                <a:latin typeface="Lato"/>
                <a:ea typeface="Lato"/>
                <a:cs typeface="Lato"/>
                <a:sym typeface="Lato"/>
              </a:defRPr>
            </a:lvl1pPr>
            <a:lvl2pPr marL="914400" lvl="1" indent="-342900">
              <a:spcBef>
                <a:spcPts val="0"/>
              </a:spcBef>
              <a:spcAft>
                <a:spcPts val="0"/>
              </a:spcAft>
              <a:buClr>
                <a:schemeClr val="lt2"/>
              </a:buClr>
              <a:buSzPts val="1800"/>
              <a:buFont typeface="Lato"/>
              <a:buChar char="×"/>
              <a:defRPr sz="1800">
                <a:solidFill>
                  <a:schemeClr val="dk2"/>
                </a:solidFill>
                <a:latin typeface="Lato"/>
                <a:ea typeface="Lato"/>
                <a:cs typeface="Lato"/>
                <a:sym typeface="Lato"/>
              </a:defRPr>
            </a:lvl2pPr>
            <a:lvl3pPr marL="1371600" lvl="2" indent="-342900">
              <a:spcBef>
                <a:spcPts val="0"/>
              </a:spcBef>
              <a:spcAft>
                <a:spcPts val="0"/>
              </a:spcAft>
              <a:buClr>
                <a:schemeClr val="lt2"/>
              </a:buClr>
              <a:buSzPts val="1800"/>
              <a:buFont typeface="Lato"/>
              <a:buChar char="×"/>
              <a:defRPr sz="1800">
                <a:solidFill>
                  <a:schemeClr val="dk2"/>
                </a:solidFill>
                <a:latin typeface="Lato"/>
                <a:ea typeface="Lato"/>
                <a:cs typeface="Lato"/>
                <a:sym typeface="Lato"/>
              </a:defRPr>
            </a:lvl3pPr>
            <a:lvl4pPr marL="1828800" lvl="3"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4pPr>
            <a:lvl5pPr marL="2286000" lvl="4"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5pPr>
            <a:lvl6pPr marL="2743200" lvl="5"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6pPr>
            <a:lvl7pPr marL="3200400" lvl="6"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7pPr>
            <a:lvl8pPr marL="3657600" lvl="7"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8pPr>
            <a:lvl9pPr marL="4114800" lvl="8" indent="-342900">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11307445" y="6231535"/>
            <a:ext cx="731600" cy="524800"/>
          </a:xfrm>
          <a:prstGeom prst="rect">
            <a:avLst/>
          </a:prstGeom>
          <a:noFill/>
          <a:ln>
            <a:noFill/>
          </a:ln>
        </p:spPr>
        <p:txBody>
          <a:bodyPr spcFirstLastPara="1" wrap="square" lIns="91425" tIns="91425" rIns="91425" bIns="91425" anchor="ctr" anchorCtr="0">
            <a:noAutofit/>
          </a:bodyPr>
          <a:lstStyle>
            <a:lvl1pPr lvl="0" algn="r">
              <a:buNone/>
              <a:defRPr sz="2400">
                <a:solidFill>
                  <a:schemeClr val="lt1"/>
                </a:solidFill>
                <a:latin typeface="Lato"/>
                <a:ea typeface="Lato"/>
                <a:cs typeface="Lato"/>
                <a:sym typeface="Lato"/>
              </a:defRPr>
            </a:lvl1pPr>
            <a:lvl2pPr lvl="1" algn="r">
              <a:buNone/>
              <a:defRPr sz="2400">
                <a:solidFill>
                  <a:schemeClr val="lt1"/>
                </a:solidFill>
                <a:latin typeface="Lato"/>
                <a:ea typeface="Lato"/>
                <a:cs typeface="Lato"/>
                <a:sym typeface="Lato"/>
              </a:defRPr>
            </a:lvl2pPr>
            <a:lvl3pPr lvl="2" algn="r">
              <a:buNone/>
              <a:defRPr sz="2400">
                <a:solidFill>
                  <a:schemeClr val="lt1"/>
                </a:solidFill>
                <a:latin typeface="Lato"/>
                <a:ea typeface="Lato"/>
                <a:cs typeface="Lato"/>
                <a:sym typeface="Lato"/>
              </a:defRPr>
            </a:lvl3pPr>
            <a:lvl4pPr lvl="3" algn="r">
              <a:buNone/>
              <a:defRPr sz="2400">
                <a:solidFill>
                  <a:schemeClr val="lt1"/>
                </a:solidFill>
                <a:latin typeface="Lato"/>
                <a:ea typeface="Lato"/>
                <a:cs typeface="Lato"/>
                <a:sym typeface="Lato"/>
              </a:defRPr>
            </a:lvl4pPr>
            <a:lvl5pPr lvl="4" algn="r">
              <a:buNone/>
              <a:defRPr sz="2400">
                <a:solidFill>
                  <a:schemeClr val="lt1"/>
                </a:solidFill>
                <a:latin typeface="Lato"/>
                <a:ea typeface="Lato"/>
                <a:cs typeface="Lato"/>
                <a:sym typeface="Lato"/>
              </a:defRPr>
            </a:lvl5pPr>
            <a:lvl6pPr lvl="5" algn="r">
              <a:buNone/>
              <a:defRPr sz="2400">
                <a:solidFill>
                  <a:schemeClr val="lt1"/>
                </a:solidFill>
                <a:latin typeface="Lato"/>
                <a:ea typeface="Lato"/>
                <a:cs typeface="Lato"/>
                <a:sym typeface="Lato"/>
              </a:defRPr>
            </a:lvl6pPr>
            <a:lvl7pPr lvl="6" algn="r">
              <a:buNone/>
              <a:defRPr sz="2400">
                <a:solidFill>
                  <a:schemeClr val="lt1"/>
                </a:solidFill>
                <a:latin typeface="Lato"/>
                <a:ea typeface="Lato"/>
                <a:cs typeface="Lato"/>
                <a:sym typeface="Lato"/>
              </a:defRPr>
            </a:lvl7pPr>
            <a:lvl8pPr lvl="7" algn="r">
              <a:buNone/>
              <a:defRPr sz="2400">
                <a:solidFill>
                  <a:schemeClr val="lt1"/>
                </a:solidFill>
                <a:latin typeface="Lato"/>
                <a:ea typeface="Lato"/>
                <a:cs typeface="Lato"/>
                <a:sym typeface="Lato"/>
              </a:defRPr>
            </a:lvl8pPr>
            <a:lvl9pPr lvl="8" algn="r">
              <a:buNone/>
              <a:defRPr sz="2400">
                <a:solidFill>
                  <a:schemeClr val="lt1"/>
                </a:solidFill>
                <a:latin typeface="Lato"/>
                <a:ea typeface="Lato"/>
                <a:cs typeface="Lato"/>
                <a:sym typeface="Lato"/>
              </a:defRPr>
            </a:lvl9pPr>
          </a:lstStyle>
          <a:p>
            <a:fld id="{00000000-1234-1234-1234-123412341234}" type="slidenum">
              <a:rPr lang="en" smtClean="0"/>
              <a:pPr/>
              <a:t>‹#›</a:t>
            </a:fld>
            <a:endParaRPr lang="en"/>
          </a:p>
        </p:txBody>
      </p:sp>
      <p:pic>
        <p:nvPicPr>
          <p:cNvPr id="2" name="Picture 4" descr="Symbiosis Institute of Business Management, Bengaluru - Wikipedia">
            <a:extLst>
              <a:ext uri="{FF2B5EF4-FFF2-40B4-BE49-F238E27FC236}">
                <a16:creationId xmlns:a16="http://schemas.microsoft.com/office/drawing/2014/main" id="{7EA7E31F-2EAD-B973-2699-D2C4D16CA222}"/>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40702" y="101371"/>
            <a:ext cx="2338476" cy="8789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E-Commerce logo, Logo E-commerce Electronic business, ecommerce, angle,  text, service png | PNGWing">
            <a:extLst>
              <a:ext uri="{FF2B5EF4-FFF2-40B4-BE49-F238E27FC236}">
                <a16:creationId xmlns:a16="http://schemas.microsoft.com/office/drawing/2014/main" id="{75BD6000-9FBA-5A33-1EFF-98DAAD77827E}"/>
              </a:ext>
            </a:extLst>
          </p:cNvPr>
          <p:cNvPicPr>
            <a:picLocks noChangeAspect="1" noChangeArrowheads="1"/>
          </p:cNvPicPr>
          <p:nvPr userDrawn="1"/>
        </p:nvPicPr>
        <p:blipFill>
          <a:blip r:embed="rId13">
            <a:extLst>
              <a:ext uri="{BEBA8EAE-BF5A-486C-A8C5-ECC9F3942E4B}">
                <a14:imgProps xmlns:a14="http://schemas.microsoft.com/office/drawing/2010/main">
                  <a14:imgLayer r:embed="rId14">
                    <a14:imgEffect>
                      <a14:backgroundRemoval t="3681" b="95337" l="8261" r="90870">
                        <a14:foregroundMark x1="8261" y1="49571" x2="8261" y2="49571"/>
                        <a14:foregroundMark x1="8261" y1="49571" x2="8261" y2="49571"/>
                        <a14:foregroundMark x1="8478" y1="49816" x2="23520" y2="11765"/>
                        <a14:foregroundMark x1="40306" y1="2492" x2="41630" y2="2331"/>
                        <a14:foregroundMark x1="41630" y1="2331" x2="50761" y2="3681"/>
                        <a14:foregroundMark x1="50761" y1="3681" x2="49674" y2="6258"/>
                        <a14:foregroundMark x1="48370" y1="95460" x2="48370" y2="95460"/>
                        <a14:foregroundMark x1="48370" y1="95460" x2="48370" y2="95460"/>
                        <a14:foregroundMark x1="49130" y1="49816" x2="49130" y2="49816"/>
                        <a14:foregroundMark x1="49130" y1="49571" x2="49130" y2="49571"/>
                        <a14:foregroundMark x1="49457" y1="52147" x2="62283" y2="50552"/>
                        <a14:foregroundMark x1="62283" y1="50552" x2="48370" y2="62822"/>
                        <a14:foregroundMark x1="44565" y1="67853" x2="45761" y2="67362"/>
                        <a14:foregroundMark x1="45761" y1="67362" x2="45761" y2="67362"/>
                        <a14:foregroundMark x1="45109" y1="64908" x2="43043" y2="66135"/>
                        <a14:foregroundMark x1="64457" y1="67239" x2="64130" y2="65890"/>
                        <a14:foregroundMark x1="66522" y1="66135" x2="66522" y2="66135"/>
                        <a14:foregroundMark x1="66522" y1="66135" x2="66522" y2="66135"/>
                        <a14:foregroundMark x1="62500" y1="64908" x2="62826" y2="65153"/>
                        <a14:foregroundMark x1="59348" y1="64540" x2="59348" y2="64540"/>
                        <a14:foregroundMark x1="59348" y1="64540" x2="59348" y2="64540"/>
                        <a14:foregroundMark x1="60217" y1="65153" x2="60217" y2="65153"/>
                        <a14:foregroundMark x1="60217" y1="65153" x2="60217" y2="65153"/>
                        <a14:foregroundMark x1="60217" y1="65153" x2="60217" y2="65153"/>
                        <a14:foregroundMark x1="60217" y1="65153" x2="60217" y2="65153"/>
                        <a14:foregroundMark x1="60217" y1="65153" x2="60217" y2="65153"/>
                        <a14:foregroundMark x1="60217" y1="65153" x2="60217" y2="65153"/>
                        <a14:foregroundMark x1="60217" y1="65153" x2="60217" y2="65153"/>
                        <a14:foregroundMark x1="61413" y1="65276" x2="65978" y2="64540"/>
                        <a14:foregroundMark x1="60109" y1="67239" x2="61957" y2="70061"/>
                        <a14:foregroundMark x1="62826" y1="71288" x2="66630" y2="67239"/>
                        <a14:foregroundMark x1="43587" y1="63436" x2="41739" y2="67975"/>
                        <a14:foregroundMark x1="44674" y1="64540" x2="47283" y2="69816"/>
                        <a14:foregroundMark x1="47826" y1="68589" x2="44130" y2="63926"/>
                        <a14:foregroundMark x1="50217" y1="59387" x2="42609" y2="51534"/>
                        <a14:foregroundMark x1="42609" y1="51534" x2="38696" y2="38896"/>
                        <a14:foregroundMark x1="38696" y1="38896" x2="69457" y2="40982"/>
                        <a14:foregroundMark x1="69457" y1="40982" x2="70870" y2="40736"/>
                        <a14:foregroundMark x1="71413" y1="39877" x2="66196" y2="52638"/>
                        <a14:foregroundMark x1="66196" y1="52638" x2="57391" y2="58896"/>
                        <a14:foregroundMark x1="57391" y1="58896" x2="56630" y2="58650"/>
                        <a14:foregroundMark x1="69022" y1="51288" x2="64022" y2="60000"/>
                        <a14:foregroundMark x1="64022" y1="60000" x2="61957" y2="60123"/>
                        <a14:foregroundMark x1="48152" y1="59509" x2="35217" y2="32025"/>
                        <a14:foregroundMark x1="36957" y1="41595" x2="40326" y2="56810"/>
                        <a14:foregroundMark x1="40326" y1="56810" x2="45761" y2="60613"/>
                        <a14:foregroundMark x1="43261" y1="46871" x2="73152" y2="47485"/>
                        <a14:foregroundMark x1="73152" y1="47485" x2="44130" y2="45644"/>
                        <a14:foregroundMark x1="33370" y1="32638" x2="23478" y2="28957"/>
                        <a14:foregroundMark x1="90870" y1="43190" x2="90870" y2="43190"/>
                        <a14:foregroundMark x1="90870" y1="43190" x2="90870" y2="43190"/>
                        <a14:foregroundMark x1="90870" y1="43190" x2="90870" y2="43190"/>
                        <a14:backgroundMark x1="25652" y1="7607" x2="35543" y2="3681"/>
                        <a14:backgroundMark x1="24565" y1="9939" x2="33804" y2="3436"/>
                        <a14:backgroundMark x1="33804" y1="3436" x2="40326" y2="2454"/>
                        <a14:backgroundMark x1="27717" y1="3681" x2="23261" y2="7485"/>
                        <a14:backgroundMark x1="28804" y1="3681" x2="26522" y2="7853"/>
                        <a14:backgroundMark x1="30217" y1="3558" x2="22065" y2="10429"/>
                        <a14:backgroundMark x1="22065" y1="10429" x2="30978" y2="4172"/>
                        <a14:backgroundMark x1="30978" y1="4172" x2="33152" y2="3926"/>
                      </a14:backgroundRemoval>
                    </a14:imgEffect>
                  </a14:imgLayer>
                </a14:imgProps>
              </a:ext>
              <a:ext uri="{28A0092B-C50C-407E-A947-70E740481C1C}">
                <a14:useLocalDpi xmlns:a14="http://schemas.microsoft.com/office/drawing/2010/main" val="0"/>
              </a:ext>
            </a:extLst>
          </a:blip>
          <a:srcRect/>
          <a:stretch>
            <a:fillRect/>
          </a:stretch>
        </p:blipFill>
        <p:spPr bwMode="auto">
          <a:xfrm>
            <a:off x="10454889" y="114027"/>
            <a:ext cx="1567752" cy="1388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545956"/>
      </p:ext>
    </p:extLst>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hyperlink" Target="https://www.forbes.com/sites/jiawertz/2022/11/29/the-era-of-e-commerce-is-impacting-a-multitude-of-industries/?sh=67ae8255a5af" TargetMode="External"/><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hyperlink" Target="https://www.forbes.com/sites/beltway/2022/12/05/e-commerce-keeps-us-businesses-and-global-consumers-connected-through-turbulent-times/?sh=437fc17b51f2"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3" name="Title 2">
            <a:extLst>
              <a:ext uri="{FF2B5EF4-FFF2-40B4-BE49-F238E27FC236}">
                <a16:creationId xmlns:a16="http://schemas.microsoft.com/office/drawing/2014/main" id="{DCEF1ECF-48A3-6584-B44B-E5FB1AE939AF}"/>
              </a:ext>
            </a:extLst>
          </p:cNvPr>
          <p:cNvSpPr>
            <a:spLocks noGrp="1"/>
          </p:cNvSpPr>
          <p:nvPr>
            <p:ph type="ctrTitle"/>
          </p:nvPr>
        </p:nvSpPr>
        <p:spPr>
          <a:xfrm>
            <a:off x="4382415" y="2137951"/>
            <a:ext cx="7000400" cy="1546400"/>
          </a:xfrm>
        </p:spPr>
        <p:txBody>
          <a:bodyPr/>
          <a:lstStyle/>
          <a:p>
            <a:r>
              <a:rPr lang="en-US" dirty="0"/>
              <a:t>E-COMMERCE</a:t>
            </a:r>
            <a:endParaRPr lang="en-IN" dirty="0"/>
          </a:p>
        </p:txBody>
      </p:sp>
      <p:sp>
        <p:nvSpPr>
          <p:cNvPr id="85" name="Google Shape;85;p16"/>
          <p:cNvSpPr txBox="1">
            <a:spLocks noGrp="1"/>
          </p:cNvSpPr>
          <p:nvPr>
            <p:ph type="subTitle" idx="4294967295"/>
          </p:nvPr>
        </p:nvSpPr>
        <p:spPr>
          <a:xfrm>
            <a:off x="4977781" y="4641721"/>
            <a:ext cx="7000400" cy="1045633"/>
          </a:xfrm>
          <a:prstGeom prst="rect">
            <a:avLst/>
          </a:prstGeom>
        </p:spPr>
        <p:txBody>
          <a:bodyPr spcFirstLastPara="1" vert="horz" wrap="square" lIns="0" tIns="0" rIns="0" bIns="0" rtlCol="0" anchor="ctr" anchorCtr="0">
            <a:noAutofit/>
          </a:bodyPr>
          <a:lstStyle/>
          <a:p>
            <a:pPr marL="0" indent="0">
              <a:lnSpc>
                <a:spcPct val="80000"/>
              </a:lnSpc>
              <a:spcBef>
                <a:spcPts val="0"/>
              </a:spcBef>
              <a:buClr>
                <a:schemeClr val="dk1"/>
              </a:buClr>
              <a:buSzPts val="4800"/>
              <a:buNone/>
            </a:pPr>
            <a:r>
              <a:rPr lang="en-US" sz="4267" dirty="0">
                <a:solidFill>
                  <a:schemeClr val="dk1"/>
                </a:solidFill>
              </a:rPr>
              <a:t>Session 3:  Business Models for e-Commerce</a:t>
            </a:r>
            <a:endParaRPr sz="4267" dirty="0">
              <a:solidFill>
                <a:schemeClr val="dk1"/>
              </a:solidFill>
            </a:endParaRPr>
          </a:p>
        </p:txBody>
      </p:sp>
      <p:sp>
        <p:nvSpPr>
          <p:cNvPr id="4" name="Google Shape;85;p16">
            <a:extLst>
              <a:ext uri="{FF2B5EF4-FFF2-40B4-BE49-F238E27FC236}">
                <a16:creationId xmlns:a16="http://schemas.microsoft.com/office/drawing/2014/main" id="{EFFEFD1D-4F2C-5986-F77C-F62407F8446C}"/>
              </a:ext>
            </a:extLst>
          </p:cNvPr>
          <p:cNvSpPr txBox="1">
            <a:spLocks/>
          </p:cNvSpPr>
          <p:nvPr/>
        </p:nvSpPr>
        <p:spPr>
          <a:xfrm>
            <a:off x="4977215" y="1643301"/>
            <a:ext cx="6405600" cy="10464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368300" algn="ctr" rtl="0">
              <a:lnSpc>
                <a:spcPct val="115000"/>
              </a:lnSpc>
              <a:spcBef>
                <a:spcPts val="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1pPr>
            <a:lvl2pPr marL="914400" marR="0" lvl="1"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2pPr>
            <a:lvl3pPr marL="1371600" marR="0" lvl="2"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3pPr>
            <a:lvl4pPr marL="1828800" marR="0" lvl="3"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4pPr>
            <a:lvl5pPr marL="2286000" marR="0" lvl="4"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5pPr>
            <a:lvl6pPr marL="2743200" marR="0" lvl="5"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6pPr>
            <a:lvl7pPr marL="3200400" marR="0" lvl="6"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7pPr>
            <a:lvl8pPr marL="3657600" marR="0" lvl="7" indent="-368300" algn="ctr" rtl="0">
              <a:lnSpc>
                <a:spcPct val="115000"/>
              </a:lnSpc>
              <a:spcBef>
                <a:spcPts val="1000"/>
              </a:spcBef>
              <a:spcAft>
                <a:spcPts val="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8pPr>
            <a:lvl9pPr marL="4114800" marR="0" lvl="8" indent="-368300" algn="ctr" rtl="0">
              <a:lnSpc>
                <a:spcPct val="115000"/>
              </a:lnSpc>
              <a:spcBef>
                <a:spcPts val="1000"/>
              </a:spcBef>
              <a:spcAft>
                <a:spcPts val="1000"/>
              </a:spcAft>
              <a:buClr>
                <a:schemeClr val="lt1"/>
              </a:buClr>
              <a:buSzPts val="1800"/>
              <a:buFont typeface="Montserrat Light"/>
              <a:buNone/>
              <a:defRPr sz="1800" b="0" i="0" u="none" strike="noStrike" cap="none">
                <a:solidFill>
                  <a:schemeClr val="lt1"/>
                </a:solidFill>
                <a:latin typeface="Montserrat Light"/>
                <a:ea typeface="Montserrat Light"/>
                <a:cs typeface="Montserrat Light"/>
                <a:sym typeface="Montserrat Light"/>
              </a:defRPr>
            </a:lvl9pPr>
          </a:lstStyle>
          <a:p>
            <a:pPr marL="0" indent="0">
              <a:spcAft>
                <a:spcPts val="1333"/>
              </a:spcAft>
            </a:pPr>
            <a:r>
              <a:rPr lang="en-US" sz="2400" dirty="0"/>
              <a:t>MBA(BA) </a:t>
            </a:r>
          </a:p>
        </p:txBody>
      </p:sp>
      <p:pic>
        <p:nvPicPr>
          <p:cNvPr id="2050" name="Picture 2" descr="Ecommerce Shopping Cart Png Photo - Online Shopping Cart Png, Transparent  Png - kindpng">
            <a:extLst>
              <a:ext uri="{FF2B5EF4-FFF2-40B4-BE49-F238E27FC236}">
                <a16:creationId xmlns:a16="http://schemas.microsoft.com/office/drawing/2014/main" id="{81602A68-130B-EC28-5C73-F8D39F87274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54535" y1="74654" x2="54535" y2="74654"/>
                        <a14:foregroundMark x1="54535" y1="74654" x2="54535" y2="74654"/>
                        <a14:foregroundMark x1="46047" y1="73425" x2="46047" y2="73425"/>
                        <a14:foregroundMark x1="46047" y1="73425" x2="46047" y2="73425"/>
                        <a14:foregroundMark x1="82674" y1="44240" x2="82674" y2="44240"/>
                        <a14:foregroundMark x1="82674" y1="44240" x2="82674" y2="44240"/>
                      </a14:backgroundRemoval>
                    </a14:imgEffect>
                  </a14:imgLayer>
                </a14:imgProps>
              </a:ext>
              <a:ext uri="{28A0092B-C50C-407E-A947-70E740481C1C}">
                <a14:useLocalDpi xmlns:a14="http://schemas.microsoft.com/office/drawing/2010/main" val="0"/>
              </a:ext>
            </a:extLst>
          </a:blip>
          <a:srcRect/>
          <a:stretch>
            <a:fillRect/>
          </a:stretch>
        </p:blipFill>
        <p:spPr bwMode="auto">
          <a:xfrm>
            <a:off x="-949842" y="3939017"/>
            <a:ext cx="4660756" cy="35282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BA93-6437-EB51-28E5-DB788BA05BD8}"/>
              </a:ext>
            </a:extLst>
          </p:cNvPr>
          <p:cNvSpPr>
            <a:spLocks noGrp="1"/>
          </p:cNvSpPr>
          <p:nvPr>
            <p:ph type="title"/>
          </p:nvPr>
        </p:nvSpPr>
        <p:spPr>
          <a:xfrm>
            <a:off x="392284" y="1075620"/>
            <a:ext cx="7783032" cy="1143200"/>
          </a:xfrm>
        </p:spPr>
        <p:txBody>
          <a:bodyPr/>
          <a:lstStyle/>
          <a:p>
            <a:r>
              <a:rPr lang="en-US" sz="5333" dirty="0"/>
              <a:t>What is Business Model?</a:t>
            </a:r>
            <a:endParaRPr lang="en-IN" sz="5333" dirty="0"/>
          </a:p>
        </p:txBody>
      </p:sp>
      <p:sp>
        <p:nvSpPr>
          <p:cNvPr id="3" name="Text Placeholder 2">
            <a:extLst>
              <a:ext uri="{FF2B5EF4-FFF2-40B4-BE49-F238E27FC236}">
                <a16:creationId xmlns:a16="http://schemas.microsoft.com/office/drawing/2014/main" id="{4AF4EE46-C5CA-63E5-ED10-AC01A02690B2}"/>
              </a:ext>
            </a:extLst>
          </p:cNvPr>
          <p:cNvSpPr>
            <a:spLocks noGrp="1"/>
          </p:cNvSpPr>
          <p:nvPr>
            <p:ph type="body" idx="1"/>
          </p:nvPr>
        </p:nvSpPr>
        <p:spPr>
          <a:xfrm>
            <a:off x="609599" y="2438400"/>
            <a:ext cx="7565716" cy="4027733"/>
          </a:xfrm>
        </p:spPr>
        <p:txBody>
          <a:bodyPr/>
          <a:lstStyle/>
          <a:p>
            <a:pPr marL="152396" indent="0">
              <a:buNone/>
            </a:pPr>
            <a:r>
              <a:rPr lang="en-US" sz="3200" dirty="0">
                <a:solidFill>
                  <a:schemeClr val="tx2">
                    <a:lumMod val="10000"/>
                  </a:schemeClr>
                </a:solidFill>
                <a:latin typeface="sspr"/>
                <a:ea typeface="Lato" panose="020F0502020204030203" pitchFamily="34" charset="0"/>
                <a:cs typeface="Lato" panose="020F0502020204030203" pitchFamily="34" charset="0"/>
              </a:rPr>
              <a:t>A </a:t>
            </a:r>
            <a:r>
              <a:rPr lang="en-US" sz="32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plan for the successful operation of a business and how it relates to existing products or services in the industry.</a:t>
            </a:r>
          </a:p>
          <a:p>
            <a:pPr marL="152396" indent="0">
              <a:buNone/>
            </a:pPr>
            <a:r>
              <a:rPr lang="en-US" sz="32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rPr>
              <a:t>It also encompasses the revenue sources as well as the potential customer base.</a:t>
            </a:r>
            <a:endParaRPr lang="en-IN" sz="3200" dirty="0">
              <a:solidFill>
                <a:schemeClr val="tx2">
                  <a:lumMod val="10000"/>
                </a:schemeClr>
              </a:solidFill>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154B4078-20EA-346E-EC6D-87A1075BFB03}"/>
              </a:ext>
            </a:extLst>
          </p:cNvPr>
          <p:cNvSpPr>
            <a:spLocks noGrp="1"/>
          </p:cNvSpPr>
          <p:nvPr>
            <p:ph type="sldNum" idx="12"/>
          </p:nvPr>
        </p:nvSpPr>
        <p:spPr/>
        <p:txBody>
          <a:bodyPr/>
          <a:lstStyle/>
          <a:p>
            <a:fld id="{00000000-1234-1234-1234-123412341234}" type="slidenum">
              <a:rPr lang="en" smtClean="0"/>
              <a:pPr/>
              <a:t>2</a:t>
            </a:fld>
            <a:endParaRPr lang="en"/>
          </a:p>
        </p:txBody>
      </p:sp>
    </p:spTree>
    <p:extLst>
      <p:ext uri="{BB962C8B-B14F-4D97-AF65-F5344CB8AC3E}">
        <p14:creationId xmlns:p14="http://schemas.microsoft.com/office/powerpoint/2010/main" val="241190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E445E4-A82D-6AED-C5CD-D739B9874DC4}"/>
              </a:ext>
            </a:extLst>
          </p:cNvPr>
          <p:cNvSpPr>
            <a:spLocks noGrp="1"/>
          </p:cNvSpPr>
          <p:nvPr>
            <p:ph type="title"/>
          </p:nvPr>
        </p:nvSpPr>
        <p:spPr>
          <a:xfrm>
            <a:off x="2546683" y="0"/>
            <a:ext cx="8962971" cy="1143200"/>
          </a:xfrm>
        </p:spPr>
        <p:txBody>
          <a:bodyPr/>
          <a:lstStyle/>
          <a:p>
            <a:r>
              <a:rPr lang="en-IN" dirty="0"/>
              <a:t>BM according to transacting parties</a:t>
            </a:r>
          </a:p>
        </p:txBody>
      </p:sp>
      <p:sp>
        <p:nvSpPr>
          <p:cNvPr id="5" name="Text Placeholder 4">
            <a:extLst>
              <a:ext uri="{FF2B5EF4-FFF2-40B4-BE49-F238E27FC236}">
                <a16:creationId xmlns:a16="http://schemas.microsoft.com/office/drawing/2014/main" id="{E2120ED6-2348-E178-EFA6-2E0DC9208237}"/>
              </a:ext>
            </a:extLst>
          </p:cNvPr>
          <p:cNvSpPr>
            <a:spLocks noGrp="1"/>
          </p:cNvSpPr>
          <p:nvPr>
            <p:ph type="body" idx="1"/>
          </p:nvPr>
        </p:nvSpPr>
        <p:spPr/>
        <p:txBody>
          <a:bodyPr/>
          <a:lstStyle/>
          <a:p>
            <a:endParaRPr lang="en-IN" dirty="0"/>
          </a:p>
        </p:txBody>
      </p:sp>
      <p:sp>
        <p:nvSpPr>
          <p:cNvPr id="3" name="Slide Number Placeholder 2">
            <a:extLst>
              <a:ext uri="{FF2B5EF4-FFF2-40B4-BE49-F238E27FC236}">
                <a16:creationId xmlns:a16="http://schemas.microsoft.com/office/drawing/2014/main" id="{A755293A-CE12-1C5A-88E4-D8B05E3FFAF6}"/>
              </a:ext>
            </a:extLst>
          </p:cNvPr>
          <p:cNvSpPr>
            <a:spLocks noGrp="1"/>
          </p:cNvSpPr>
          <p:nvPr>
            <p:ph type="sldNum" idx="12"/>
          </p:nvPr>
        </p:nvSpPr>
        <p:spPr/>
        <p:txBody>
          <a:bodyPr/>
          <a:lstStyle/>
          <a:p>
            <a:fld id="{00000000-1234-1234-1234-123412341234}" type="slidenum">
              <a:rPr lang="en" smtClean="0"/>
              <a:pPr/>
              <a:t>3</a:t>
            </a:fld>
            <a:endParaRPr lang="en"/>
          </a:p>
        </p:txBody>
      </p:sp>
      <p:pic>
        <p:nvPicPr>
          <p:cNvPr id="1026" name="Picture 2">
            <a:extLst>
              <a:ext uri="{FF2B5EF4-FFF2-40B4-BE49-F238E27FC236}">
                <a16:creationId xmlns:a16="http://schemas.microsoft.com/office/drawing/2014/main" id="{D20939D5-665B-6394-EAA0-0373184B1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1251285"/>
            <a:ext cx="12157085" cy="5642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10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C5AA5-8CD3-D26C-376A-AD417C76D219}"/>
              </a:ext>
            </a:extLst>
          </p:cNvPr>
          <p:cNvSpPr>
            <a:spLocks noGrp="1"/>
          </p:cNvSpPr>
          <p:nvPr>
            <p:ph type="title"/>
          </p:nvPr>
        </p:nvSpPr>
        <p:spPr/>
        <p:txBody>
          <a:bodyPr/>
          <a:lstStyle/>
          <a:p>
            <a:r>
              <a:rPr lang="en-US" dirty="0"/>
              <a:t>B2B</a:t>
            </a:r>
            <a:endParaRPr lang="en-IN" dirty="0"/>
          </a:p>
        </p:txBody>
      </p:sp>
      <p:sp>
        <p:nvSpPr>
          <p:cNvPr id="3" name="Text Placeholder 2">
            <a:extLst>
              <a:ext uri="{FF2B5EF4-FFF2-40B4-BE49-F238E27FC236}">
                <a16:creationId xmlns:a16="http://schemas.microsoft.com/office/drawing/2014/main" id="{28D06AA9-395C-D763-A485-36B80068499A}"/>
              </a:ext>
            </a:extLst>
          </p:cNvPr>
          <p:cNvSpPr>
            <a:spLocks noGrp="1"/>
          </p:cNvSpPr>
          <p:nvPr>
            <p:ph type="body" idx="1"/>
          </p:nvPr>
        </p:nvSpPr>
        <p:spPr/>
        <p:txBody>
          <a:bodyPr/>
          <a:lstStyle/>
          <a:p>
            <a:pPr marL="152396" indent="0">
              <a:buNone/>
            </a:pPr>
            <a:r>
              <a:rPr lang="en-US" sz="2667" dirty="0">
                <a:latin typeface="Lato" panose="020F0502020204030203" pitchFamily="34" charset="0"/>
                <a:ea typeface="Lato" panose="020F0502020204030203" pitchFamily="34" charset="0"/>
                <a:cs typeface="Lato" panose="020F0502020204030203" pitchFamily="34" charset="0"/>
              </a:rPr>
              <a:t>When a mobile app development company is offering its IT solutions to some real estate companies seeking to build an app for their client base, in this situation, the mobile app company advertises its service on their website while real estate companies that are interested can request a price quotation through the same channel.</a:t>
            </a:r>
          </a:p>
          <a:p>
            <a:endParaRPr lang="en-IN" dirty="0"/>
          </a:p>
        </p:txBody>
      </p:sp>
      <p:sp>
        <p:nvSpPr>
          <p:cNvPr id="4" name="Slide Number Placeholder 3">
            <a:extLst>
              <a:ext uri="{FF2B5EF4-FFF2-40B4-BE49-F238E27FC236}">
                <a16:creationId xmlns:a16="http://schemas.microsoft.com/office/drawing/2014/main" id="{5ABFDA8B-C028-A1CA-C1DD-85181C6C212F}"/>
              </a:ext>
            </a:extLst>
          </p:cNvPr>
          <p:cNvSpPr>
            <a:spLocks noGrp="1"/>
          </p:cNvSpPr>
          <p:nvPr>
            <p:ph type="sldNum" idx="12"/>
          </p:nvPr>
        </p:nvSpPr>
        <p:spPr/>
        <p:txBody>
          <a:bodyPr/>
          <a:lstStyle/>
          <a:p>
            <a:fld id="{00000000-1234-1234-1234-123412341234}" type="slidenum">
              <a:rPr lang="en" smtClean="0"/>
              <a:pPr/>
              <a:t>4</a:t>
            </a:fld>
            <a:endParaRPr lang="en"/>
          </a:p>
        </p:txBody>
      </p:sp>
    </p:spTree>
    <p:extLst>
      <p:ext uri="{BB962C8B-B14F-4D97-AF65-F5344CB8AC3E}">
        <p14:creationId xmlns:p14="http://schemas.microsoft.com/office/powerpoint/2010/main" val="166352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FEA42-72A3-AF44-62DC-33D953DBE196}"/>
              </a:ext>
            </a:extLst>
          </p:cNvPr>
          <p:cNvSpPr>
            <a:spLocks noGrp="1"/>
          </p:cNvSpPr>
          <p:nvPr>
            <p:ph type="title"/>
          </p:nvPr>
        </p:nvSpPr>
        <p:spPr>
          <a:xfrm rot="16200000">
            <a:off x="-3102600" y="2612200"/>
            <a:ext cx="7348400" cy="1143200"/>
          </a:xfrm>
        </p:spPr>
        <p:txBody>
          <a:bodyPr/>
          <a:lstStyle/>
          <a:p>
            <a:r>
              <a:rPr lang="en-IN" dirty="0"/>
              <a:t>B2B</a:t>
            </a:r>
          </a:p>
        </p:txBody>
      </p:sp>
      <p:pic>
        <p:nvPicPr>
          <p:cNvPr id="4" name="Picture 3">
            <a:extLst>
              <a:ext uri="{FF2B5EF4-FFF2-40B4-BE49-F238E27FC236}">
                <a16:creationId xmlns:a16="http://schemas.microsoft.com/office/drawing/2014/main" id="{8DBF1146-CF78-D3D0-DC92-15C1944EA16B}"/>
              </a:ext>
            </a:extLst>
          </p:cNvPr>
          <p:cNvPicPr>
            <a:picLocks noChangeAspect="1"/>
          </p:cNvPicPr>
          <p:nvPr/>
        </p:nvPicPr>
        <p:blipFill>
          <a:blip r:embed="rId2"/>
          <a:stretch>
            <a:fillRect/>
          </a:stretch>
        </p:blipFill>
        <p:spPr>
          <a:xfrm>
            <a:off x="2488987" y="-156411"/>
            <a:ext cx="9855413" cy="6930190"/>
          </a:xfrm>
          <a:prstGeom prst="rect">
            <a:avLst/>
          </a:prstGeom>
        </p:spPr>
      </p:pic>
    </p:spTree>
    <p:extLst>
      <p:ext uri="{BB962C8B-B14F-4D97-AF65-F5344CB8AC3E}">
        <p14:creationId xmlns:p14="http://schemas.microsoft.com/office/powerpoint/2010/main" val="89374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8DE8-6C6B-577D-8283-A2726026884F}"/>
              </a:ext>
            </a:extLst>
          </p:cNvPr>
          <p:cNvSpPr>
            <a:spLocks noGrp="1"/>
          </p:cNvSpPr>
          <p:nvPr>
            <p:ph type="title"/>
          </p:nvPr>
        </p:nvSpPr>
        <p:spPr>
          <a:xfrm>
            <a:off x="2892055" y="249932"/>
            <a:ext cx="7348400" cy="1143200"/>
          </a:xfrm>
        </p:spPr>
        <p:txBody>
          <a:bodyPr/>
          <a:lstStyle/>
          <a:p>
            <a:r>
              <a:rPr lang="en-US" dirty="0"/>
              <a:t>B2B Model</a:t>
            </a:r>
            <a:endParaRPr lang="en-IN" dirty="0"/>
          </a:p>
        </p:txBody>
      </p:sp>
      <p:sp>
        <p:nvSpPr>
          <p:cNvPr id="3" name="Text Placeholder 2">
            <a:extLst>
              <a:ext uri="{FF2B5EF4-FFF2-40B4-BE49-F238E27FC236}">
                <a16:creationId xmlns:a16="http://schemas.microsoft.com/office/drawing/2014/main" id="{CE5610B0-89B4-0D8D-51AE-5BCB8D058393}"/>
              </a:ext>
            </a:extLst>
          </p:cNvPr>
          <p:cNvSpPr>
            <a:spLocks noGrp="1"/>
          </p:cNvSpPr>
          <p:nvPr>
            <p:ph type="body" idx="1"/>
          </p:nvPr>
        </p:nvSpPr>
        <p:spPr>
          <a:xfrm>
            <a:off x="221752" y="1670399"/>
            <a:ext cx="5463123" cy="4838401"/>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PROs</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 B2B market is predictable as well as stable.</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There is greater customer loyalty than in other models of eCommerce</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B2B features lower operating costs after the initial setup since most processes are automated and valid for a long time.</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One can generate a sustainable and reasonably high-profit margin from repeat clients.</a:t>
            </a:r>
          </a:p>
          <a:p>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4" name="Text Placeholder 3">
            <a:extLst>
              <a:ext uri="{FF2B5EF4-FFF2-40B4-BE49-F238E27FC236}">
                <a16:creationId xmlns:a16="http://schemas.microsoft.com/office/drawing/2014/main" id="{1DE6E422-24A0-4756-1DC4-803E01577F18}"/>
              </a:ext>
            </a:extLst>
          </p:cNvPr>
          <p:cNvSpPr>
            <a:spLocks noGrp="1"/>
          </p:cNvSpPr>
          <p:nvPr>
            <p:ph type="body" idx="2"/>
          </p:nvPr>
        </p:nvSpPr>
        <p:spPr>
          <a:xfrm>
            <a:off x="5706755" y="1550083"/>
            <a:ext cx="5966490" cy="4561135"/>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B2B often requires substantial capital to set up. </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Costs include business registration, branding, and setting up a physical or virtual office.</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There is a smaller pool of customers when compared to other models.</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Since B2B marketing targets businesses, sales take a longer time to convert</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Smaller customer base </a:t>
            </a:r>
            <a:r>
              <a:rPr lang="en-US" dirty="0">
                <a:solidFill>
                  <a:srgbClr val="000000"/>
                </a:solidFill>
                <a:latin typeface="Lato" panose="020F0502020204030203" pitchFamily="34" charset="0"/>
                <a:ea typeface="Lato" panose="020F0502020204030203" pitchFamily="34" charset="0"/>
                <a:cs typeface="Lato" panose="020F0502020204030203" pitchFamily="34" charset="0"/>
              </a:rPr>
              <a:t>might result in giving </a:t>
            </a: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huge discounts for bulk purchase, resulting in lower profit of the seller.</a:t>
            </a:r>
          </a:p>
          <a:p>
            <a:pPr marL="169329" indent="0">
              <a:buNone/>
            </a:pPr>
            <a:endParaRPr lang="en-US" dirty="0">
              <a:latin typeface="Lato" panose="020F0502020204030203" pitchFamily="34" charset="0"/>
              <a:ea typeface="Lato" panose="020F0502020204030203" pitchFamily="34" charset="0"/>
              <a:cs typeface="Lato" panose="020F0502020204030203" pitchFamily="34" charset="0"/>
            </a:endParaRPr>
          </a:p>
          <a:p>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5" name="Slide Number Placeholder 4">
            <a:extLst>
              <a:ext uri="{FF2B5EF4-FFF2-40B4-BE49-F238E27FC236}">
                <a16:creationId xmlns:a16="http://schemas.microsoft.com/office/drawing/2014/main" id="{0D8CCAED-1E88-795B-AC60-C809750B4A03}"/>
              </a:ext>
            </a:extLst>
          </p:cNvPr>
          <p:cNvSpPr>
            <a:spLocks noGrp="1"/>
          </p:cNvSpPr>
          <p:nvPr>
            <p:ph type="sldNum" idx="12"/>
          </p:nvPr>
        </p:nvSpPr>
        <p:spPr/>
        <p:txBody>
          <a:bodyPr/>
          <a:lstStyle/>
          <a:p>
            <a:fld id="{00000000-1234-1234-1234-123412341234}" type="slidenum">
              <a:rPr lang="en" smtClean="0"/>
              <a:pPr/>
              <a:t>6</a:t>
            </a:fld>
            <a:endParaRPr lang="en"/>
          </a:p>
        </p:txBody>
      </p:sp>
    </p:spTree>
    <p:extLst>
      <p:ext uri="{BB962C8B-B14F-4D97-AF65-F5344CB8AC3E}">
        <p14:creationId xmlns:p14="http://schemas.microsoft.com/office/powerpoint/2010/main" val="3991831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5483-6CD3-3855-3E13-C33A33CA05E6}"/>
              </a:ext>
            </a:extLst>
          </p:cNvPr>
          <p:cNvSpPr>
            <a:spLocks noGrp="1"/>
          </p:cNvSpPr>
          <p:nvPr>
            <p:ph type="title"/>
          </p:nvPr>
        </p:nvSpPr>
        <p:spPr>
          <a:xfrm>
            <a:off x="609600" y="1061443"/>
            <a:ext cx="7348400" cy="1143200"/>
          </a:xfrm>
        </p:spPr>
        <p:txBody>
          <a:bodyPr/>
          <a:lstStyle/>
          <a:p>
            <a:r>
              <a:rPr lang="en-US" dirty="0"/>
              <a:t>B2C</a:t>
            </a:r>
            <a:endParaRPr lang="en-IN" dirty="0"/>
          </a:p>
        </p:txBody>
      </p:sp>
      <p:sp>
        <p:nvSpPr>
          <p:cNvPr id="3" name="Text Placeholder 2">
            <a:extLst>
              <a:ext uri="{FF2B5EF4-FFF2-40B4-BE49-F238E27FC236}">
                <a16:creationId xmlns:a16="http://schemas.microsoft.com/office/drawing/2014/main" id="{33750098-00BD-B959-B537-7E5557CCB3F6}"/>
              </a:ext>
            </a:extLst>
          </p:cNvPr>
          <p:cNvSpPr>
            <a:spLocks noGrp="1"/>
          </p:cNvSpPr>
          <p:nvPr>
            <p:ph type="body" idx="1"/>
          </p:nvPr>
        </p:nvSpPr>
        <p:spPr>
          <a:xfrm>
            <a:off x="255181" y="2322957"/>
            <a:ext cx="8973879" cy="3687983"/>
          </a:xfrm>
        </p:spPr>
        <p:txBody>
          <a:bodyPr/>
          <a:lstStyle/>
          <a:p>
            <a:r>
              <a:rPr lang="en-US" dirty="0">
                <a:solidFill>
                  <a:schemeClr val="tx1"/>
                </a:solidFill>
              </a:rPr>
              <a:t>A traveling agency that provides ticket and travel insurance policies to clients.</a:t>
            </a:r>
          </a:p>
          <a:p>
            <a:r>
              <a:rPr lang="en-US" dirty="0">
                <a:solidFill>
                  <a:schemeClr val="tx1"/>
                </a:solidFill>
              </a:rPr>
              <a:t>A digital education website such as </a:t>
            </a:r>
            <a:r>
              <a:rPr lang="en-US" dirty="0" err="1">
                <a:solidFill>
                  <a:schemeClr val="tx1"/>
                </a:solidFill>
              </a:rPr>
              <a:t>CodeAcademy</a:t>
            </a:r>
            <a:r>
              <a:rPr lang="en-US" dirty="0">
                <a:solidFill>
                  <a:schemeClr val="tx1"/>
                </a:solidFill>
              </a:rPr>
              <a:t> that lets users learn basic computer programming for free.</a:t>
            </a:r>
          </a:p>
          <a:p>
            <a:endParaRPr lang="en-IN" dirty="0"/>
          </a:p>
        </p:txBody>
      </p:sp>
      <p:sp>
        <p:nvSpPr>
          <p:cNvPr id="4" name="Slide Number Placeholder 3">
            <a:extLst>
              <a:ext uri="{FF2B5EF4-FFF2-40B4-BE49-F238E27FC236}">
                <a16:creationId xmlns:a16="http://schemas.microsoft.com/office/drawing/2014/main" id="{773537D3-5A27-B718-FAD9-E062F76C5B83}"/>
              </a:ext>
            </a:extLst>
          </p:cNvPr>
          <p:cNvSpPr>
            <a:spLocks noGrp="1"/>
          </p:cNvSpPr>
          <p:nvPr>
            <p:ph type="sldNum" idx="12"/>
          </p:nvPr>
        </p:nvSpPr>
        <p:spPr/>
        <p:txBody>
          <a:bodyPr/>
          <a:lstStyle/>
          <a:p>
            <a:fld id="{00000000-1234-1234-1234-123412341234}" type="slidenum">
              <a:rPr lang="en" smtClean="0"/>
              <a:pPr/>
              <a:t>7</a:t>
            </a:fld>
            <a:endParaRPr lang="en"/>
          </a:p>
        </p:txBody>
      </p:sp>
      <p:pic>
        <p:nvPicPr>
          <p:cNvPr id="2050" name="Picture 2" descr="Frost &amp; Sullivan Promotes Malaysia's B2C E-Commerce Market | MarTech Cube">
            <a:extLst>
              <a:ext uri="{FF2B5EF4-FFF2-40B4-BE49-F238E27FC236}">
                <a16:creationId xmlns:a16="http://schemas.microsoft.com/office/drawing/2014/main" id="{3C4F9863-2ECE-9538-48D2-9010FA51C1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167" t="-1" r="14833" b="-4370"/>
          <a:stretch/>
        </p:blipFill>
        <p:spPr bwMode="auto">
          <a:xfrm>
            <a:off x="3516259" y="4216402"/>
            <a:ext cx="3104675" cy="2641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0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16B8E-981C-E7ED-1A74-F4DC27F2E9A5}"/>
              </a:ext>
            </a:extLst>
          </p:cNvPr>
          <p:cNvSpPr>
            <a:spLocks noGrp="1"/>
          </p:cNvSpPr>
          <p:nvPr>
            <p:ph type="title"/>
          </p:nvPr>
        </p:nvSpPr>
        <p:spPr>
          <a:xfrm rot="16200000">
            <a:off x="-3064600" y="2612200"/>
            <a:ext cx="7348400" cy="1143200"/>
          </a:xfrm>
        </p:spPr>
        <p:txBody>
          <a:bodyPr/>
          <a:lstStyle/>
          <a:p>
            <a:r>
              <a:rPr lang="en-IN" dirty="0"/>
              <a:t> B2C</a:t>
            </a:r>
          </a:p>
        </p:txBody>
      </p:sp>
      <p:sp>
        <p:nvSpPr>
          <p:cNvPr id="3" name="Text Placeholder 2">
            <a:extLst>
              <a:ext uri="{FF2B5EF4-FFF2-40B4-BE49-F238E27FC236}">
                <a16:creationId xmlns:a16="http://schemas.microsoft.com/office/drawing/2014/main" id="{CE6A31D2-B4F6-F432-96B8-E7F5FFB85E1B}"/>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80B04709-DCE4-EDA9-E1F4-60C47D4BA1E5}"/>
              </a:ext>
            </a:extLst>
          </p:cNvPr>
          <p:cNvPicPr>
            <a:picLocks noChangeAspect="1"/>
          </p:cNvPicPr>
          <p:nvPr/>
        </p:nvPicPr>
        <p:blipFill>
          <a:blip r:embed="rId2"/>
          <a:stretch>
            <a:fillRect/>
          </a:stretch>
        </p:blipFill>
        <p:spPr>
          <a:xfrm>
            <a:off x="1925053" y="0"/>
            <a:ext cx="10455441" cy="6858000"/>
          </a:xfrm>
          <a:prstGeom prst="rect">
            <a:avLst/>
          </a:prstGeom>
        </p:spPr>
      </p:pic>
    </p:spTree>
    <p:extLst>
      <p:ext uri="{BB962C8B-B14F-4D97-AF65-F5344CB8AC3E}">
        <p14:creationId xmlns:p14="http://schemas.microsoft.com/office/powerpoint/2010/main" val="1843588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7403B7-F40B-B427-BA19-1EF360F9D3F4}"/>
              </a:ext>
            </a:extLst>
          </p:cNvPr>
          <p:cNvSpPr>
            <a:spLocks noGrp="1"/>
          </p:cNvSpPr>
          <p:nvPr>
            <p:ph type="title"/>
          </p:nvPr>
        </p:nvSpPr>
        <p:spPr>
          <a:xfrm>
            <a:off x="2736112" y="225015"/>
            <a:ext cx="7348400" cy="1143200"/>
          </a:xfrm>
        </p:spPr>
        <p:txBody>
          <a:bodyPr/>
          <a:lstStyle/>
          <a:p>
            <a:r>
              <a:rPr lang="en-US" dirty="0"/>
              <a:t>B2C Model</a:t>
            </a:r>
            <a:endParaRPr lang="en-IN" dirty="0"/>
          </a:p>
        </p:txBody>
      </p:sp>
      <p:sp>
        <p:nvSpPr>
          <p:cNvPr id="6" name="Text Placeholder 5">
            <a:extLst>
              <a:ext uri="{FF2B5EF4-FFF2-40B4-BE49-F238E27FC236}">
                <a16:creationId xmlns:a16="http://schemas.microsoft.com/office/drawing/2014/main" id="{33E95917-1194-4223-D01E-EC221BD1A09C}"/>
              </a:ext>
            </a:extLst>
          </p:cNvPr>
          <p:cNvSpPr>
            <a:spLocks noGrp="1"/>
          </p:cNvSpPr>
          <p:nvPr>
            <p:ph type="body" idx="1"/>
          </p:nvPr>
        </p:nvSpPr>
        <p:spPr>
          <a:xfrm>
            <a:off x="326065" y="1340896"/>
            <a:ext cx="5769935" cy="4890639"/>
          </a:xfrm>
        </p:spPr>
        <p:txBody>
          <a:bodyPr/>
          <a:lstStyle/>
          <a:p>
            <a:pPr marL="169329" indent="0">
              <a:buNone/>
            </a:pPr>
            <a:r>
              <a:rPr lang="en-US" sz="1867" dirty="0">
                <a:solidFill>
                  <a:schemeClr val="tx1">
                    <a:lumMod val="50000"/>
                  </a:schemeClr>
                </a:solidFill>
              </a:rPr>
              <a:t>PROs</a:t>
            </a:r>
          </a:p>
          <a:p>
            <a:pPr>
              <a:buFont typeface="Arial" panose="020B0604020202020204" pitchFamily="34" charset="0"/>
              <a:buChar char="•"/>
            </a:pPr>
            <a:r>
              <a:rPr lang="en-US"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Reasonably low startup capital when compared to other eCommerce models can leverage advantages of transaction models.</a:t>
            </a:r>
          </a:p>
          <a:p>
            <a:pPr>
              <a:buFont typeface="Arial" panose="020B0604020202020204" pitchFamily="34" charset="0"/>
              <a:buChar char="•"/>
            </a:pPr>
            <a:r>
              <a:rPr lang="en-US"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Wide range of audiences with known purchase patterns and behavior.</a:t>
            </a:r>
          </a:p>
          <a:p>
            <a:pPr>
              <a:buFont typeface="Arial" panose="020B0604020202020204" pitchFamily="34" charset="0"/>
              <a:buChar char="•"/>
            </a:pPr>
            <a:r>
              <a:rPr lang="en-US"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Better flexibility since the platform is the channel for efficiently collating market demand in real time.</a:t>
            </a:r>
          </a:p>
          <a:p>
            <a:pPr>
              <a:buFont typeface="Arial" panose="020B0604020202020204" pitchFamily="34" charset="0"/>
              <a:buChar char="•"/>
            </a:pPr>
            <a:r>
              <a:rPr lang="en-US"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Easier to tempt B2C eCommerce shoppers to practice impulse buying.</a:t>
            </a:r>
          </a:p>
          <a:p>
            <a:pPr>
              <a:buFont typeface="Arial" panose="020B0604020202020204" pitchFamily="34" charset="0"/>
              <a:buChar char="•"/>
            </a:pPr>
            <a:r>
              <a:rPr lang="en-GB"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This strategy allows small and medium-sized firms to expand swiftly.</a:t>
            </a:r>
            <a:endParaRPr lang="en-IN" sz="2000"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endParaRPr>
          </a:p>
        </p:txBody>
      </p:sp>
      <p:sp>
        <p:nvSpPr>
          <p:cNvPr id="7" name="Text Placeholder 6">
            <a:extLst>
              <a:ext uri="{FF2B5EF4-FFF2-40B4-BE49-F238E27FC236}">
                <a16:creationId xmlns:a16="http://schemas.microsoft.com/office/drawing/2014/main" id="{00C2CFDD-6525-DF8E-DED5-882194D0CD48}"/>
              </a:ext>
            </a:extLst>
          </p:cNvPr>
          <p:cNvSpPr>
            <a:spLocks noGrp="1"/>
          </p:cNvSpPr>
          <p:nvPr>
            <p:ph type="body" idx="2"/>
          </p:nvPr>
        </p:nvSpPr>
        <p:spPr>
          <a:xfrm>
            <a:off x="6494433" y="1603296"/>
            <a:ext cx="5361519" cy="4890639"/>
          </a:xfrm>
        </p:spPr>
        <p:txBody>
          <a:bodyPr/>
          <a:lstStyle/>
          <a:p>
            <a:pPr marL="169329" indent="0">
              <a:buNone/>
            </a:pPr>
            <a:r>
              <a:rPr lang="en-US" dirty="0">
                <a:solidFill>
                  <a:schemeClr val="tx1">
                    <a:lumMod val="50000"/>
                  </a:schemeClr>
                </a:solidFill>
              </a:rPr>
              <a:t>CONs</a:t>
            </a:r>
          </a:p>
          <a:p>
            <a:pPr algn="l">
              <a:buFont typeface="Arial" panose="020B0604020202020204" pitchFamily="34" charset="0"/>
              <a:buChar char="•"/>
            </a:pPr>
            <a:r>
              <a:rPr lang="en-US" dirty="0">
                <a:solidFill>
                  <a:schemeClr val="tx1">
                    <a:lumMod val="50000"/>
                  </a:schemeClr>
                </a:solidFill>
              </a:rPr>
              <a:t>The B2C space is highly competitive with most firms already boasting a majority of the market share.</a:t>
            </a:r>
          </a:p>
          <a:p>
            <a:pPr>
              <a:buFont typeface="Arial" panose="020B0604020202020204" pitchFamily="34" charset="0"/>
              <a:buChar char="•"/>
            </a:pPr>
            <a:r>
              <a:rPr lang="en-US" dirty="0">
                <a:solidFill>
                  <a:schemeClr val="tx1">
                    <a:lumMod val="50000"/>
                  </a:schemeClr>
                </a:solidFill>
              </a:rPr>
              <a:t>The market is continually evolving and requires upgrades more frequently than in other models.</a:t>
            </a:r>
          </a:p>
          <a:p>
            <a:pPr>
              <a:buFont typeface="Arial" panose="020B0604020202020204" pitchFamily="34" charset="0"/>
              <a:buChar char="•"/>
            </a:pPr>
            <a:r>
              <a:rPr lang="en-GB" dirty="0">
                <a:solidFill>
                  <a:schemeClr val="tx1">
                    <a:lumMod val="50000"/>
                  </a:schemeClr>
                </a:solidFill>
              </a:rPr>
              <a:t>The website must be able to process several orders simultaneously.</a:t>
            </a:r>
          </a:p>
          <a:p>
            <a:pPr>
              <a:buFont typeface="Arial" panose="020B0604020202020204" pitchFamily="34" charset="0"/>
              <a:buChar char="•"/>
            </a:pPr>
            <a:r>
              <a:rPr lang="en-GB" dirty="0">
                <a:solidFill>
                  <a:schemeClr val="tx1">
                    <a:lumMod val="50000"/>
                  </a:schemeClr>
                </a:solidFill>
              </a:rPr>
              <a:t> Low order values keep the profit margin lower than on a B2B website.</a:t>
            </a:r>
          </a:p>
          <a:p>
            <a:pPr>
              <a:buFont typeface="Arial" panose="020B0604020202020204" pitchFamily="34" charset="0"/>
              <a:buChar char="•"/>
            </a:pPr>
            <a:r>
              <a:rPr lang="en-GB" dirty="0">
                <a:solidFill>
                  <a:schemeClr val="tx1">
                    <a:lumMod val="50000"/>
                  </a:schemeClr>
                </a:solidFill>
              </a:rPr>
              <a:t>Repeat business is hard to come by, thus you should spend more on web advertising.</a:t>
            </a:r>
            <a:endParaRPr lang="en-US" dirty="0">
              <a:solidFill>
                <a:schemeClr val="tx1">
                  <a:lumMod val="50000"/>
                </a:schemeClr>
              </a:solidFill>
            </a:endParaRPr>
          </a:p>
          <a:p>
            <a:pPr marL="169329" indent="0">
              <a:buNone/>
            </a:pPr>
            <a:br>
              <a:rPr lang="en-US" dirty="0">
                <a:solidFill>
                  <a:schemeClr val="tx1">
                    <a:lumMod val="50000"/>
                  </a:schemeClr>
                </a:solidFill>
              </a:rPr>
            </a:br>
            <a:endParaRPr lang="en-IN" dirty="0">
              <a:solidFill>
                <a:schemeClr val="tx1">
                  <a:lumMod val="50000"/>
                </a:schemeClr>
              </a:solidFill>
            </a:endParaRPr>
          </a:p>
        </p:txBody>
      </p:sp>
      <p:sp>
        <p:nvSpPr>
          <p:cNvPr id="4" name="Slide Number Placeholder 3">
            <a:extLst>
              <a:ext uri="{FF2B5EF4-FFF2-40B4-BE49-F238E27FC236}">
                <a16:creationId xmlns:a16="http://schemas.microsoft.com/office/drawing/2014/main" id="{EF08B7F5-1F08-4485-A2DB-AEC794F3E9F6}"/>
              </a:ext>
            </a:extLst>
          </p:cNvPr>
          <p:cNvSpPr>
            <a:spLocks noGrp="1"/>
          </p:cNvSpPr>
          <p:nvPr>
            <p:ph type="sldNum" idx="12"/>
          </p:nvPr>
        </p:nvSpPr>
        <p:spPr/>
        <p:txBody>
          <a:bodyPr/>
          <a:lstStyle/>
          <a:p>
            <a:fld id="{00000000-1234-1234-1234-123412341234}" type="slidenum">
              <a:rPr lang="en" smtClean="0"/>
              <a:pPr/>
              <a:t>9</a:t>
            </a:fld>
            <a:endParaRPr lang="en"/>
          </a:p>
        </p:txBody>
      </p:sp>
    </p:spTree>
    <p:extLst>
      <p:ext uri="{BB962C8B-B14F-4D97-AF65-F5344CB8AC3E}">
        <p14:creationId xmlns:p14="http://schemas.microsoft.com/office/powerpoint/2010/main" val="991227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83D6CA-5197-9E37-F9CE-D7866291D4DB}"/>
              </a:ext>
            </a:extLst>
          </p:cNvPr>
          <p:cNvSpPr>
            <a:spLocks noGrp="1"/>
          </p:cNvSpPr>
          <p:nvPr>
            <p:ph type="title"/>
          </p:nvPr>
        </p:nvSpPr>
        <p:spPr>
          <a:xfrm>
            <a:off x="609600" y="1118149"/>
            <a:ext cx="7348400" cy="1143200"/>
          </a:xfrm>
        </p:spPr>
        <p:txBody>
          <a:bodyPr/>
          <a:lstStyle/>
          <a:p>
            <a:r>
              <a:rPr lang="en-US" dirty="0"/>
              <a:t>C2B</a:t>
            </a:r>
            <a:endParaRPr lang="en-IN" dirty="0"/>
          </a:p>
        </p:txBody>
      </p:sp>
      <p:sp>
        <p:nvSpPr>
          <p:cNvPr id="7" name="Text Placeholder 6">
            <a:extLst>
              <a:ext uri="{FF2B5EF4-FFF2-40B4-BE49-F238E27FC236}">
                <a16:creationId xmlns:a16="http://schemas.microsoft.com/office/drawing/2014/main" id="{CB7316D0-AF32-135B-2182-CA22B7D026ED}"/>
              </a:ext>
            </a:extLst>
          </p:cNvPr>
          <p:cNvSpPr>
            <a:spLocks noGrp="1"/>
          </p:cNvSpPr>
          <p:nvPr>
            <p:ph type="body" idx="1"/>
          </p:nvPr>
        </p:nvSpPr>
        <p:spPr>
          <a:xfrm>
            <a:off x="152955" y="2807093"/>
            <a:ext cx="10068477" cy="3942673"/>
          </a:xfrm>
        </p:spPr>
        <p:txBody>
          <a:bodyPr/>
          <a:lstStyle/>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 sports blogger who bills a gaming company to promote their services on his blog </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Social media managers, content creators, brand managers, programmers, and many other services providers working online for a company.</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Social media users filling in surveys.</a:t>
            </a:r>
          </a:p>
          <a:p>
            <a:endParaRPr lang="en-IN" dirty="0"/>
          </a:p>
        </p:txBody>
      </p:sp>
      <p:sp>
        <p:nvSpPr>
          <p:cNvPr id="5" name="Slide Number Placeholder 4">
            <a:extLst>
              <a:ext uri="{FF2B5EF4-FFF2-40B4-BE49-F238E27FC236}">
                <a16:creationId xmlns:a16="http://schemas.microsoft.com/office/drawing/2014/main" id="{A57A70F3-55BE-8801-B331-BA5177AF7351}"/>
              </a:ext>
            </a:extLst>
          </p:cNvPr>
          <p:cNvSpPr>
            <a:spLocks noGrp="1"/>
          </p:cNvSpPr>
          <p:nvPr>
            <p:ph type="sldNum" idx="12"/>
          </p:nvPr>
        </p:nvSpPr>
        <p:spPr/>
        <p:txBody>
          <a:bodyPr/>
          <a:lstStyle/>
          <a:p>
            <a:fld id="{00000000-1234-1234-1234-123412341234}" type="slidenum">
              <a:rPr lang="en" smtClean="0"/>
              <a:pPr/>
              <a:t>10</a:t>
            </a:fld>
            <a:endParaRPr lang="en"/>
          </a:p>
        </p:txBody>
      </p:sp>
      <p:pic>
        <p:nvPicPr>
          <p:cNvPr id="3" name="Picture 2">
            <a:extLst>
              <a:ext uri="{FF2B5EF4-FFF2-40B4-BE49-F238E27FC236}">
                <a16:creationId xmlns:a16="http://schemas.microsoft.com/office/drawing/2014/main" id="{85D6FC8E-41EA-2FFA-E442-44F09970566E}"/>
              </a:ext>
            </a:extLst>
          </p:cNvPr>
          <p:cNvPicPr>
            <a:picLocks noChangeAspect="1"/>
          </p:cNvPicPr>
          <p:nvPr/>
        </p:nvPicPr>
        <p:blipFill>
          <a:blip r:embed="rId3"/>
          <a:stretch>
            <a:fillRect/>
          </a:stretch>
        </p:blipFill>
        <p:spPr>
          <a:xfrm>
            <a:off x="4896222" y="1"/>
            <a:ext cx="3912145" cy="2807092"/>
          </a:xfrm>
          <a:prstGeom prst="rect">
            <a:avLst/>
          </a:prstGeom>
        </p:spPr>
      </p:pic>
    </p:spTree>
    <p:extLst>
      <p:ext uri="{BB962C8B-B14F-4D97-AF65-F5344CB8AC3E}">
        <p14:creationId xmlns:p14="http://schemas.microsoft.com/office/powerpoint/2010/main" val="2592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31B58-DCBF-C765-3CBA-6C7C43B6D4B4}"/>
              </a:ext>
            </a:extLst>
          </p:cNvPr>
          <p:cNvSpPr>
            <a:spLocks noGrp="1"/>
          </p:cNvSpPr>
          <p:nvPr>
            <p:ph type="title"/>
          </p:nvPr>
        </p:nvSpPr>
        <p:spPr>
          <a:xfrm rot="16200000">
            <a:off x="-3102600" y="2612200"/>
            <a:ext cx="7348400" cy="1143200"/>
          </a:xfrm>
        </p:spPr>
        <p:txBody>
          <a:bodyPr/>
          <a:lstStyle/>
          <a:p>
            <a:r>
              <a:rPr lang="en-IN" dirty="0"/>
              <a:t>C2B</a:t>
            </a:r>
          </a:p>
        </p:txBody>
      </p:sp>
      <p:pic>
        <p:nvPicPr>
          <p:cNvPr id="4" name="Picture 3">
            <a:extLst>
              <a:ext uri="{FF2B5EF4-FFF2-40B4-BE49-F238E27FC236}">
                <a16:creationId xmlns:a16="http://schemas.microsoft.com/office/drawing/2014/main" id="{F27C8650-F181-F6D0-C85B-61F91DCA611C}"/>
              </a:ext>
            </a:extLst>
          </p:cNvPr>
          <p:cNvPicPr>
            <a:picLocks noChangeAspect="1"/>
          </p:cNvPicPr>
          <p:nvPr/>
        </p:nvPicPr>
        <p:blipFill>
          <a:blip r:embed="rId2"/>
          <a:stretch>
            <a:fillRect/>
          </a:stretch>
        </p:blipFill>
        <p:spPr>
          <a:xfrm>
            <a:off x="2454443" y="60158"/>
            <a:ext cx="9737557" cy="6737684"/>
          </a:xfrm>
          <a:prstGeom prst="rect">
            <a:avLst/>
          </a:prstGeom>
        </p:spPr>
      </p:pic>
    </p:spTree>
    <p:extLst>
      <p:ext uri="{BB962C8B-B14F-4D97-AF65-F5344CB8AC3E}">
        <p14:creationId xmlns:p14="http://schemas.microsoft.com/office/powerpoint/2010/main" val="908095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F31D4E-D27E-7B0D-1D85-C96EB620C7D9}"/>
              </a:ext>
            </a:extLst>
          </p:cNvPr>
          <p:cNvSpPr>
            <a:spLocks noGrp="1"/>
          </p:cNvSpPr>
          <p:nvPr>
            <p:ph type="title"/>
          </p:nvPr>
        </p:nvSpPr>
        <p:spPr>
          <a:xfrm>
            <a:off x="2608521" y="239191"/>
            <a:ext cx="7348400" cy="1143200"/>
          </a:xfrm>
        </p:spPr>
        <p:txBody>
          <a:bodyPr/>
          <a:lstStyle/>
          <a:p>
            <a:r>
              <a:rPr lang="en-US" dirty="0"/>
              <a:t>C2B Model</a:t>
            </a:r>
            <a:endParaRPr lang="en-IN" dirty="0"/>
          </a:p>
        </p:txBody>
      </p:sp>
      <p:sp>
        <p:nvSpPr>
          <p:cNvPr id="6" name="Text Placeholder 5">
            <a:extLst>
              <a:ext uri="{FF2B5EF4-FFF2-40B4-BE49-F238E27FC236}">
                <a16:creationId xmlns:a16="http://schemas.microsoft.com/office/drawing/2014/main" id="{469B3238-30B1-0429-95FF-C917780D16DA}"/>
              </a:ext>
            </a:extLst>
          </p:cNvPr>
          <p:cNvSpPr>
            <a:spLocks noGrp="1"/>
          </p:cNvSpPr>
          <p:nvPr>
            <p:ph type="body" idx="1"/>
          </p:nvPr>
        </p:nvSpPr>
        <p:spPr>
          <a:xfrm>
            <a:off x="311888" y="1411080"/>
            <a:ext cx="5897525" cy="5053219"/>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PROs</a:t>
            </a:r>
          </a:p>
          <a:p>
            <a:pPr marL="169329" indent="0" algn="l">
              <a:buNone/>
            </a:pPr>
            <a:endParaRPr lang="en-GB" dirty="0">
              <a:solidFill>
                <a:srgbClr val="000000"/>
              </a:solidFill>
              <a:latin typeface="Lato" panose="020F0502020204030203" pitchFamily="34" charset="0"/>
              <a:ea typeface="Lato" panose="020F0502020204030203" pitchFamily="34" charset="0"/>
              <a:cs typeface="Lato" panose="020F0502020204030203" pitchFamily="34" charset="0"/>
            </a:endParaRPr>
          </a:p>
          <a:p>
            <a:pPr marL="169329" indent="0" algn="l">
              <a:buNone/>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generates employment chances and serves as a fantastic platform for people who wish to make money off of their skills or effort. This business model has introduced innovation and altered how businesses operate.C2B e-commerce has opened up a new revenue stream for companies, which is one of its main benefits. Additionally, this distinctive approach enables clients to communicate directly with company establishments thanks to the development of the internet. Even a few years ago, this was virtually impossible.</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7" name="Text Placeholder 6">
            <a:extLst>
              <a:ext uri="{FF2B5EF4-FFF2-40B4-BE49-F238E27FC236}">
                <a16:creationId xmlns:a16="http://schemas.microsoft.com/office/drawing/2014/main" id="{AD52CD7E-379D-546E-4090-E7DDA0F6CD5E}"/>
              </a:ext>
            </a:extLst>
          </p:cNvPr>
          <p:cNvSpPr>
            <a:spLocks noGrp="1"/>
          </p:cNvSpPr>
          <p:nvPr>
            <p:ph type="body" idx="2"/>
          </p:nvPr>
        </p:nvSpPr>
        <p:spPr>
          <a:xfrm>
            <a:off x="6069848" y="1411080"/>
            <a:ext cx="5897525" cy="5053220"/>
          </a:xfrm>
        </p:spPr>
        <p:txBody>
          <a:bodyPr/>
          <a:lstStyle/>
          <a:p>
            <a:pPr marL="169329" indent="0">
              <a:buNone/>
            </a:pPr>
            <a:r>
              <a:rPr lang="en-US"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CONs</a:t>
            </a:r>
          </a:p>
          <a:p>
            <a:pPr marL="169329" indent="0">
              <a:buNone/>
            </a:pPr>
            <a:endParaRPr lang="en-US"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endParaRPr>
          </a:p>
          <a:p>
            <a:pPr marL="169329" indent="0">
              <a:buNone/>
            </a:pPr>
            <a:r>
              <a:rPr lang="en-GB" dirty="0" err="1">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Fulfillment</a:t>
            </a:r>
            <a:r>
              <a:rPr lang="en-GB"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-related problems exist. There can be problems with responsiveness, delivery delays, etc. This dispersed industry lacks a set cost as well. </a:t>
            </a:r>
          </a:p>
          <a:p>
            <a:pPr marL="169329" indent="0">
              <a:buNone/>
            </a:pPr>
            <a:r>
              <a:rPr lang="en-GB"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Business organisations suffer as a result. Another factor contributing to the unreliability of this model is a loss of privacy or information.</a:t>
            </a:r>
          </a:p>
          <a:p>
            <a:pPr marL="169329" indent="0">
              <a:buNone/>
            </a:pPr>
            <a:r>
              <a:rPr lang="en-GB"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rPr>
              <a:t>Information leaks can potentially cause a great deal of uncertainty. This paradigm is frequently misapplied, which is still another significant drawback.</a:t>
            </a:r>
          </a:p>
          <a:p>
            <a:pPr marL="169329" indent="0">
              <a:buNone/>
            </a:pPr>
            <a:endParaRPr lang="en-GB"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endParaRPr>
          </a:p>
          <a:p>
            <a:pPr marL="169329" indent="0">
              <a:buNone/>
            </a:pPr>
            <a:endParaRPr lang="en-US"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endParaRPr>
          </a:p>
          <a:p>
            <a:pPr algn="l">
              <a:buFont typeface="Arial" panose="020B0604020202020204" pitchFamily="34" charset="0"/>
              <a:buChar char="•"/>
            </a:pPr>
            <a:endPar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endParaRPr>
          </a:p>
          <a:p>
            <a:pPr algn="l">
              <a:buFont typeface="Arial" panose="020B0604020202020204" pitchFamily="34" charset="0"/>
              <a:buChar char="•"/>
            </a:pPr>
            <a:endParaRPr lang="en-US" b="0" i="0" dirty="0">
              <a:solidFill>
                <a:schemeClr val="tx1">
                  <a:lumMod val="50000"/>
                </a:schemeClr>
              </a:solidFill>
              <a:effectLst/>
              <a:latin typeface="Lato" panose="020F0502020204030203" pitchFamily="34" charset="0"/>
              <a:ea typeface="Lato" panose="020F0502020204030203" pitchFamily="34" charset="0"/>
              <a:cs typeface="Lato" panose="020F0502020204030203" pitchFamily="34" charset="0"/>
            </a:endParaRPr>
          </a:p>
          <a:p>
            <a:pPr marL="169329" indent="0">
              <a:buNone/>
            </a:pPr>
            <a:endParaRPr lang="en-IN" dirty="0">
              <a:solidFill>
                <a:schemeClr val="tx1">
                  <a:lumMod val="50000"/>
                </a:schemeClr>
              </a:solidFill>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B2D91ED1-5440-9B37-5295-444F430AD62B}"/>
              </a:ext>
            </a:extLst>
          </p:cNvPr>
          <p:cNvSpPr>
            <a:spLocks noGrp="1"/>
          </p:cNvSpPr>
          <p:nvPr>
            <p:ph type="sldNum" idx="12"/>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2926067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2BDC4C-1DEC-1E70-DC79-E1218B131977}"/>
              </a:ext>
            </a:extLst>
          </p:cNvPr>
          <p:cNvSpPr>
            <a:spLocks noGrp="1"/>
          </p:cNvSpPr>
          <p:nvPr>
            <p:ph type="title"/>
          </p:nvPr>
        </p:nvSpPr>
        <p:spPr>
          <a:xfrm>
            <a:off x="1053745" y="1256648"/>
            <a:ext cx="7348400" cy="1143200"/>
          </a:xfrm>
        </p:spPr>
        <p:txBody>
          <a:bodyPr/>
          <a:lstStyle/>
          <a:p>
            <a:r>
              <a:rPr lang="en-US" dirty="0"/>
              <a:t>C2C</a:t>
            </a:r>
            <a:endParaRPr lang="en-IN" dirty="0"/>
          </a:p>
        </p:txBody>
      </p:sp>
      <p:sp>
        <p:nvSpPr>
          <p:cNvPr id="7" name="Text Placeholder 6">
            <a:extLst>
              <a:ext uri="{FF2B5EF4-FFF2-40B4-BE49-F238E27FC236}">
                <a16:creationId xmlns:a16="http://schemas.microsoft.com/office/drawing/2014/main" id="{2D601D3C-AC99-3174-02D5-4D6B35DD2464}"/>
              </a:ext>
            </a:extLst>
          </p:cNvPr>
          <p:cNvSpPr>
            <a:spLocks noGrp="1"/>
          </p:cNvSpPr>
          <p:nvPr>
            <p:ph type="body" idx="1"/>
          </p:nvPr>
        </p:nvSpPr>
        <p:spPr>
          <a:xfrm>
            <a:off x="164244" y="2399848"/>
            <a:ext cx="8934895" cy="3473600"/>
          </a:xfrm>
        </p:spPr>
        <p:txBody>
          <a:bodyPr/>
          <a:lstStyle/>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 third-party website would be an auction platform which brings seller and buyers together.</a:t>
            </a:r>
          </a:p>
          <a:p>
            <a:pPr marL="152396" indent="0">
              <a:buNone/>
            </a:pPr>
            <a:endParaRPr lang="en-IN" dirty="0"/>
          </a:p>
        </p:txBody>
      </p:sp>
      <p:sp>
        <p:nvSpPr>
          <p:cNvPr id="5" name="Slide Number Placeholder 4">
            <a:extLst>
              <a:ext uri="{FF2B5EF4-FFF2-40B4-BE49-F238E27FC236}">
                <a16:creationId xmlns:a16="http://schemas.microsoft.com/office/drawing/2014/main" id="{836D3961-D08C-95BB-147A-CB8CB999634C}"/>
              </a:ext>
            </a:extLst>
          </p:cNvPr>
          <p:cNvSpPr>
            <a:spLocks noGrp="1"/>
          </p:cNvSpPr>
          <p:nvPr>
            <p:ph type="sldNum" idx="12"/>
          </p:nvPr>
        </p:nvSpPr>
        <p:spPr/>
        <p:txBody>
          <a:bodyPr/>
          <a:lstStyle/>
          <a:p>
            <a:fld id="{00000000-1234-1234-1234-123412341234}" type="slidenum">
              <a:rPr lang="en" smtClean="0"/>
              <a:pPr/>
              <a:t>13</a:t>
            </a:fld>
            <a:endParaRPr lang="en"/>
          </a:p>
        </p:txBody>
      </p:sp>
      <p:pic>
        <p:nvPicPr>
          <p:cNvPr id="3" name="Picture 2">
            <a:extLst>
              <a:ext uri="{FF2B5EF4-FFF2-40B4-BE49-F238E27FC236}">
                <a16:creationId xmlns:a16="http://schemas.microsoft.com/office/drawing/2014/main" id="{3E501415-58A4-7F6A-3D2E-E9A2550DAE3D}"/>
              </a:ext>
            </a:extLst>
          </p:cNvPr>
          <p:cNvPicPr>
            <a:picLocks noChangeAspect="1"/>
          </p:cNvPicPr>
          <p:nvPr/>
        </p:nvPicPr>
        <p:blipFill>
          <a:blip r:embed="rId3"/>
          <a:stretch>
            <a:fillRect/>
          </a:stretch>
        </p:blipFill>
        <p:spPr>
          <a:xfrm>
            <a:off x="5498432" y="0"/>
            <a:ext cx="3787669" cy="2501514"/>
          </a:xfrm>
          <a:prstGeom prst="rect">
            <a:avLst/>
          </a:prstGeom>
        </p:spPr>
      </p:pic>
    </p:spTree>
    <p:extLst>
      <p:ext uri="{BB962C8B-B14F-4D97-AF65-F5344CB8AC3E}">
        <p14:creationId xmlns:p14="http://schemas.microsoft.com/office/powerpoint/2010/main" val="155013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E9BD1-83E1-A69C-0712-9DA4123E00B8}"/>
              </a:ext>
            </a:extLst>
          </p:cNvPr>
          <p:cNvSpPr>
            <a:spLocks noGrp="1"/>
          </p:cNvSpPr>
          <p:nvPr>
            <p:ph type="title"/>
          </p:nvPr>
        </p:nvSpPr>
        <p:spPr>
          <a:xfrm rot="16200000">
            <a:off x="-3064600" y="2612200"/>
            <a:ext cx="7348400" cy="1143200"/>
          </a:xfrm>
        </p:spPr>
        <p:txBody>
          <a:bodyPr/>
          <a:lstStyle/>
          <a:p>
            <a:r>
              <a:rPr lang="en-IN" dirty="0"/>
              <a:t> C2C</a:t>
            </a:r>
          </a:p>
        </p:txBody>
      </p:sp>
      <p:pic>
        <p:nvPicPr>
          <p:cNvPr id="1026" name="Picture 2" descr="Consumer To Consumer Diagram">
            <a:extLst>
              <a:ext uri="{FF2B5EF4-FFF2-40B4-BE49-F238E27FC236}">
                <a16:creationId xmlns:a16="http://schemas.microsoft.com/office/drawing/2014/main" id="{C5F8B614-53B2-CA57-C331-D46187B3B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9410" y="0"/>
            <a:ext cx="1089258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73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29F298-82E3-44F9-1773-949D5FD121E1}"/>
              </a:ext>
            </a:extLst>
          </p:cNvPr>
          <p:cNvSpPr>
            <a:spLocks noGrp="1"/>
          </p:cNvSpPr>
          <p:nvPr>
            <p:ph type="title"/>
          </p:nvPr>
        </p:nvSpPr>
        <p:spPr>
          <a:xfrm>
            <a:off x="3629255" y="78018"/>
            <a:ext cx="7348400" cy="1169097"/>
          </a:xfrm>
        </p:spPr>
        <p:txBody>
          <a:bodyPr/>
          <a:lstStyle/>
          <a:p>
            <a:r>
              <a:rPr lang="en-US" dirty="0"/>
              <a:t>C2C Model</a:t>
            </a:r>
            <a:endParaRPr lang="en-IN" dirty="0"/>
          </a:p>
        </p:txBody>
      </p:sp>
      <p:sp>
        <p:nvSpPr>
          <p:cNvPr id="6" name="Text Placeholder 5">
            <a:extLst>
              <a:ext uri="{FF2B5EF4-FFF2-40B4-BE49-F238E27FC236}">
                <a16:creationId xmlns:a16="http://schemas.microsoft.com/office/drawing/2014/main" id="{71AA6854-F0B0-103B-8E60-CFBCF9197655}"/>
              </a:ext>
            </a:extLst>
          </p:cNvPr>
          <p:cNvSpPr>
            <a:spLocks noGrp="1"/>
          </p:cNvSpPr>
          <p:nvPr>
            <p:ph type="body" idx="1"/>
          </p:nvPr>
        </p:nvSpPr>
        <p:spPr>
          <a:xfrm>
            <a:off x="152955" y="1247115"/>
            <a:ext cx="6266123" cy="5246820"/>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PROs</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There are usually no upfront costs to get one product listed on a third-party C2C website.</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With C2C, the products gallery is unlimited since different customers are on board and selling various items scattered across different niches.</a:t>
            </a:r>
          </a:p>
          <a:p>
            <a:r>
              <a:rPr lang="en-GB" dirty="0">
                <a:latin typeface="Lato" panose="020F0502020204030203" pitchFamily="34" charset="0"/>
                <a:ea typeface="Lato" panose="020F0502020204030203" pitchFamily="34" charset="0"/>
                <a:cs typeface="Lato" panose="020F0502020204030203" pitchFamily="34" charset="0"/>
              </a:rPr>
              <a:t>By cutting out the intermediary (wholesalers and retailers), merchants can increase their profit margins while consumers can discover lower costs.</a:t>
            </a:r>
          </a:p>
          <a:p>
            <a:r>
              <a:rPr lang="en-GB" dirty="0">
                <a:latin typeface="Lato" panose="020F0502020204030203" pitchFamily="34" charset="0"/>
                <a:ea typeface="Lato" panose="020F0502020204030203" pitchFamily="34" charset="0"/>
                <a:cs typeface="Lato" panose="020F0502020204030203" pitchFamily="34" charset="0"/>
              </a:rPr>
              <a:t>For those who trade in rare collectibles or used goods that are challenging to locate through conventional businesses, the C2C model is appropriate.</a:t>
            </a:r>
            <a:br>
              <a:rPr lang="en-US" dirty="0">
                <a:latin typeface="Lato" panose="020F0502020204030203" pitchFamily="34" charset="0"/>
                <a:ea typeface="Lato" panose="020F0502020204030203" pitchFamily="34" charset="0"/>
                <a:cs typeface="Lato" panose="020F0502020204030203" pitchFamily="34" charset="0"/>
              </a:rPr>
            </a:b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7" name="Text Placeholder 6">
            <a:extLst>
              <a:ext uri="{FF2B5EF4-FFF2-40B4-BE49-F238E27FC236}">
                <a16:creationId xmlns:a16="http://schemas.microsoft.com/office/drawing/2014/main" id="{38B7709A-D3CC-0B90-832A-27CF2941B7B8}"/>
              </a:ext>
            </a:extLst>
          </p:cNvPr>
          <p:cNvSpPr>
            <a:spLocks noGrp="1"/>
          </p:cNvSpPr>
          <p:nvPr>
            <p:ph type="body" idx="2"/>
          </p:nvPr>
        </p:nvSpPr>
        <p:spPr>
          <a:xfrm>
            <a:off x="6290892" y="1247116"/>
            <a:ext cx="5603397" cy="5731200"/>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 cost charged for each sale using the C2C eCommerce model on a third-party site like eBay may eat into the profit of the merchant.</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C2C poses a high level of risk in terms of product quality than other eCommerce business models. Under C2C, most transactions require that both parties trust it each other.</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There are higher rates for fraud, as in is not regulated as a B2C</a:t>
            </a:r>
          </a:p>
          <a:p>
            <a:pPr algn="l">
              <a:buFont typeface="Arial" panose="020B0604020202020204" pitchFamily="34" charset="0"/>
              <a:buChar char="•"/>
            </a:pPr>
            <a:r>
              <a:rPr lang="en-US" dirty="0">
                <a:solidFill>
                  <a:srgbClr val="000000"/>
                </a:solidFill>
                <a:latin typeface="Lato" panose="020F0502020204030203" pitchFamily="34" charset="0"/>
                <a:ea typeface="Lato" panose="020F0502020204030203" pitchFamily="34" charset="0"/>
                <a:cs typeface="Lato" panose="020F0502020204030203" pitchFamily="34" charset="0"/>
              </a:rPr>
              <a:t>U</a:t>
            </a: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sers may end up buying goods at inflated prices which is not a good economic decision.</a:t>
            </a:r>
          </a:p>
          <a:p>
            <a:pPr marL="169329" indent="0">
              <a:buNone/>
            </a:pP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C1156230-5E5B-A343-D5CD-7725BC0C7A63}"/>
              </a:ext>
            </a:extLst>
          </p:cNvPr>
          <p:cNvSpPr>
            <a:spLocks noGrp="1"/>
          </p:cNvSpPr>
          <p:nvPr>
            <p:ph type="sldNum" idx="12"/>
          </p:nvPr>
        </p:nvSpPr>
        <p:spPr/>
        <p:txBody>
          <a:bodyPr/>
          <a:lstStyle/>
          <a:p>
            <a:fld id="{00000000-1234-1234-1234-123412341234}" type="slidenum">
              <a:rPr lang="en" smtClean="0"/>
              <a:pPr/>
              <a:t>15</a:t>
            </a:fld>
            <a:endParaRPr lang="en"/>
          </a:p>
        </p:txBody>
      </p:sp>
    </p:spTree>
    <p:extLst>
      <p:ext uri="{BB962C8B-B14F-4D97-AF65-F5344CB8AC3E}">
        <p14:creationId xmlns:p14="http://schemas.microsoft.com/office/powerpoint/2010/main" val="2863249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76B16C-D5F4-A98F-9B5D-8333C6ED6E66}"/>
              </a:ext>
            </a:extLst>
          </p:cNvPr>
          <p:cNvSpPr>
            <a:spLocks noGrp="1"/>
          </p:cNvSpPr>
          <p:nvPr>
            <p:ph type="title"/>
          </p:nvPr>
        </p:nvSpPr>
        <p:spPr>
          <a:xfrm>
            <a:off x="368596" y="1270283"/>
            <a:ext cx="7348400" cy="1143200"/>
          </a:xfrm>
        </p:spPr>
        <p:txBody>
          <a:bodyPr/>
          <a:lstStyle/>
          <a:p>
            <a:r>
              <a:rPr lang="en-US" dirty="0"/>
              <a:t>B2G</a:t>
            </a:r>
            <a:endParaRPr lang="en-IN" dirty="0"/>
          </a:p>
        </p:txBody>
      </p:sp>
      <p:sp>
        <p:nvSpPr>
          <p:cNvPr id="7" name="Text Placeholder 6">
            <a:extLst>
              <a:ext uri="{FF2B5EF4-FFF2-40B4-BE49-F238E27FC236}">
                <a16:creationId xmlns:a16="http://schemas.microsoft.com/office/drawing/2014/main" id="{F0E9F17F-5FC8-92D0-BDD3-1CC6F64CBE31}"/>
              </a:ext>
            </a:extLst>
          </p:cNvPr>
          <p:cNvSpPr>
            <a:spLocks noGrp="1"/>
          </p:cNvSpPr>
          <p:nvPr>
            <p:ph type="body" idx="1"/>
          </p:nvPr>
        </p:nvSpPr>
        <p:spPr>
          <a:xfrm>
            <a:off x="152955" y="2413483"/>
            <a:ext cx="10022959" cy="4205325"/>
          </a:xfrm>
        </p:spPr>
        <p:txBody>
          <a:bodyPr/>
          <a:lstStyle/>
          <a:p>
            <a:r>
              <a:rPr lang="en-US" b="0" i="0" dirty="0">
                <a:solidFill>
                  <a:schemeClr val="tx1">
                    <a:lumMod val="50000"/>
                  </a:schemeClr>
                </a:solidFill>
                <a:effectLst/>
                <a:latin typeface="Lato" panose="020F0502020204030203" pitchFamily="34" charset="0"/>
                <a:ea typeface="Lato" panose="020F0502020204030203" pitchFamily="34" charset="0"/>
                <a:cs typeface="Lato" panose="020F0502020204030203" pitchFamily="34" charset="0"/>
              </a:rPr>
              <a:t>An online marketing agency is contracted by a sitting government to manage its political campaign by broadcasting promotional material to the masses across social media and other digital channels.</a:t>
            </a:r>
          </a:p>
          <a:p>
            <a:pPr algn="l">
              <a:buFont typeface="Arial" panose="020B0604020202020204" pitchFamily="34" charset="0"/>
              <a:buChar char="•"/>
            </a:pPr>
            <a:r>
              <a:rPr lang="en-US" b="0" i="0" dirty="0">
                <a:solidFill>
                  <a:srgbClr val="000000"/>
                </a:solidFill>
                <a:effectLst/>
                <a:latin typeface="sspr"/>
              </a:rPr>
              <a:t>A government using a virtual workspace software designed by a creative agency.</a:t>
            </a:r>
          </a:p>
          <a:p>
            <a:pPr algn="l">
              <a:buFont typeface="Arial" panose="020B0604020202020204" pitchFamily="34" charset="0"/>
              <a:buChar char="•"/>
            </a:pPr>
            <a:r>
              <a:rPr lang="en-US" b="0" i="0" dirty="0">
                <a:solidFill>
                  <a:srgbClr val="000000"/>
                </a:solidFill>
                <a:effectLst/>
                <a:latin typeface="sspr"/>
              </a:rPr>
              <a:t>The situation in Ohio where the State’s tax department hired the service of a third-party business to collect and convert tax payments from cryptocurrencies to fiat.</a:t>
            </a:r>
          </a:p>
          <a:p>
            <a:endParaRPr lang="en-IN" dirty="0"/>
          </a:p>
        </p:txBody>
      </p:sp>
      <p:sp>
        <p:nvSpPr>
          <p:cNvPr id="5" name="Slide Number Placeholder 4">
            <a:extLst>
              <a:ext uri="{FF2B5EF4-FFF2-40B4-BE49-F238E27FC236}">
                <a16:creationId xmlns:a16="http://schemas.microsoft.com/office/drawing/2014/main" id="{1E3DFCC4-55A3-0454-BC75-2058328D4066}"/>
              </a:ext>
            </a:extLst>
          </p:cNvPr>
          <p:cNvSpPr>
            <a:spLocks noGrp="1"/>
          </p:cNvSpPr>
          <p:nvPr>
            <p:ph type="sldNum" idx="12"/>
          </p:nvPr>
        </p:nvSpPr>
        <p:spPr/>
        <p:txBody>
          <a:bodyPr/>
          <a:lstStyle/>
          <a:p>
            <a:fld id="{00000000-1234-1234-1234-123412341234}" type="slidenum">
              <a:rPr lang="en" smtClean="0"/>
              <a:pPr/>
              <a:t>16</a:t>
            </a:fld>
            <a:endParaRPr lang="en"/>
          </a:p>
        </p:txBody>
      </p:sp>
    </p:spTree>
    <p:extLst>
      <p:ext uri="{BB962C8B-B14F-4D97-AF65-F5344CB8AC3E}">
        <p14:creationId xmlns:p14="http://schemas.microsoft.com/office/powerpoint/2010/main" val="150577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9DC14-3C05-A0CA-A458-0DD7DF685D9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8BB2122-97E5-4F48-3B99-E31939EA760C}"/>
              </a:ext>
            </a:extLst>
          </p:cNvPr>
          <p:cNvSpPr>
            <a:spLocks noGrp="1"/>
          </p:cNvSpPr>
          <p:nvPr>
            <p:ph type="body" idx="1"/>
          </p:nvPr>
        </p:nvSpPr>
        <p:spPr>
          <a:xfrm>
            <a:off x="609600" y="5053263"/>
            <a:ext cx="7348400" cy="1412870"/>
          </a:xfrm>
        </p:spPr>
        <p:txBody>
          <a:bodyPr/>
          <a:lstStyle/>
          <a:p>
            <a:pPr marL="152396" indent="0">
              <a:buNone/>
            </a:pPr>
            <a:r>
              <a:rPr lang="en-IN" dirty="0">
                <a:latin typeface="Lato" panose="020F0502020204030203"/>
              </a:rPr>
              <a:t>B2G</a:t>
            </a:r>
          </a:p>
        </p:txBody>
      </p:sp>
      <p:pic>
        <p:nvPicPr>
          <p:cNvPr id="2050" name="Picture 2" descr="Business To Administration Diagram">
            <a:extLst>
              <a:ext uri="{FF2B5EF4-FFF2-40B4-BE49-F238E27FC236}">
                <a16:creationId xmlns:a16="http://schemas.microsoft.com/office/drawing/2014/main" id="{0098711D-555E-85AE-9BF7-B8222C97C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5546"/>
            <a:ext cx="12192000"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49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F02EE9-303F-6643-CE93-EAF68B9CD310}"/>
              </a:ext>
            </a:extLst>
          </p:cNvPr>
          <p:cNvSpPr>
            <a:spLocks noGrp="1"/>
          </p:cNvSpPr>
          <p:nvPr>
            <p:ph type="title"/>
          </p:nvPr>
        </p:nvSpPr>
        <p:spPr>
          <a:xfrm>
            <a:off x="2806996" y="182484"/>
            <a:ext cx="7348400" cy="1143200"/>
          </a:xfrm>
        </p:spPr>
        <p:txBody>
          <a:bodyPr/>
          <a:lstStyle/>
          <a:p>
            <a:r>
              <a:rPr lang="en-US" dirty="0"/>
              <a:t>B2G Model</a:t>
            </a:r>
            <a:endParaRPr lang="en-IN" dirty="0"/>
          </a:p>
        </p:txBody>
      </p:sp>
      <p:sp>
        <p:nvSpPr>
          <p:cNvPr id="6" name="Text Placeholder 5">
            <a:extLst>
              <a:ext uri="{FF2B5EF4-FFF2-40B4-BE49-F238E27FC236}">
                <a16:creationId xmlns:a16="http://schemas.microsoft.com/office/drawing/2014/main" id="{C999918E-B7EB-F3BC-45C3-C0A031500710}"/>
              </a:ext>
            </a:extLst>
          </p:cNvPr>
          <p:cNvSpPr>
            <a:spLocks noGrp="1"/>
          </p:cNvSpPr>
          <p:nvPr>
            <p:ph type="body" idx="1"/>
          </p:nvPr>
        </p:nvSpPr>
        <p:spPr>
          <a:xfrm>
            <a:off x="33952" y="1325684"/>
            <a:ext cx="5636745" cy="5532316"/>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PROs</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is more durable than most other eCommerce business concepts and has a high profit margin.</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B2G companies can benefit from tax advantages not available to other eCommerce retailers.</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It improves public administration's adaptability and effectiveness.</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This could provide smaller businesses a competitive advantage in business-to-business transactions, or at the very least balance out some of the benefits that large, well-established government contractors may currently have.</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7" name="Text Placeholder 6">
            <a:extLst>
              <a:ext uri="{FF2B5EF4-FFF2-40B4-BE49-F238E27FC236}">
                <a16:creationId xmlns:a16="http://schemas.microsoft.com/office/drawing/2014/main" id="{4C6BDC68-6794-8EFA-B9CB-987451112EFE}"/>
              </a:ext>
            </a:extLst>
          </p:cNvPr>
          <p:cNvSpPr>
            <a:spLocks noGrp="1"/>
          </p:cNvSpPr>
          <p:nvPr>
            <p:ph type="body" idx="2"/>
          </p:nvPr>
        </p:nvSpPr>
        <p:spPr>
          <a:xfrm>
            <a:off x="5670697" y="2141025"/>
            <a:ext cx="5636747" cy="3517200"/>
          </a:xfrm>
        </p:spPr>
        <p:txBody>
          <a:bodyPr/>
          <a:lstStyle/>
          <a:p>
            <a:pPr marL="169329" indent="0">
              <a:buNone/>
            </a:pPr>
            <a:r>
              <a:rPr lang="en-US"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A change in government could have a negative impact on a B2G provider of goods or services.</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Often, starting off costs a lot of money.</a:t>
            </a:r>
          </a:p>
          <a:p>
            <a:pPr algn="l">
              <a:buFont typeface="Arial" panose="020B0604020202020204" pitchFamily="34" charset="0"/>
              <a:buChar char="•"/>
            </a:pPr>
            <a:r>
              <a:rPr lang="en-GB" b="0" i="0" dirty="0">
                <a:solidFill>
                  <a:srgbClr val="000000"/>
                </a:solidFill>
                <a:effectLst/>
                <a:latin typeface="Lato" panose="020F0502020204030203" pitchFamily="34" charset="0"/>
                <a:ea typeface="Lato" panose="020F0502020204030203" pitchFamily="34" charset="0"/>
                <a:cs typeface="Lato" panose="020F0502020204030203" pitchFamily="34" charset="0"/>
              </a:rPr>
              <a:t>Additionally, it can limit a company's ability to operate outside of a particular region, defeating the main goal of eCommerce transactions—the distribution of goods and services without restriction—therefore.</a:t>
            </a: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824CC8E9-6D4B-74E9-5CC8-9F0FB4F1FE7A}"/>
              </a:ext>
            </a:extLst>
          </p:cNvPr>
          <p:cNvSpPr>
            <a:spLocks noGrp="1"/>
          </p:cNvSpPr>
          <p:nvPr>
            <p:ph type="sldNum" idx="12"/>
          </p:nvPr>
        </p:nvSpPr>
        <p:spPr/>
        <p:txBody>
          <a:bodyPr/>
          <a:lstStyle/>
          <a:p>
            <a:fld id="{00000000-1234-1234-1234-123412341234}" type="slidenum">
              <a:rPr lang="en" smtClean="0"/>
              <a:pPr/>
              <a:t>18</a:t>
            </a:fld>
            <a:endParaRPr lang="en"/>
          </a:p>
        </p:txBody>
      </p:sp>
    </p:spTree>
    <p:extLst>
      <p:ext uri="{BB962C8B-B14F-4D97-AF65-F5344CB8AC3E}">
        <p14:creationId xmlns:p14="http://schemas.microsoft.com/office/powerpoint/2010/main" val="2710920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03373E-201F-9167-BF6F-E9DC63894322}"/>
              </a:ext>
            </a:extLst>
          </p:cNvPr>
          <p:cNvSpPr>
            <a:spLocks noGrp="1"/>
          </p:cNvSpPr>
          <p:nvPr>
            <p:ph type="title"/>
          </p:nvPr>
        </p:nvSpPr>
        <p:spPr>
          <a:xfrm>
            <a:off x="765545" y="1146504"/>
            <a:ext cx="7348400" cy="1143200"/>
          </a:xfrm>
        </p:spPr>
        <p:txBody>
          <a:bodyPr/>
          <a:lstStyle/>
          <a:p>
            <a:r>
              <a:rPr lang="en-US" dirty="0"/>
              <a:t>G2C</a:t>
            </a:r>
            <a:endParaRPr lang="en-IN" dirty="0"/>
          </a:p>
        </p:txBody>
      </p:sp>
      <p:sp>
        <p:nvSpPr>
          <p:cNvPr id="7" name="Text Placeholder 6">
            <a:extLst>
              <a:ext uri="{FF2B5EF4-FFF2-40B4-BE49-F238E27FC236}">
                <a16:creationId xmlns:a16="http://schemas.microsoft.com/office/drawing/2014/main" id="{DE129D49-E327-6ED3-B933-5FEE11E22B63}"/>
              </a:ext>
            </a:extLst>
          </p:cNvPr>
          <p:cNvSpPr>
            <a:spLocks noGrp="1"/>
          </p:cNvSpPr>
          <p:nvPr>
            <p:ph type="body" idx="1"/>
          </p:nvPr>
        </p:nvSpPr>
        <p:spPr>
          <a:xfrm>
            <a:off x="0" y="2419268"/>
            <a:ext cx="10278139" cy="3473600"/>
          </a:xfrm>
        </p:spPr>
        <p:txBody>
          <a:bodyPr/>
          <a:lstStyle/>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 State’s tax agency deciding to ditch paper tax filing and instead introduce an electronic tax filing portal.</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 State creating an information-sharing platform to allow citizens to get the latest information possibly because of a suspected natural disaster. </a:t>
            </a:r>
          </a:p>
          <a:p>
            <a:pPr algn="l">
              <a:buFont typeface="Arial" panose="020B0604020202020204" pitchFamily="34" charset="0"/>
              <a:buChar char="•"/>
            </a:pPr>
            <a:r>
              <a:rPr lang="en-US" b="0" i="0" dirty="0">
                <a:solidFill>
                  <a:srgbClr val="000000"/>
                </a:solidFill>
                <a:effectLst/>
                <a:latin typeface="Lato" panose="020F0502020204030203" pitchFamily="34" charset="0"/>
                <a:ea typeface="Lato" panose="020F0502020204030203" pitchFamily="34" charset="0"/>
                <a:cs typeface="Lato" panose="020F0502020204030203" pitchFamily="34" charset="0"/>
              </a:rPr>
              <a:t>An electronic voting app for citizens to participate in an election without having to visit the polling unit or filing paperwork.</a:t>
            </a:r>
          </a:p>
          <a:p>
            <a:pPr marL="152396" indent="0">
              <a:buNone/>
            </a:pP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5" name="Slide Number Placeholder 4">
            <a:extLst>
              <a:ext uri="{FF2B5EF4-FFF2-40B4-BE49-F238E27FC236}">
                <a16:creationId xmlns:a16="http://schemas.microsoft.com/office/drawing/2014/main" id="{A87ED18B-52AD-1D95-B34C-0B66EE36BCC7}"/>
              </a:ext>
            </a:extLst>
          </p:cNvPr>
          <p:cNvSpPr>
            <a:spLocks noGrp="1"/>
          </p:cNvSpPr>
          <p:nvPr>
            <p:ph type="sldNum" idx="12"/>
          </p:nvPr>
        </p:nvSpPr>
        <p:spPr/>
        <p:txBody>
          <a:bodyPr/>
          <a:lstStyle/>
          <a:p>
            <a:fld id="{00000000-1234-1234-1234-123412341234}" type="slidenum">
              <a:rPr lang="en" smtClean="0"/>
              <a:pPr/>
              <a:t>19</a:t>
            </a:fld>
            <a:endParaRPr lang="en"/>
          </a:p>
        </p:txBody>
      </p:sp>
    </p:spTree>
    <p:extLst>
      <p:ext uri="{BB962C8B-B14F-4D97-AF65-F5344CB8AC3E}">
        <p14:creationId xmlns:p14="http://schemas.microsoft.com/office/powerpoint/2010/main" val="290891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256F-3BC0-81FE-09BC-96D9F58B1B56}"/>
              </a:ext>
            </a:extLst>
          </p:cNvPr>
          <p:cNvSpPr>
            <a:spLocks noGrp="1"/>
          </p:cNvSpPr>
          <p:nvPr>
            <p:ph type="title"/>
          </p:nvPr>
        </p:nvSpPr>
        <p:spPr>
          <a:xfrm>
            <a:off x="2665228" y="0"/>
            <a:ext cx="7348400" cy="1143200"/>
          </a:xfrm>
        </p:spPr>
        <p:txBody>
          <a:bodyPr/>
          <a:lstStyle/>
          <a:p>
            <a:r>
              <a:rPr lang="en-US" dirty="0"/>
              <a:t>G2C Model</a:t>
            </a:r>
            <a:endParaRPr lang="en-IN" dirty="0"/>
          </a:p>
        </p:txBody>
      </p:sp>
      <p:sp>
        <p:nvSpPr>
          <p:cNvPr id="3" name="Text Placeholder 2">
            <a:extLst>
              <a:ext uri="{FF2B5EF4-FFF2-40B4-BE49-F238E27FC236}">
                <a16:creationId xmlns:a16="http://schemas.microsoft.com/office/drawing/2014/main" id="{096E0B44-AA94-149A-1A8E-BD621FD19B09}"/>
              </a:ext>
            </a:extLst>
          </p:cNvPr>
          <p:cNvSpPr>
            <a:spLocks noGrp="1"/>
          </p:cNvSpPr>
          <p:nvPr>
            <p:ph type="body" idx="1"/>
          </p:nvPr>
        </p:nvSpPr>
        <p:spPr>
          <a:xfrm>
            <a:off x="269358" y="1190837"/>
            <a:ext cx="5273748" cy="3517200"/>
          </a:xfrm>
        </p:spPr>
        <p:txBody>
          <a:bodyPr/>
          <a:lstStyle/>
          <a:p>
            <a:r>
              <a:rPr lang="en-US" sz="2400" dirty="0">
                <a:latin typeface="Lato" panose="020F0502020204030203" pitchFamily="34" charset="0"/>
                <a:ea typeface="Lato" panose="020F0502020204030203" pitchFamily="34" charset="0"/>
                <a:cs typeface="Lato" panose="020F0502020204030203" pitchFamily="34" charset="0"/>
              </a:rPr>
              <a:t>PROs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Cheaper access to the government’s amenities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The convenience of carrying out transactions without having to travel to the physical offices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The information is made easily available to everyone</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Encourages citizens to use technology</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Governance is more efficient and faster</a:t>
            </a:r>
          </a:p>
          <a:p>
            <a:endParaRPr lang="en-IN" dirty="0"/>
          </a:p>
        </p:txBody>
      </p:sp>
      <p:sp>
        <p:nvSpPr>
          <p:cNvPr id="4" name="Text Placeholder 3">
            <a:extLst>
              <a:ext uri="{FF2B5EF4-FFF2-40B4-BE49-F238E27FC236}">
                <a16:creationId xmlns:a16="http://schemas.microsoft.com/office/drawing/2014/main" id="{A7F66CA9-1658-F1BA-8EE1-7BE92C902DF5}"/>
              </a:ext>
            </a:extLst>
          </p:cNvPr>
          <p:cNvSpPr>
            <a:spLocks noGrp="1"/>
          </p:cNvSpPr>
          <p:nvPr>
            <p:ph type="body" idx="2"/>
          </p:nvPr>
        </p:nvSpPr>
        <p:spPr>
          <a:xfrm>
            <a:off x="5543106" y="1460532"/>
            <a:ext cx="5273748" cy="3517200"/>
          </a:xfrm>
        </p:spPr>
        <p:txBody>
          <a:bodyPr/>
          <a:lstStyle/>
          <a:p>
            <a:r>
              <a:rPr lang="en-US" sz="2400"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The lack of proper infrastructure can make accessing the G2C portals difficult</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The general population needs to be made aware of these services so that they can make use of them</a:t>
            </a:r>
          </a:p>
          <a:p>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5" name="Slide Number Placeholder 4">
            <a:extLst>
              <a:ext uri="{FF2B5EF4-FFF2-40B4-BE49-F238E27FC236}">
                <a16:creationId xmlns:a16="http://schemas.microsoft.com/office/drawing/2014/main" id="{DD9D6F66-EE87-7872-C7B1-706369CCA1DA}"/>
              </a:ext>
            </a:extLst>
          </p:cNvPr>
          <p:cNvSpPr>
            <a:spLocks noGrp="1"/>
          </p:cNvSpPr>
          <p:nvPr>
            <p:ph type="sldNum" idx="12"/>
          </p:nvPr>
        </p:nvSpPr>
        <p:spPr/>
        <p:txBody>
          <a:bodyPr/>
          <a:lstStyle/>
          <a:p>
            <a:fld id="{00000000-1234-1234-1234-123412341234}" type="slidenum">
              <a:rPr lang="en" smtClean="0"/>
              <a:pPr/>
              <a:t>20</a:t>
            </a:fld>
            <a:endParaRPr lang="en"/>
          </a:p>
        </p:txBody>
      </p:sp>
    </p:spTree>
    <p:extLst>
      <p:ext uri="{BB962C8B-B14F-4D97-AF65-F5344CB8AC3E}">
        <p14:creationId xmlns:p14="http://schemas.microsoft.com/office/powerpoint/2010/main" val="84961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5F75E1-1B81-3BE3-3703-4A29739E6D6C}"/>
              </a:ext>
            </a:extLst>
          </p:cNvPr>
          <p:cNvSpPr>
            <a:spLocks noGrp="1"/>
          </p:cNvSpPr>
          <p:nvPr>
            <p:ph type="title"/>
          </p:nvPr>
        </p:nvSpPr>
        <p:spPr>
          <a:xfrm>
            <a:off x="3959045" y="223833"/>
            <a:ext cx="7348400" cy="1143200"/>
          </a:xfrm>
        </p:spPr>
        <p:txBody>
          <a:bodyPr/>
          <a:lstStyle/>
          <a:p>
            <a:r>
              <a:rPr lang="en-US" dirty="0"/>
              <a:t>C2G</a:t>
            </a:r>
            <a:endParaRPr lang="en-IN" dirty="0"/>
          </a:p>
        </p:txBody>
      </p:sp>
      <p:sp>
        <p:nvSpPr>
          <p:cNvPr id="7" name="Text Placeholder 6">
            <a:extLst>
              <a:ext uri="{FF2B5EF4-FFF2-40B4-BE49-F238E27FC236}">
                <a16:creationId xmlns:a16="http://schemas.microsoft.com/office/drawing/2014/main" id="{30FF9FAA-BBDC-222C-2AE3-31C56A04DBF7}"/>
              </a:ext>
            </a:extLst>
          </p:cNvPr>
          <p:cNvSpPr>
            <a:spLocks noGrp="1"/>
          </p:cNvSpPr>
          <p:nvPr>
            <p:ph type="body" idx="1"/>
          </p:nvPr>
        </p:nvSpPr>
        <p:spPr>
          <a:xfrm>
            <a:off x="0" y="1710267"/>
            <a:ext cx="9956800" cy="4738933"/>
          </a:xfrm>
        </p:spPr>
        <p:txBody>
          <a:bodyPr/>
          <a:lstStyle/>
          <a:p>
            <a:pPr algn="l">
              <a:buFont typeface="Arial" panose="020B0604020202020204" pitchFamily="34" charset="0"/>
              <a:buChar char="•"/>
            </a:pPr>
            <a:r>
              <a:rPr lang="en-US" b="0" i="0" dirty="0">
                <a:solidFill>
                  <a:srgbClr val="212121"/>
                </a:solidFill>
                <a:effectLst/>
                <a:latin typeface="Open Sans" panose="020B0606030504020204" pitchFamily="34" charset="0"/>
              </a:rPr>
              <a:t>programs are meant to make it easier for citizens and consumers of public services to communicate with the administration.</a:t>
            </a:r>
          </a:p>
          <a:p>
            <a:pPr algn="l">
              <a:buFont typeface="Arial" panose="020B0604020202020204" pitchFamily="34" charset="0"/>
              <a:buChar char="•"/>
            </a:pPr>
            <a:r>
              <a:rPr lang="en-US" b="0" i="0" dirty="0">
                <a:solidFill>
                  <a:srgbClr val="212121"/>
                </a:solidFill>
                <a:effectLst/>
                <a:latin typeface="Open Sans" panose="020B0606030504020204" pitchFamily="34" charset="0"/>
              </a:rPr>
              <a:t> This covers interactions, including the delivery of public services and participation in consultation and decision-making processes.</a:t>
            </a:r>
            <a:endParaRPr lang="en-US" b="0" i="0" dirty="0">
              <a:solidFill>
                <a:srgbClr val="000000"/>
              </a:solidFill>
              <a:effectLst/>
              <a:latin typeface="sspr"/>
            </a:endParaRPr>
          </a:p>
          <a:p>
            <a:pPr algn="l">
              <a:buFont typeface="Arial" panose="020B0604020202020204" pitchFamily="34" charset="0"/>
              <a:buChar char="•"/>
            </a:pPr>
            <a:r>
              <a:rPr lang="en-US" dirty="0">
                <a:solidFill>
                  <a:srgbClr val="212121"/>
                </a:solidFill>
                <a:latin typeface="Open Sans" panose="020B0606030504020204" pitchFamily="34" charset="0"/>
              </a:rPr>
              <a:t>Registration for birth, marriage, or death certificates through online portals</a:t>
            </a:r>
          </a:p>
          <a:p>
            <a:pPr algn="l">
              <a:buFont typeface="Arial" panose="020B0604020202020204" pitchFamily="34" charset="0"/>
              <a:buChar char="•"/>
            </a:pPr>
            <a:r>
              <a:rPr lang="en-US" dirty="0">
                <a:solidFill>
                  <a:srgbClr val="212121"/>
                </a:solidFill>
                <a:latin typeface="Open Sans" panose="020B0606030504020204" pitchFamily="34" charset="0"/>
              </a:rPr>
              <a:t>Passport and Driver’s </a:t>
            </a:r>
            <a:r>
              <a:rPr lang="en-US" dirty="0" err="1">
                <a:solidFill>
                  <a:srgbClr val="212121"/>
                </a:solidFill>
                <a:latin typeface="Open Sans" panose="020B0606030504020204" pitchFamily="34" charset="0"/>
              </a:rPr>
              <a:t>Licence</a:t>
            </a:r>
            <a:r>
              <a:rPr lang="en-US" dirty="0">
                <a:solidFill>
                  <a:srgbClr val="212121"/>
                </a:solidFill>
                <a:latin typeface="Open Sans" panose="020B0606030504020204" pitchFamily="34" charset="0"/>
              </a:rPr>
              <a:t> registration can also be done very conveniently through online portals</a:t>
            </a:r>
          </a:p>
          <a:p>
            <a:endParaRPr lang="en-IN" dirty="0"/>
          </a:p>
        </p:txBody>
      </p:sp>
      <p:sp>
        <p:nvSpPr>
          <p:cNvPr id="5" name="Slide Number Placeholder 4">
            <a:extLst>
              <a:ext uri="{FF2B5EF4-FFF2-40B4-BE49-F238E27FC236}">
                <a16:creationId xmlns:a16="http://schemas.microsoft.com/office/drawing/2014/main" id="{E89ECDCC-8EFA-31CE-3416-8B41488E2558}"/>
              </a:ext>
            </a:extLst>
          </p:cNvPr>
          <p:cNvSpPr>
            <a:spLocks noGrp="1"/>
          </p:cNvSpPr>
          <p:nvPr>
            <p:ph type="sldNum" idx="12"/>
          </p:nvPr>
        </p:nvSpPr>
        <p:spPr/>
        <p:txBody>
          <a:bodyPr/>
          <a:lstStyle/>
          <a:p>
            <a:fld id="{00000000-1234-1234-1234-123412341234}" type="slidenum">
              <a:rPr lang="en" smtClean="0"/>
              <a:pPr/>
              <a:t>21</a:t>
            </a:fld>
            <a:endParaRPr lang="en"/>
          </a:p>
        </p:txBody>
      </p:sp>
    </p:spTree>
    <p:extLst>
      <p:ext uri="{BB962C8B-B14F-4D97-AF65-F5344CB8AC3E}">
        <p14:creationId xmlns:p14="http://schemas.microsoft.com/office/powerpoint/2010/main" val="163893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A9A20-502D-8D4D-0C27-FB82977BCAE3}"/>
              </a:ext>
            </a:extLst>
          </p:cNvPr>
          <p:cNvSpPr>
            <a:spLocks noGrp="1"/>
          </p:cNvSpPr>
          <p:nvPr>
            <p:ph type="title"/>
          </p:nvPr>
        </p:nvSpPr>
        <p:spPr>
          <a:xfrm>
            <a:off x="441158" y="5143412"/>
            <a:ext cx="7348400" cy="1143200"/>
          </a:xfrm>
        </p:spPr>
        <p:txBody>
          <a:bodyPr/>
          <a:lstStyle/>
          <a:p>
            <a:r>
              <a:rPr lang="en-IN" dirty="0"/>
              <a:t>C2G</a:t>
            </a:r>
          </a:p>
        </p:txBody>
      </p:sp>
      <p:sp>
        <p:nvSpPr>
          <p:cNvPr id="3" name="Text Placeholder 2">
            <a:extLst>
              <a:ext uri="{FF2B5EF4-FFF2-40B4-BE49-F238E27FC236}">
                <a16:creationId xmlns:a16="http://schemas.microsoft.com/office/drawing/2014/main" id="{CD3859A7-021C-B4B8-06F5-0793C4CC47BB}"/>
              </a:ext>
            </a:extLst>
          </p:cNvPr>
          <p:cNvSpPr>
            <a:spLocks noGrp="1"/>
          </p:cNvSpPr>
          <p:nvPr>
            <p:ph type="body" idx="1"/>
          </p:nvPr>
        </p:nvSpPr>
        <p:spPr/>
        <p:txBody>
          <a:bodyPr/>
          <a:lstStyle/>
          <a:p>
            <a:endParaRPr lang="en-IN"/>
          </a:p>
        </p:txBody>
      </p:sp>
      <p:pic>
        <p:nvPicPr>
          <p:cNvPr id="3074" name="Picture 2" descr="Consumer To Administration Diagram">
            <a:extLst>
              <a:ext uri="{FF2B5EF4-FFF2-40B4-BE49-F238E27FC236}">
                <a16:creationId xmlns:a16="http://schemas.microsoft.com/office/drawing/2014/main" id="{22939081-786C-F264-1793-6E0E1F564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81188"/>
            <a:ext cx="12192000"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674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A0E90C-5DD0-F86F-B419-E577E60980DF}"/>
              </a:ext>
            </a:extLst>
          </p:cNvPr>
          <p:cNvSpPr>
            <a:spLocks noGrp="1"/>
          </p:cNvSpPr>
          <p:nvPr>
            <p:ph type="title"/>
          </p:nvPr>
        </p:nvSpPr>
        <p:spPr>
          <a:xfrm>
            <a:off x="2821172" y="168308"/>
            <a:ext cx="7348400" cy="1143200"/>
          </a:xfrm>
        </p:spPr>
        <p:txBody>
          <a:bodyPr/>
          <a:lstStyle/>
          <a:p>
            <a:r>
              <a:rPr lang="en-US" dirty="0"/>
              <a:t>C2G Model</a:t>
            </a:r>
            <a:endParaRPr lang="en-IN" dirty="0"/>
          </a:p>
        </p:txBody>
      </p:sp>
      <p:sp>
        <p:nvSpPr>
          <p:cNvPr id="6" name="Text Placeholder 5">
            <a:extLst>
              <a:ext uri="{FF2B5EF4-FFF2-40B4-BE49-F238E27FC236}">
                <a16:creationId xmlns:a16="http://schemas.microsoft.com/office/drawing/2014/main" id="{A1EB2658-992C-AABD-E8A5-80853DB62EAC}"/>
              </a:ext>
            </a:extLst>
          </p:cNvPr>
          <p:cNvSpPr>
            <a:spLocks noGrp="1"/>
          </p:cNvSpPr>
          <p:nvPr>
            <p:ph type="body" idx="1"/>
          </p:nvPr>
        </p:nvSpPr>
        <p:spPr>
          <a:xfrm>
            <a:off x="148428" y="2124056"/>
            <a:ext cx="5561224" cy="3517200"/>
          </a:xfrm>
        </p:spPr>
        <p:txBody>
          <a:bodyPr/>
          <a:lstStyle/>
          <a:p>
            <a:pPr marL="169329" indent="0">
              <a:buNone/>
            </a:pPr>
            <a:r>
              <a:rPr lang="en-US" sz="2667" dirty="0">
                <a:latin typeface="Lato" panose="020F0502020204030203" pitchFamily="34" charset="0"/>
                <a:ea typeface="Lato" panose="020F0502020204030203" pitchFamily="34" charset="0"/>
                <a:cs typeface="Lato" panose="020F0502020204030203" pitchFamily="34" charset="0"/>
              </a:rPr>
              <a:t>PROs</a:t>
            </a:r>
          </a:p>
          <a:p>
            <a:pPr>
              <a:buFont typeface="Arial" panose="020B0604020202020204" pitchFamily="34" charset="0"/>
              <a:buChar char="•"/>
            </a:pPr>
            <a:r>
              <a:rPr lang="en-US" sz="2667" dirty="0">
                <a:latin typeface="Lato" panose="020F0502020204030203" pitchFamily="34" charset="0"/>
                <a:ea typeface="Lato" panose="020F0502020204030203" pitchFamily="34" charset="0"/>
                <a:cs typeface="Lato" panose="020F0502020204030203" pitchFamily="34" charset="0"/>
              </a:rPr>
              <a:t>It makes public administration more flexible and efficient.</a:t>
            </a:r>
          </a:p>
          <a:p>
            <a:pPr>
              <a:buFont typeface="Arial" panose="020B0604020202020204" pitchFamily="34" charset="0"/>
              <a:buChar char="•"/>
            </a:pPr>
            <a:r>
              <a:rPr lang="en-US" sz="2667" dirty="0">
                <a:latin typeface="Lato" panose="020F0502020204030203" pitchFamily="34" charset="0"/>
                <a:ea typeface="Lato" panose="020F0502020204030203" pitchFamily="34" charset="0"/>
                <a:cs typeface="Lato" panose="020F0502020204030203" pitchFamily="34" charset="0"/>
              </a:rPr>
              <a:t>It encourages public knowledge of internet-based technology.</a:t>
            </a:r>
          </a:p>
          <a:p>
            <a:pPr>
              <a:buFont typeface="Arial" panose="020B0604020202020204" pitchFamily="34" charset="0"/>
              <a:buChar char="•"/>
            </a:pPr>
            <a:r>
              <a:rPr lang="en-US" sz="2667" dirty="0">
                <a:latin typeface="Lato" panose="020F0502020204030203" pitchFamily="34" charset="0"/>
                <a:ea typeface="Lato" panose="020F0502020204030203" pitchFamily="34" charset="0"/>
                <a:cs typeface="Lato" panose="020F0502020204030203" pitchFamily="34" charset="0"/>
              </a:rPr>
              <a:t>There is enormous profit potential for third parties contracted to handle C2G transactions.</a:t>
            </a:r>
          </a:p>
          <a:p>
            <a:endParaRPr lang="en-IN" dirty="0"/>
          </a:p>
        </p:txBody>
      </p:sp>
      <p:sp>
        <p:nvSpPr>
          <p:cNvPr id="7" name="Text Placeholder 6">
            <a:extLst>
              <a:ext uri="{FF2B5EF4-FFF2-40B4-BE49-F238E27FC236}">
                <a16:creationId xmlns:a16="http://schemas.microsoft.com/office/drawing/2014/main" id="{E89E17FC-F01C-D4D7-8E66-81C738044458}"/>
              </a:ext>
            </a:extLst>
          </p:cNvPr>
          <p:cNvSpPr>
            <a:spLocks noGrp="1"/>
          </p:cNvSpPr>
          <p:nvPr>
            <p:ph type="body" idx="2"/>
          </p:nvPr>
        </p:nvSpPr>
        <p:spPr>
          <a:xfrm>
            <a:off x="5610407" y="2124056"/>
            <a:ext cx="5697039" cy="3517200"/>
          </a:xfrm>
        </p:spPr>
        <p:txBody>
          <a:bodyPr/>
          <a:lstStyle/>
          <a:p>
            <a:pPr marL="169329" indent="0">
              <a:buNone/>
            </a:pPr>
            <a:r>
              <a:rPr lang="en-US" sz="2667"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US" sz="2667" dirty="0">
                <a:solidFill>
                  <a:srgbClr val="000000"/>
                </a:solidFill>
                <a:latin typeface="Lato" panose="020F0502020204030203" pitchFamily="34" charset="0"/>
                <a:ea typeface="Lato" panose="020F0502020204030203" pitchFamily="34" charset="0"/>
                <a:cs typeface="Lato" panose="020F0502020204030203" pitchFamily="34" charset="0"/>
              </a:rPr>
              <a:t>A lack of internet service in some regions could restrict the performance of C2G eCommerce.</a:t>
            </a:r>
          </a:p>
          <a:p>
            <a:pPr algn="l">
              <a:buFont typeface="Arial" panose="020B0604020202020204" pitchFamily="34" charset="0"/>
              <a:buChar char="•"/>
            </a:pPr>
            <a:r>
              <a:rPr lang="en-US" sz="2667" dirty="0">
                <a:solidFill>
                  <a:srgbClr val="000000"/>
                </a:solidFill>
                <a:latin typeface="Lato" panose="020F0502020204030203" pitchFamily="34" charset="0"/>
                <a:ea typeface="Lato" panose="020F0502020204030203" pitchFamily="34" charset="0"/>
                <a:cs typeface="Lato" panose="020F0502020204030203" pitchFamily="34" charset="0"/>
              </a:rPr>
              <a:t>Public awareness and education programs may be needed to introduce the populace to such systems.</a:t>
            </a:r>
          </a:p>
          <a:p>
            <a:pPr marL="169329" indent="0">
              <a:buNone/>
            </a:pPr>
            <a:endParaRPr lang="en-IN" sz="2667" dirty="0">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a:extLst>
              <a:ext uri="{FF2B5EF4-FFF2-40B4-BE49-F238E27FC236}">
                <a16:creationId xmlns:a16="http://schemas.microsoft.com/office/drawing/2014/main" id="{EB74D335-6F86-5BBC-1E6C-70E9D4B905D6}"/>
              </a:ext>
            </a:extLst>
          </p:cNvPr>
          <p:cNvSpPr>
            <a:spLocks noGrp="1"/>
          </p:cNvSpPr>
          <p:nvPr>
            <p:ph type="sldNum" idx="12"/>
          </p:nvPr>
        </p:nvSpPr>
        <p:spPr/>
        <p:txBody>
          <a:bodyPr/>
          <a:lstStyle/>
          <a:p>
            <a:fld id="{00000000-1234-1234-1234-123412341234}" type="slidenum">
              <a:rPr lang="en" smtClean="0"/>
              <a:pPr/>
              <a:t>23</a:t>
            </a:fld>
            <a:endParaRPr lang="en"/>
          </a:p>
        </p:txBody>
      </p:sp>
    </p:spTree>
    <p:extLst>
      <p:ext uri="{BB962C8B-B14F-4D97-AF65-F5344CB8AC3E}">
        <p14:creationId xmlns:p14="http://schemas.microsoft.com/office/powerpoint/2010/main" val="4009457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DF93F2-2DE4-E616-CDA6-4F44C8A84FEF}"/>
              </a:ext>
            </a:extLst>
          </p:cNvPr>
          <p:cNvSpPr>
            <a:spLocks noGrp="1"/>
          </p:cNvSpPr>
          <p:nvPr>
            <p:ph type="title"/>
          </p:nvPr>
        </p:nvSpPr>
        <p:spPr>
          <a:xfrm>
            <a:off x="766009" y="609839"/>
            <a:ext cx="7348400" cy="1143200"/>
          </a:xfrm>
        </p:spPr>
        <p:txBody>
          <a:bodyPr/>
          <a:lstStyle/>
          <a:p>
            <a:r>
              <a:rPr lang="en-US" dirty="0"/>
              <a:t>G2B</a:t>
            </a:r>
            <a:endParaRPr lang="en-IN" dirty="0"/>
          </a:p>
        </p:txBody>
      </p:sp>
      <p:sp>
        <p:nvSpPr>
          <p:cNvPr id="7" name="Text Placeholder 6">
            <a:extLst>
              <a:ext uri="{FF2B5EF4-FFF2-40B4-BE49-F238E27FC236}">
                <a16:creationId xmlns:a16="http://schemas.microsoft.com/office/drawing/2014/main" id="{24566981-F69A-0700-13A9-A0FC0896B9CD}"/>
              </a:ext>
            </a:extLst>
          </p:cNvPr>
          <p:cNvSpPr>
            <a:spLocks noGrp="1"/>
          </p:cNvSpPr>
          <p:nvPr>
            <p:ph type="body" idx="1"/>
          </p:nvPr>
        </p:nvSpPr>
        <p:spPr>
          <a:xfrm>
            <a:off x="1" y="1839591"/>
            <a:ext cx="10873564" cy="3473600"/>
          </a:xfrm>
        </p:spPr>
        <p:txBody>
          <a:bodyPr/>
          <a:lstStyle/>
          <a:p>
            <a:pPr algn="l">
              <a:buFont typeface="Arial" panose="020B0604020202020204" pitchFamily="34" charset="0"/>
              <a:buChar char="•"/>
            </a:pPr>
            <a:r>
              <a:rPr lang="en-US" b="0" i="0" dirty="0">
                <a:solidFill>
                  <a:srgbClr val="212121"/>
                </a:solidFill>
                <a:effectLst/>
                <a:latin typeface="Open Sans" panose="020B0606030504020204" pitchFamily="34" charset="0"/>
              </a:rPr>
              <a:t>Business licenses, permits, and regulation updates</a:t>
            </a:r>
          </a:p>
          <a:p>
            <a:pPr algn="l">
              <a:buFont typeface="Arial" panose="020B0604020202020204" pitchFamily="34" charset="0"/>
              <a:buChar char="•"/>
            </a:pPr>
            <a:r>
              <a:rPr lang="en-US" b="0" i="0" dirty="0">
                <a:solidFill>
                  <a:srgbClr val="212121"/>
                </a:solidFill>
                <a:effectLst/>
                <a:latin typeface="Open Sans" panose="020B0606030504020204" pitchFamily="34" charset="0"/>
              </a:rPr>
              <a:t>Electronic auctions</a:t>
            </a:r>
          </a:p>
          <a:p>
            <a:pPr algn="l">
              <a:buFont typeface="Arial" panose="020B0604020202020204" pitchFamily="34" charset="0"/>
              <a:buChar char="•"/>
            </a:pPr>
            <a:r>
              <a:rPr lang="en-US" b="0" i="0" dirty="0">
                <a:solidFill>
                  <a:srgbClr val="212121"/>
                </a:solidFill>
                <a:effectLst/>
                <a:latin typeface="Open Sans" panose="020B0606030504020204" pitchFamily="34" charset="0"/>
              </a:rPr>
              <a:t>Tax, social insurance payments, and reporting</a:t>
            </a:r>
          </a:p>
          <a:p>
            <a:pPr algn="l">
              <a:buFont typeface="Arial" panose="020B0604020202020204" pitchFamily="34" charset="0"/>
              <a:buChar char="•"/>
            </a:pPr>
            <a:r>
              <a:rPr lang="en-US" b="0" i="0" dirty="0">
                <a:solidFill>
                  <a:srgbClr val="212121"/>
                </a:solidFill>
                <a:effectLst/>
                <a:latin typeface="Open Sans" panose="020B0606030504020204" pitchFamily="34" charset="0"/>
              </a:rPr>
              <a:t>Electronic forms</a:t>
            </a:r>
          </a:p>
          <a:p>
            <a:pPr algn="l">
              <a:buFont typeface="Arial" panose="020B0604020202020204" pitchFamily="34" charset="0"/>
              <a:buChar char="•"/>
            </a:pPr>
            <a:r>
              <a:rPr lang="en-US" b="0" i="0" dirty="0">
                <a:solidFill>
                  <a:srgbClr val="212121"/>
                </a:solidFill>
                <a:effectLst/>
                <a:latin typeface="Open Sans" panose="020B0606030504020204" pitchFamily="34" charset="0"/>
              </a:rPr>
              <a:t>Online application submission functionalities</a:t>
            </a:r>
          </a:p>
          <a:p>
            <a:pPr algn="l">
              <a:buFont typeface="Arial" panose="020B0604020202020204" pitchFamily="34" charset="0"/>
              <a:buChar char="•"/>
            </a:pPr>
            <a:r>
              <a:rPr lang="en-US" b="0" i="0" dirty="0">
                <a:solidFill>
                  <a:srgbClr val="212121"/>
                </a:solidFill>
                <a:effectLst/>
                <a:latin typeface="Open Sans" panose="020B0606030504020204" pitchFamily="34" charset="0"/>
              </a:rPr>
              <a:t>Virtual business dispute resolution</a:t>
            </a:r>
          </a:p>
          <a:p>
            <a:pPr algn="l">
              <a:buFont typeface="Arial" panose="020B0604020202020204" pitchFamily="34" charset="0"/>
              <a:buChar char="•"/>
            </a:pPr>
            <a:r>
              <a:rPr lang="en-US" b="0" i="0" dirty="0">
                <a:solidFill>
                  <a:srgbClr val="212121"/>
                </a:solidFill>
                <a:effectLst/>
                <a:latin typeface="Open Sans" panose="020B0606030504020204" pitchFamily="34" charset="0"/>
              </a:rPr>
              <a:t>Online startup registering</a:t>
            </a:r>
          </a:p>
          <a:p>
            <a:pPr algn="l">
              <a:buFont typeface="Arial" panose="020B0604020202020204" pitchFamily="34" charset="0"/>
              <a:buChar char="•"/>
            </a:pPr>
            <a:endParaRPr lang="en-IN" dirty="0">
              <a:latin typeface="Lato" panose="020F0502020204030203" pitchFamily="34" charset="0"/>
              <a:ea typeface="Lato" panose="020F0502020204030203" pitchFamily="34" charset="0"/>
              <a:cs typeface="Lato" panose="020F0502020204030203" pitchFamily="34" charset="0"/>
            </a:endParaRPr>
          </a:p>
        </p:txBody>
      </p:sp>
      <p:sp>
        <p:nvSpPr>
          <p:cNvPr id="5" name="Slide Number Placeholder 4">
            <a:extLst>
              <a:ext uri="{FF2B5EF4-FFF2-40B4-BE49-F238E27FC236}">
                <a16:creationId xmlns:a16="http://schemas.microsoft.com/office/drawing/2014/main" id="{E18917B7-0C02-FA14-4BF8-E9AEA60C1C6B}"/>
              </a:ext>
            </a:extLst>
          </p:cNvPr>
          <p:cNvSpPr>
            <a:spLocks noGrp="1"/>
          </p:cNvSpPr>
          <p:nvPr>
            <p:ph type="sldNum" idx="12"/>
          </p:nvPr>
        </p:nvSpPr>
        <p:spPr/>
        <p:txBody>
          <a:bodyPr/>
          <a:lstStyle/>
          <a:p>
            <a:fld id="{00000000-1234-1234-1234-123412341234}" type="slidenum">
              <a:rPr lang="en" smtClean="0"/>
              <a:pPr/>
              <a:t>24</a:t>
            </a:fld>
            <a:endParaRPr lang="en"/>
          </a:p>
        </p:txBody>
      </p:sp>
    </p:spTree>
    <p:extLst>
      <p:ext uri="{BB962C8B-B14F-4D97-AF65-F5344CB8AC3E}">
        <p14:creationId xmlns:p14="http://schemas.microsoft.com/office/powerpoint/2010/main" val="317739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018A2C-C945-5E6F-99D4-F0C5A1E574E9}"/>
              </a:ext>
            </a:extLst>
          </p:cNvPr>
          <p:cNvSpPr>
            <a:spLocks noGrp="1"/>
          </p:cNvSpPr>
          <p:nvPr>
            <p:ph type="title"/>
          </p:nvPr>
        </p:nvSpPr>
        <p:spPr>
          <a:xfrm>
            <a:off x="2636875" y="0"/>
            <a:ext cx="7348400" cy="1143200"/>
          </a:xfrm>
        </p:spPr>
        <p:txBody>
          <a:bodyPr/>
          <a:lstStyle/>
          <a:p>
            <a:r>
              <a:rPr lang="en-US" dirty="0"/>
              <a:t>G2B Model</a:t>
            </a:r>
            <a:endParaRPr lang="en-IN" dirty="0"/>
          </a:p>
        </p:txBody>
      </p:sp>
      <p:sp>
        <p:nvSpPr>
          <p:cNvPr id="6" name="Text Placeholder 5">
            <a:extLst>
              <a:ext uri="{FF2B5EF4-FFF2-40B4-BE49-F238E27FC236}">
                <a16:creationId xmlns:a16="http://schemas.microsoft.com/office/drawing/2014/main" id="{3735C197-937B-4B41-3A5E-A9B7804A58F7}"/>
              </a:ext>
            </a:extLst>
          </p:cNvPr>
          <p:cNvSpPr>
            <a:spLocks noGrp="1"/>
          </p:cNvSpPr>
          <p:nvPr>
            <p:ph type="body" idx="1"/>
          </p:nvPr>
        </p:nvSpPr>
        <p:spPr>
          <a:xfrm>
            <a:off x="92149" y="1318773"/>
            <a:ext cx="5089451" cy="3517200"/>
          </a:xfrm>
        </p:spPr>
        <p:txBody>
          <a:bodyPr/>
          <a:lstStyle/>
          <a:p>
            <a:r>
              <a:rPr lang="en-US" sz="2400" dirty="0">
                <a:latin typeface="Lato" panose="020F0502020204030203" pitchFamily="34" charset="0"/>
                <a:ea typeface="Lato" panose="020F0502020204030203" pitchFamily="34" charset="0"/>
                <a:cs typeface="Lato" panose="020F0502020204030203" pitchFamily="34" charset="0"/>
              </a:rPr>
              <a:t>PROs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Lower costs and barriers for interaction between governments and businesses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Reduced time for carrying out a transaction</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Easier access to information</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Convenient navigation through government regulations</a:t>
            </a:r>
          </a:p>
          <a:p>
            <a:endParaRPr lang="en-IN" dirty="0"/>
          </a:p>
        </p:txBody>
      </p:sp>
      <p:sp>
        <p:nvSpPr>
          <p:cNvPr id="7" name="Text Placeholder 6">
            <a:extLst>
              <a:ext uri="{FF2B5EF4-FFF2-40B4-BE49-F238E27FC236}">
                <a16:creationId xmlns:a16="http://schemas.microsoft.com/office/drawing/2014/main" id="{706747CC-D97A-8360-CFEE-A52EFE37E946}"/>
              </a:ext>
            </a:extLst>
          </p:cNvPr>
          <p:cNvSpPr>
            <a:spLocks noGrp="1"/>
          </p:cNvSpPr>
          <p:nvPr>
            <p:ph type="body" idx="2"/>
          </p:nvPr>
        </p:nvSpPr>
        <p:spPr>
          <a:xfrm>
            <a:off x="5440288" y="1318773"/>
            <a:ext cx="4544987" cy="3517200"/>
          </a:xfrm>
        </p:spPr>
        <p:txBody>
          <a:bodyPr/>
          <a:lstStyle/>
          <a:p>
            <a:r>
              <a:rPr lang="en-US" sz="2400" dirty="0">
                <a:latin typeface="Lato" panose="020F0502020204030203" pitchFamily="34" charset="0"/>
                <a:ea typeface="Lato" panose="020F0502020204030203" pitchFamily="34" charset="0"/>
                <a:cs typeface="Lato" panose="020F0502020204030203" pitchFamily="34" charset="0"/>
              </a:rPr>
              <a:t>CONs</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Inequality as not everyone has access to the internet</a:t>
            </a:r>
          </a:p>
          <a:p>
            <a:pPr algn="l">
              <a:buFont typeface="Arial" panose="020B0604020202020204" pitchFamily="34" charset="0"/>
              <a:buChar char="•"/>
            </a:pPr>
            <a:r>
              <a:rPr lang="en-US" sz="2400" dirty="0">
                <a:solidFill>
                  <a:srgbClr val="000000"/>
                </a:solidFill>
                <a:latin typeface="Lato" panose="020F0502020204030203" pitchFamily="34" charset="0"/>
                <a:ea typeface="Lato" panose="020F0502020204030203" pitchFamily="34" charset="0"/>
                <a:cs typeface="Lato" panose="020F0502020204030203" pitchFamily="34" charset="0"/>
              </a:rPr>
              <a:t>Businesses are required to provide a lot of information to the government, which may hamper their privacy</a:t>
            </a:r>
          </a:p>
          <a:p>
            <a:endParaRPr lang="en-IN" dirty="0"/>
          </a:p>
        </p:txBody>
      </p:sp>
      <p:sp>
        <p:nvSpPr>
          <p:cNvPr id="4" name="Slide Number Placeholder 3">
            <a:extLst>
              <a:ext uri="{FF2B5EF4-FFF2-40B4-BE49-F238E27FC236}">
                <a16:creationId xmlns:a16="http://schemas.microsoft.com/office/drawing/2014/main" id="{412FF798-A32B-6AAB-8A82-74A027D5519D}"/>
              </a:ext>
            </a:extLst>
          </p:cNvPr>
          <p:cNvSpPr>
            <a:spLocks noGrp="1"/>
          </p:cNvSpPr>
          <p:nvPr>
            <p:ph type="sldNum" idx="12"/>
          </p:nvPr>
        </p:nvSpPr>
        <p:spPr/>
        <p:txBody>
          <a:bodyPr/>
          <a:lstStyle/>
          <a:p>
            <a:fld id="{00000000-1234-1234-1234-123412341234}" type="slidenum">
              <a:rPr lang="en" smtClean="0"/>
              <a:pPr/>
              <a:t>25</a:t>
            </a:fld>
            <a:endParaRPr lang="en"/>
          </a:p>
        </p:txBody>
      </p:sp>
    </p:spTree>
    <p:extLst>
      <p:ext uri="{BB962C8B-B14F-4D97-AF65-F5344CB8AC3E}">
        <p14:creationId xmlns:p14="http://schemas.microsoft.com/office/powerpoint/2010/main" val="3801448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B059AF-D0AE-5E3C-1E42-8B99CF018710}"/>
              </a:ext>
            </a:extLst>
          </p:cNvPr>
          <p:cNvSpPr>
            <a:spLocks noGrp="1"/>
          </p:cNvSpPr>
          <p:nvPr>
            <p:ph type="ctrTitle"/>
          </p:nvPr>
        </p:nvSpPr>
        <p:spPr/>
        <p:txBody>
          <a:bodyPr/>
          <a:lstStyle/>
          <a:p>
            <a:r>
              <a:rPr lang="en-IN" dirty="0"/>
              <a:t>Business Models according to transacting  types</a:t>
            </a:r>
          </a:p>
        </p:txBody>
      </p:sp>
    </p:spTree>
    <p:extLst>
      <p:ext uri="{BB962C8B-B14F-4D97-AF65-F5344CB8AC3E}">
        <p14:creationId xmlns:p14="http://schemas.microsoft.com/office/powerpoint/2010/main" val="2938594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2D5E6D-8B97-6DBE-FAF0-4272F50630D6}"/>
              </a:ext>
            </a:extLst>
          </p:cNvPr>
          <p:cNvSpPr>
            <a:spLocks noGrp="1"/>
          </p:cNvSpPr>
          <p:nvPr>
            <p:ph type="title"/>
          </p:nvPr>
        </p:nvSpPr>
        <p:spPr>
          <a:xfrm>
            <a:off x="597567" y="1136897"/>
            <a:ext cx="9172074" cy="1143200"/>
          </a:xfrm>
        </p:spPr>
        <p:txBody>
          <a:bodyPr/>
          <a:lstStyle/>
          <a:p>
            <a:r>
              <a:rPr lang="en-IN" dirty="0"/>
              <a:t>BM according to transacting type</a:t>
            </a:r>
          </a:p>
        </p:txBody>
      </p:sp>
      <p:sp>
        <p:nvSpPr>
          <p:cNvPr id="4" name="Text Placeholder 3">
            <a:extLst>
              <a:ext uri="{FF2B5EF4-FFF2-40B4-BE49-F238E27FC236}">
                <a16:creationId xmlns:a16="http://schemas.microsoft.com/office/drawing/2014/main" id="{178E839E-E5B1-6137-A829-FE897EF08A30}"/>
              </a:ext>
            </a:extLst>
          </p:cNvPr>
          <p:cNvSpPr>
            <a:spLocks noGrp="1"/>
          </p:cNvSpPr>
          <p:nvPr>
            <p:ph type="body" idx="1"/>
          </p:nvPr>
        </p:nvSpPr>
        <p:spPr>
          <a:xfrm>
            <a:off x="284747" y="2719137"/>
            <a:ext cx="8113296" cy="3308685"/>
          </a:xfrm>
        </p:spPr>
        <p:txBody>
          <a:bodyPr numCol="2"/>
          <a:lstStyle/>
          <a:p>
            <a:r>
              <a:rPr lang="en-IN" sz="2800" dirty="0"/>
              <a:t>Brokerage Model</a:t>
            </a:r>
          </a:p>
          <a:p>
            <a:r>
              <a:rPr lang="en-IN" sz="2800" dirty="0"/>
              <a:t>Aggregator Model</a:t>
            </a:r>
          </a:p>
          <a:p>
            <a:r>
              <a:rPr lang="en-IN" sz="2800" dirty="0"/>
              <a:t>Infomediary Model</a:t>
            </a:r>
          </a:p>
          <a:p>
            <a:r>
              <a:rPr lang="en-IN" sz="2800" dirty="0"/>
              <a:t>Community Model</a:t>
            </a:r>
          </a:p>
          <a:p>
            <a:r>
              <a:rPr lang="en-IN" sz="2800" dirty="0"/>
              <a:t>Manufacturer Model</a:t>
            </a:r>
          </a:p>
          <a:p>
            <a:r>
              <a:rPr lang="en-IN" sz="2800" dirty="0"/>
              <a:t>Advertising Model</a:t>
            </a:r>
          </a:p>
          <a:p>
            <a:r>
              <a:rPr lang="en-IN" sz="2800" dirty="0"/>
              <a:t>Subscription Model</a:t>
            </a:r>
          </a:p>
          <a:p>
            <a:r>
              <a:rPr lang="en-IN" sz="2800" dirty="0"/>
              <a:t>Affiliate Model</a:t>
            </a:r>
          </a:p>
          <a:p>
            <a:r>
              <a:rPr lang="en-IN" sz="2800" dirty="0"/>
              <a:t>Value Chain Model</a:t>
            </a:r>
          </a:p>
          <a:p>
            <a:endParaRPr lang="en-IN" sz="2800" dirty="0"/>
          </a:p>
          <a:p>
            <a:endParaRPr lang="en-IN" dirty="0"/>
          </a:p>
        </p:txBody>
      </p:sp>
    </p:spTree>
    <p:extLst>
      <p:ext uri="{BB962C8B-B14F-4D97-AF65-F5344CB8AC3E}">
        <p14:creationId xmlns:p14="http://schemas.microsoft.com/office/powerpoint/2010/main" val="3202205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6C89-901B-BAE1-411D-ABA26C671A69}"/>
              </a:ext>
            </a:extLst>
          </p:cNvPr>
          <p:cNvSpPr>
            <a:spLocks noGrp="1"/>
          </p:cNvSpPr>
          <p:nvPr>
            <p:ph type="title"/>
          </p:nvPr>
        </p:nvSpPr>
        <p:spPr>
          <a:xfrm>
            <a:off x="2823411" y="0"/>
            <a:ext cx="7348400" cy="1143200"/>
          </a:xfrm>
        </p:spPr>
        <p:txBody>
          <a:bodyPr/>
          <a:lstStyle/>
          <a:p>
            <a:r>
              <a:rPr lang="en-IN" dirty="0"/>
              <a:t>Brokerage Model</a:t>
            </a:r>
          </a:p>
        </p:txBody>
      </p:sp>
      <p:sp>
        <p:nvSpPr>
          <p:cNvPr id="5" name="Text Placeholder 4">
            <a:extLst>
              <a:ext uri="{FF2B5EF4-FFF2-40B4-BE49-F238E27FC236}">
                <a16:creationId xmlns:a16="http://schemas.microsoft.com/office/drawing/2014/main" id="{438FC32A-6FEB-507C-9B53-7A9874703BE9}"/>
              </a:ext>
            </a:extLst>
          </p:cNvPr>
          <p:cNvSpPr>
            <a:spLocks noGrp="1"/>
          </p:cNvSpPr>
          <p:nvPr>
            <p:ph type="body" idx="1"/>
          </p:nvPr>
        </p:nvSpPr>
        <p:spPr>
          <a:xfrm>
            <a:off x="308810" y="1263517"/>
            <a:ext cx="8726906" cy="5044562"/>
          </a:xfrm>
        </p:spPr>
        <p:txBody>
          <a:bodyPr/>
          <a:lstStyle/>
          <a:p>
            <a:pPr algn="l"/>
            <a:r>
              <a:rPr lang="en-GB" b="0" i="0" dirty="0">
                <a:solidFill>
                  <a:srgbClr val="000000"/>
                </a:solidFill>
                <a:effectLst/>
                <a:latin typeface="ff1"/>
              </a:rPr>
              <a:t>Brokers are market-makers: they bring buyers and sellers together and facilitate transactions.</a:t>
            </a:r>
          </a:p>
          <a:p>
            <a:pPr algn="l"/>
            <a:r>
              <a:rPr lang="en-GB" b="0" i="0" dirty="0">
                <a:solidFill>
                  <a:srgbClr val="000000"/>
                </a:solidFill>
                <a:effectLst/>
                <a:latin typeface="ff1"/>
              </a:rPr>
              <a:t> Those can be business-to-business (B2B), business-to-consumer (B2C),or consumer-to-consumer (C2C) markets. </a:t>
            </a:r>
          </a:p>
          <a:p>
            <a:pPr algn="l"/>
            <a:r>
              <a:rPr lang="en-GB" b="0" i="0" dirty="0">
                <a:solidFill>
                  <a:srgbClr val="000000"/>
                </a:solidFill>
                <a:effectLst/>
                <a:latin typeface="ff1"/>
              </a:rPr>
              <a:t>A broker makes its money by charging a fee for each transaction it enables. </a:t>
            </a:r>
          </a:p>
          <a:p>
            <a:pPr marL="152396" indent="0">
              <a:buNone/>
            </a:pPr>
            <a:endParaRPr lang="en-IN" dirty="0"/>
          </a:p>
        </p:txBody>
      </p:sp>
      <p:pic>
        <p:nvPicPr>
          <p:cNvPr id="1026" name="Picture 2">
            <a:extLst>
              <a:ext uri="{FF2B5EF4-FFF2-40B4-BE49-F238E27FC236}">
                <a16:creationId xmlns:a16="http://schemas.microsoft.com/office/drawing/2014/main" id="{4D7251E0-597E-25DB-7BD9-137AE601C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72" y="4527057"/>
            <a:ext cx="3157537" cy="18308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ABD9010-F778-B2EA-D8B4-4E1108A26E69}"/>
              </a:ext>
            </a:extLst>
          </p:cNvPr>
          <p:cNvPicPr>
            <a:picLocks noChangeAspect="1"/>
          </p:cNvPicPr>
          <p:nvPr/>
        </p:nvPicPr>
        <p:blipFill>
          <a:blip r:embed="rId3"/>
          <a:stretch>
            <a:fillRect/>
          </a:stretch>
        </p:blipFill>
        <p:spPr>
          <a:xfrm>
            <a:off x="3422231" y="4330593"/>
            <a:ext cx="4311277" cy="1370108"/>
          </a:xfrm>
          <a:prstGeom prst="rect">
            <a:avLst/>
          </a:prstGeom>
        </p:spPr>
      </p:pic>
      <p:pic>
        <p:nvPicPr>
          <p:cNvPr id="7" name="Picture 4">
            <a:extLst>
              <a:ext uri="{FF2B5EF4-FFF2-40B4-BE49-F238E27FC236}">
                <a16:creationId xmlns:a16="http://schemas.microsoft.com/office/drawing/2014/main" id="{2E048C2C-F97F-23B4-F8BE-3DAE04F6B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3341" y="4677892"/>
            <a:ext cx="1750504" cy="1750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13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A4FF3-7967-D601-ED4E-F773274D9E65}"/>
              </a:ext>
            </a:extLst>
          </p:cNvPr>
          <p:cNvSpPr>
            <a:spLocks noGrp="1"/>
          </p:cNvSpPr>
          <p:nvPr>
            <p:ph type="title"/>
          </p:nvPr>
        </p:nvSpPr>
        <p:spPr>
          <a:xfrm>
            <a:off x="2811379" y="282654"/>
            <a:ext cx="7348400" cy="1143200"/>
          </a:xfrm>
        </p:spPr>
        <p:txBody>
          <a:bodyPr/>
          <a:lstStyle/>
          <a:p>
            <a:r>
              <a:rPr lang="en-IN" dirty="0"/>
              <a:t>Aggregator Model</a:t>
            </a:r>
          </a:p>
        </p:txBody>
      </p:sp>
      <p:sp>
        <p:nvSpPr>
          <p:cNvPr id="3" name="Text Placeholder 2">
            <a:extLst>
              <a:ext uri="{FF2B5EF4-FFF2-40B4-BE49-F238E27FC236}">
                <a16:creationId xmlns:a16="http://schemas.microsoft.com/office/drawing/2014/main" id="{7FF7649B-BBAF-B599-53AA-61F4351F2050}"/>
              </a:ext>
            </a:extLst>
          </p:cNvPr>
          <p:cNvSpPr>
            <a:spLocks noGrp="1"/>
          </p:cNvSpPr>
          <p:nvPr>
            <p:ph type="body" idx="1"/>
          </p:nvPr>
        </p:nvSpPr>
        <p:spPr>
          <a:xfrm>
            <a:off x="240632" y="1653539"/>
            <a:ext cx="9550180" cy="4829838"/>
          </a:xfrm>
        </p:spPr>
        <p:txBody>
          <a:bodyPr/>
          <a:lstStyle/>
          <a:p>
            <a:r>
              <a:rPr lang="en-GB" dirty="0"/>
              <a:t>the aggregators are the connectors between the buyers and the sellers. </a:t>
            </a:r>
          </a:p>
          <a:p>
            <a:r>
              <a:rPr lang="en-GB" dirty="0"/>
              <a:t>They are involved in the overall process of selection, organization, matching the buyers’ requirement with the particulars of the available goods, </a:t>
            </a:r>
            <a:r>
              <a:rPr lang="en-GB" dirty="0" err="1"/>
              <a:t>fulfillment</a:t>
            </a:r>
            <a:r>
              <a:rPr lang="en-GB" dirty="0"/>
              <a:t> of the orders and enabling the customers to create a value about the sellers.</a:t>
            </a:r>
            <a:r>
              <a:rPr lang="en-GB" b="0" i="0" dirty="0">
                <a:solidFill>
                  <a:srgbClr val="747474"/>
                </a:solidFill>
                <a:effectLst/>
                <a:latin typeface="Muli"/>
              </a:rPr>
              <a:t> </a:t>
            </a:r>
            <a:endParaRPr lang="en-IN" dirty="0"/>
          </a:p>
        </p:txBody>
      </p:sp>
      <p:pic>
        <p:nvPicPr>
          <p:cNvPr id="2050" name="Picture 2">
            <a:extLst>
              <a:ext uri="{FF2B5EF4-FFF2-40B4-BE49-F238E27FC236}">
                <a16:creationId xmlns:a16="http://schemas.microsoft.com/office/drawing/2014/main" id="{B111E16B-AE63-42C3-FAF3-A081A7760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821" y="4955756"/>
            <a:ext cx="1503558" cy="15035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ll images">
            <a:extLst>
              <a:ext uri="{FF2B5EF4-FFF2-40B4-BE49-F238E27FC236}">
                <a16:creationId xmlns:a16="http://schemas.microsoft.com/office/drawing/2014/main" id="{2183EDAA-BA6C-F514-2BF4-DE273BC403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103" y="4435926"/>
            <a:ext cx="2878804" cy="202338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EAC4068-F537-71CA-B48F-6E6A0E33CB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9630" y="4605192"/>
            <a:ext cx="1676401" cy="1818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07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70AC3A-9DCA-B931-BCFA-CF722157FAE2}"/>
              </a:ext>
            </a:extLst>
          </p:cNvPr>
          <p:cNvSpPr>
            <a:spLocks noGrp="1"/>
          </p:cNvSpPr>
          <p:nvPr>
            <p:ph type="body" idx="1"/>
          </p:nvPr>
        </p:nvSpPr>
        <p:spPr>
          <a:xfrm>
            <a:off x="92242" y="1389758"/>
            <a:ext cx="8726906" cy="5468242"/>
          </a:xfrm>
        </p:spPr>
        <p:txBody>
          <a:bodyPr/>
          <a:lstStyle/>
          <a:p>
            <a:r>
              <a:rPr lang="en-GB" b="0" i="0" dirty="0">
                <a:solidFill>
                  <a:srgbClr val="000000"/>
                </a:solidFill>
                <a:effectLst/>
                <a:latin typeface="roboto" panose="02000000000000000000" pitchFamily="2" charset="0"/>
              </a:rPr>
              <a:t>Infomediary organizations collect Information about consumers and their consumption habits </a:t>
            </a:r>
          </a:p>
          <a:p>
            <a:r>
              <a:rPr lang="en-GB" b="0" i="0" dirty="0">
                <a:solidFill>
                  <a:srgbClr val="000000"/>
                </a:solidFill>
                <a:effectLst/>
                <a:latin typeface="roboto" panose="02000000000000000000" pitchFamily="2" charset="0"/>
              </a:rPr>
              <a:t>It </a:t>
            </a:r>
            <a:r>
              <a:rPr lang="en-GB" b="0" i="0" dirty="0" err="1">
                <a:solidFill>
                  <a:srgbClr val="000000"/>
                </a:solidFill>
                <a:effectLst/>
                <a:latin typeface="roboto" panose="02000000000000000000" pitchFamily="2" charset="0"/>
              </a:rPr>
              <a:t>analyzes</a:t>
            </a:r>
            <a:r>
              <a:rPr lang="en-GB" b="0" i="0" dirty="0">
                <a:solidFill>
                  <a:srgbClr val="000000"/>
                </a:solidFill>
                <a:effectLst/>
                <a:latin typeface="roboto" panose="02000000000000000000" pitchFamily="2" charset="0"/>
              </a:rPr>
              <a:t> information carefully &amp; categorically and supplies to various producer companies </a:t>
            </a:r>
          </a:p>
          <a:p>
            <a:r>
              <a:rPr lang="en-GB" b="0" i="0" dirty="0">
                <a:solidFill>
                  <a:srgbClr val="000000"/>
                </a:solidFill>
                <a:effectLst/>
                <a:latin typeface="roboto" panose="02000000000000000000" pitchFamily="2" charset="0"/>
              </a:rPr>
              <a:t>They also assist consumers by collecting information about products and their producers </a:t>
            </a:r>
          </a:p>
          <a:p>
            <a:r>
              <a:rPr lang="en-GB" b="0" i="0" dirty="0">
                <a:solidFill>
                  <a:srgbClr val="000000"/>
                </a:solidFill>
                <a:effectLst/>
                <a:latin typeface="roboto" panose="02000000000000000000" pitchFamily="2" charset="0"/>
              </a:rPr>
              <a:t>Different types of infomediary models include - Advertising networks, Audience Measurement Services Model, Incentive Marketing model, and Aggregators business model</a:t>
            </a:r>
            <a:endParaRPr lang="en-IN" dirty="0"/>
          </a:p>
        </p:txBody>
      </p:sp>
      <p:pic>
        <p:nvPicPr>
          <p:cNvPr id="3076" name="Picture 4" descr="kantar">
            <a:extLst>
              <a:ext uri="{FF2B5EF4-FFF2-40B4-BE49-F238E27FC236}">
                <a16:creationId xmlns:a16="http://schemas.microsoft.com/office/drawing/2014/main" id="{AF06BAAD-5F75-582E-BEAF-CDB0B110D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5828" y="1389758"/>
            <a:ext cx="1771650" cy="3333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86981A0-5BB5-2F0D-D3CE-6C63783BAD4D}"/>
              </a:ext>
            </a:extLst>
          </p:cNvPr>
          <p:cNvPicPr>
            <a:picLocks noChangeAspect="1"/>
          </p:cNvPicPr>
          <p:nvPr/>
        </p:nvPicPr>
        <p:blipFill>
          <a:blip r:embed="rId3"/>
          <a:stretch>
            <a:fillRect/>
          </a:stretch>
        </p:blipFill>
        <p:spPr>
          <a:xfrm>
            <a:off x="9847991" y="2381196"/>
            <a:ext cx="869995" cy="1047804"/>
          </a:xfrm>
          <a:prstGeom prst="rect">
            <a:avLst/>
          </a:prstGeom>
        </p:spPr>
      </p:pic>
      <p:pic>
        <p:nvPicPr>
          <p:cNvPr id="3078" name="Picture 6">
            <a:extLst>
              <a:ext uri="{FF2B5EF4-FFF2-40B4-BE49-F238E27FC236}">
                <a16:creationId xmlns:a16="http://schemas.microsoft.com/office/drawing/2014/main" id="{71F924E2-FED0-AD02-79BA-422A3D121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4003" y="4078069"/>
            <a:ext cx="1866786" cy="186678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C970237-1C27-FDEF-86A9-D093773ED7B1}"/>
              </a:ext>
            </a:extLst>
          </p:cNvPr>
          <p:cNvSpPr txBox="1">
            <a:spLocks/>
          </p:cNvSpPr>
          <p:nvPr/>
        </p:nvSpPr>
        <p:spPr>
          <a:xfrm>
            <a:off x="2763253" y="222496"/>
            <a:ext cx="7348400" cy="1143200"/>
          </a:xfrm>
          <a:prstGeom prst="rect">
            <a:avLst/>
          </a:prstGeom>
        </p:spPr>
        <p:txBody>
          <a:bodyPr spcFirstLastPara="1" vert="horz" wrap="square" lIns="91425" tIns="91425" rIns="91425" bIns="91425" rtlCol="0" anchor="b" anchorCtr="0">
            <a:noAutofit/>
          </a:bodyPr>
          <a:lstStyle>
            <a:lvl1pPr lvl="0" algn="l" defTabSz="914400" rtl="0" eaLnBrk="1" latinLnBrk="0" hangingPunct="1">
              <a:lnSpc>
                <a:spcPct val="90000"/>
              </a:lnSpc>
              <a:spcBef>
                <a:spcPts val="0"/>
              </a:spcBef>
              <a:spcAft>
                <a:spcPts val="0"/>
              </a:spcAft>
              <a:buSzPts val="4800"/>
              <a:buFont typeface="Lato"/>
              <a:buNone/>
              <a:defRPr sz="4400" kern="1200">
                <a:solidFill>
                  <a:schemeClr val="tx1"/>
                </a:solidFill>
                <a:latin typeface="Lato"/>
                <a:ea typeface="Lato"/>
                <a:cs typeface="Lato"/>
                <a:sym typeface="Lato"/>
              </a:defRPr>
            </a:lvl1pPr>
            <a:lvl2pPr lvl="1">
              <a:spcBef>
                <a:spcPts val="0"/>
              </a:spcBef>
              <a:spcAft>
                <a:spcPts val="0"/>
              </a:spcAft>
              <a:buSzPts val="4800"/>
              <a:buFont typeface="Lato"/>
              <a:buNone/>
              <a:defRPr>
                <a:latin typeface="Lato"/>
                <a:ea typeface="Lato"/>
                <a:cs typeface="Lato"/>
                <a:sym typeface="Lato"/>
              </a:defRPr>
            </a:lvl2pPr>
            <a:lvl3pPr lvl="2">
              <a:spcBef>
                <a:spcPts val="0"/>
              </a:spcBef>
              <a:spcAft>
                <a:spcPts val="0"/>
              </a:spcAft>
              <a:buSzPts val="4800"/>
              <a:buFont typeface="Lato"/>
              <a:buNone/>
              <a:defRPr>
                <a:latin typeface="Lato"/>
                <a:ea typeface="Lato"/>
                <a:cs typeface="Lato"/>
                <a:sym typeface="Lato"/>
              </a:defRPr>
            </a:lvl3pPr>
            <a:lvl4pPr lvl="3">
              <a:spcBef>
                <a:spcPts val="0"/>
              </a:spcBef>
              <a:spcAft>
                <a:spcPts val="0"/>
              </a:spcAft>
              <a:buSzPts val="4800"/>
              <a:buFont typeface="Lato"/>
              <a:buNone/>
              <a:defRPr>
                <a:latin typeface="Lato"/>
                <a:ea typeface="Lato"/>
                <a:cs typeface="Lato"/>
                <a:sym typeface="Lato"/>
              </a:defRPr>
            </a:lvl4pPr>
            <a:lvl5pPr lvl="4">
              <a:spcBef>
                <a:spcPts val="0"/>
              </a:spcBef>
              <a:spcAft>
                <a:spcPts val="0"/>
              </a:spcAft>
              <a:buSzPts val="4800"/>
              <a:buFont typeface="Lato"/>
              <a:buNone/>
              <a:defRPr>
                <a:latin typeface="Lato"/>
                <a:ea typeface="Lato"/>
                <a:cs typeface="Lato"/>
                <a:sym typeface="Lato"/>
              </a:defRPr>
            </a:lvl5pPr>
            <a:lvl6pPr lvl="5">
              <a:spcBef>
                <a:spcPts val="0"/>
              </a:spcBef>
              <a:spcAft>
                <a:spcPts val="0"/>
              </a:spcAft>
              <a:buSzPts val="4800"/>
              <a:buFont typeface="Lato"/>
              <a:buNone/>
              <a:defRPr>
                <a:latin typeface="Lato"/>
                <a:ea typeface="Lato"/>
                <a:cs typeface="Lato"/>
                <a:sym typeface="Lato"/>
              </a:defRPr>
            </a:lvl6pPr>
            <a:lvl7pPr lvl="6">
              <a:spcBef>
                <a:spcPts val="0"/>
              </a:spcBef>
              <a:spcAft>
                <a:spcPts val="0"/>
              </a:spcAft>
              <a:buSzPts val="4800"/>
              <a:buFont typeface="Lato"/>
              <a:buNone/>
              <a:defRPr>
                <a:latin typeface="Lato"/>
                <a:ea typeface="Lato"/>
                <a:cs typeface="Lato"/>
                <a:sym typeface="Lato"/>
              </a:defRPr>
            </a:lvl7pPr>
            <a:lvl8pPr lvl="7">
              <a:spcBef>
                <a:spcPts val="0"/>
              </a:spcBef>
              <a:spcAft>
                <a:spcPts val="0"/>
              </a:spcAft>
              <a:buSzPts val="4800"/>
              <a:buFont typeface="Lato"/>
              <a:buNone/>
              <a:defRPr>
                <a:latin typeface="Lato"/>
                <a:ea typeface="Lato"/>
                <a:cs typeface="Lato"/>
                <a:sym typeface="Lato"/>
              </a:defRPr>
            </a:lvl8pPr>
            <a:lvl9pPr lvl="8">
              <a:spcBef>
                <a:spcPts val="0"/>
              </a:spcBef>
              <a:spcAft>
                <a:spcPts val="0"/>
              </a:spcAft>
              <a:buSzPts val="4800"/>
              <a:buFont typeface="Lato"/>
              <a:buNone/>
              <a:defRPr>
                <a:latin typeface="Lato"/>
                <a:ea typeface="Lato"/>
                <a:cs typeface="Lato"/>
                <a:sym typeface="Lato"/>
              </a:defRPr>
            </a:lvl9pPr>
          </a:lstStyle>
          <a:p>
            <a:r>
              <a:rPr lang="en-IN" dirty="0"/>
              <a:t>Infomediary Model</a:t>
            </a:r>
          </a:p>
        </p:txBody>
      </p:sp>
      <p:pic>
        <p:nvPicPr>
          <p:cNvPr id="7" name="Picture 6">
            <a:extLst>
              <a:ext uri="{FF2B5EF4-FFF2-40B4-BE49-F238E27FC236}">
                <a16:creationId xmlns:a16="http://schemas.microsoft.com/office/drawing/2014/main" id="{C3AB78F9-61A8-E3D4-3DA6-BCD49B789BB1}"/>
              </a:ext>
            </a:extLst>
          </p:cNvPr>
          <p:cNvPicPr>
            <a:picLocks noChangeAspect="1"/>
          </p:cNvPicPr>
          <p:nvPr/>
        </p:nvPicPr>
        <p:blipFill>
          <a:blip r:embed="rId3"/>
          <a:stretch>
            <a:fillRect/>
          </a:stretch>
        </p:blipFill>
        <p:spPr>
          <a:xfrm>
            <a:off x="9847991" y="2357133"/>
            <a:ext cx="869995" cy="1047804"/>
          </a:xfrm>
          <a:prstGeom prst="rect">
            <a:avLst/>
          </a:prstGeom>
        </p:spPr>
      </p:pic>
    </p:spTree>
    <p:extLst>
      <p:ext uri="{BB962C8B-B14F-4D97-AF65-F5344CB8AC3E}">
        <p14:creationId xmlns:p14="http://schemas.microsoft.com/office/powerpoint/2010/main" val="356588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3B60-1451-EC48-F076-B8C2B1BC3FE7}"/>
              </a:ext>
            </a:extLst>
          </p:cNvPr>
          <p:cNvSpPr>
            <a:spLocks noGrp="1"/>
          </p:cNvSpPr>
          <p:nvPr>
            <p:ph type="title"/>
          </p:nvPr>
        </p:nvSpPr>
        <p:spPr>
          <a:xfrm>
            <a:off x="2751221" y="122335"/>
            <a:ext cx="7348400" cy="1143200"/>
          </a:xfrm>
        </p:spPr>
        <p:txBody>
          <a:bodyPr/>
          <a:lstStyle/>
          <a:p>
            <a:r>
              <a:rPr lang="en-IN" dirty="0"/>
              <a:t>Community Model</a:t>
            </a:r>
          </a:p>
        </p:txBody>
      </p:sp>
      <p:sp>
        <p:nvSpPr>
          <p:cNvPr id="3" name="Text Placeholder 2">
            <a:extLst>
              <a:ext uri="{FF2B5EF4-FFF2-40B4-BE49-F238E27FC236}">
                <a16:creationId xmlns:a16="http://schemas.microsoft.com/office/drawing/2014/main" id="{91D5DFB8-5E84-D5A5-FE08-C701152439A0}"/>
              </a:ext>
            </a:extLst>
          </p:cNvPr>
          <p:cNvSpPr>
            <a:spLocks noGrp="1"/>
          </p:cNvSpPr>
          <p:nvPr>
            <p:ph type="body" idx="1"/>
          </p:nvPr>
        </p:nvSpPr>
        <p:spPr>
          <a:xfrm>
            <a:off x="188495" y="1293507"/>
            <a:ext cx="8498305" cy="4698219"/>
          </a:xfrm>
        </p:spPr>
        <p:txBody>
          <a:bodyPr/>
          <a:lstStyle/>
          <a:p>
            <a:r>
              <a:rPr lang="en-GB" b="0" i="0" dirty="0">
                <a:solidFill>
                  <a:srgbClr val="000000"/>
                </a:solidFill>
                <a:effectLst/>
                <a:latin typeface="roboto" panose="02000000000000000000" pitchFamily="2" charset="0"/>
              </a:rPr>
              <a:t>An e-business model in which different user communities share their data, opinions, photos, etc. using the websites- Facebook, flicker, Wikipedia</a:t>
            </a:r>
          </a:p>
          <a:p>
            <a:r>
              <a:rPr lang="en-GB" b="0" i="0" dirty="0">
                <a:solidFill>
                  <a:srgbClr val="000000"/>
                </a:solidFill>
                <a:effectLst/>
                <a:latin typeface="roboto" panose="02000000000000000000" pitchFamily="2" charset="0"/>
              </a:rPr>
              <a:t> Feasibility/practicability of these sites depends mainly on user loyalty</a:t>
            </a:r>
          </a:p>
          <a:p>
            <a:r>
              <a:rPr lang="en-GB" b="0" i="0" dirty="0">
                <a:solidFill>
                  <a:srgbClr val="000000"/>
                </a:solidFill>
                <a:effectLst/>
                <a:latin typeface="roboto" panose="02000000000000000000" pitchFamily="2" charset="0"/>
              </a:rPr>
              <a:t> Such business models earn money through advertising or voluntary donations. </a:t>
            </a:r>
          </a:p>
          <a:p>
            <a:r>
              <a:rPr lang="en-GB" b="0" i="0" dirty="0">
                <a:solidFill>
                  <a:srgbClr val="000000"/>
                </a:solidFill>
                <a:effectLst/>
                <a:latin typeface="roboto" panose="02000000000000000000" pitchFamily="2" charset="0"/>
              </a:rPr>
              <a:t>The types of businesses in this category are - Open Source Model-red hat </a:t>
            </a:r>
          </a:p>
          <a:p>
            <a:r>
              <a:rPr lang="en-GB" b="0" i="0" dirty="0">
                <a:solidFill>
                  <a:srgbClr val="000000"/>
                </a:solidFill>
                <a:effectLst/>
                <a:latin typeface="roboto" panose="02000000000000000000" pitchFamily="2" charset="0"/>
              </a:rPr>
              <a:t>Public Broadcasting Knowledge Networks-students, teachers</a:t>
            </a:r>
            <a:endParaRPr lang="en-IN" dirty="0"/>
          </a:p>
        </p:txBody>
      </p:sp>
      <p:pic>
        <p:nvPicPr>
          <p:cNvPr id="4098" name="Picture 2">
            <a:extLst>
              <a:ext uri="{FF2B5EF4-FFF2-40B4-BE49-F238E27FC236}">
                <a16:creationId xmlns:a16="http://schemas.microsoft.com/office/drawing/2014/main" id="{09F21D41-0497-1772-8356-E8B38B887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2460" y="523932"/>
            <a:ext cx="1305426" cy="130542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instagram">
            <a:extLst>
              <a:ext uri="{FF2B5EF4-FFF2-40B4-BE49-F238E27FC236}">
                <a16:creationId xmlns:a16="http://schemas.microsoft.com/office/drawing/2014/main" id="{B6E48188-3CEC-A634-5EA2-ECBC160220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7273" y="2389272"/>
            <a:ext cx="1895475" cy="14317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2B580EDD-293E-5E1A-6775-9B8F8DB8E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67436" y="4420602"/>
            <a:ext cx="1895475"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11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7516F-C9AC-FACA-ED3C-6F0F09C848D0}"/>
              </a:ext>
            </a:extLst>
          </p:cNvPr>
          <p:cNvSpPr>
            <a:spLocks noGrp="1"/>
          </p:cNvSpPr>
          <p:nvPr>
            <p:ph type="title"/>
          </p:nvPr>
        </p:nvSpPr>
        <p:spPr>
          <a:xfrm>
            <a:off x="3388894" y="114212"/>
            <a:ext cx="7348400" cy="1143200"/>
          </a:xfrm>
        </p:spPr>
        <p:txBody>
          <a:bodyPr/>
          <a:lstStyle/>
          <a:p>
            <a:r>
              <a:rPr lang="en-IN" dirty="0"/>
              <a:t>Manufacturer Model</a:t>
            </a:r>
          </a:p>
        </p:txBody>
      </p:sp>
      <p:sp>
        <p:nvSpPr>
          <p:cNvPr id="3" name="Text Placeholder 2">
            <a:extLst>
              <a:ext uri="{FF2B5EF4-FFF2-40B4-BE49-F238E27FC236}">
                <a16:creationId xmlns:a16="http://schemas.microsoft.com/office/drawing/2014/main" id="{03A77D8E-DB69-DC16-B46E-7F9921BB0F8E}"/>
              </a:ext>
            </a:extLst>
          </p:cNvPr>
          <p:cNvSpPr>
            <a:spLocks noGrp="1"/>
          </p:cNvSpPr>
          <p:nvPr>
            <p:ph type="body" idx="1"/>
          </p:nvPr>
        </p:nvSpPr>
        <p:spPr>
          <a:xfrm>
            <a:off x="260685" y="1834928"/>
            <a:ext cx="8678778" cy="5023072"/>
          </a:xfrm>
        </p:spPr>
        <p:txBody>
          <a:bodyPr/>
          <a:lstStyle/>
          <a:p>
            <a:r>
              <a:rPr lang="en-GB" b="0" i="0" dirty="0">
                <a:solidFill>
                  <a:srgbClr val="000000"/>
                </a:solidFill>
                <a:effectLst/>
                <a:latin typeface="roboto" panose="02000000000000000000" pitchFamily="2" charset="0"/>
              </a:rPr>
              <a:t>Allows manufacturers/producers of various products or goods to sell their products directly to the customers</a:t>
            </a:r>
          </a:p>
          <a:p>
            <a:r>
              <a:rPr lang="en-GB" b="0" i="0" dirty="0">
                <a:solidFill>
                  <a:srgbClr val="000000"/>
                </a:solidFill>
                <a:effectLst/>
                <a:latin typeface="roboto" panose="02000000000000000000" pitchFamily="2" charset="0"/>
              </a:rPr>
              <a:t>It will enable them to stay away from the middlemen such as distributors, dealers etc.</a:t>
            </a:r>
          </a:p>
          <a:p>
            <a:r>
              <a:rPr lang="en-GB" b="0" i="0" dirty="0">
                <a:solidFill>
                  <a:srgbClr val="000000"/>
                </a:solidFill>
                <a:effectLst/>
                <a:latin typeface="roboto" panose="02000000000000000000" pitchFamily="2" charset="0"/>
              </a:rPr>
              <a:t>Provides efficiency, improved customer satisfaction and a better understanding of the customer preferences to the business organization </a:t>
            </a:r>
          </a:p>
        </p:txBody>
      </p:sp>
      <p:pic>
        <p:nvPicPr>
          <p:cNvPr id="5122" name="Picture 2" descr="Image result for dell icon">
            <a:extLst>
              <a:ext uri="{FF2B5EF4-FFF2-40B4-BE49-F238E27FC236}">
                <a16:creationId xmlns:a16="http://schemas.microsoft.com/office/drawing/2014/main" id="{4CF8E474-0EDE-2B2F-D2EF-A77720371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5740" y="3914775"/>
            <a:ext cx="2695575" cy="26860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83195C7-0B95-615E-E550-D2D5C138621B}"/>
              </a:ext>
            </a:extLst>
          </p:cNvPr>
          <p:cNvPicPr>
            <a:picLocks noChangeAspect="1"/>
          </p:cNvPicPr>
          <p:nvPr/>
        </p:nvPicPr>
        <p:blipFill>
          <a:blip r:embed="rId3"/>
          <a:stretch>
            <a:fillRect/>
          </a:stretch>
        </p:blipFill>
        <p:spPr>
          <a:xfrm>
            <a:off x="9410532" y="2110355"/>
            <a:ext cx="2653524" cy="993791"/>
          </a:xfrm>
          <a:prstGeom prst="rect">
            <a:avLst/>
          </a:prstGeom>
        </p:spPr>
      </p:pic>
      <p:pic>
        <p:nvPicPr>
          <p:cNvPr id="7" name="Picture 6">
            <a:extLst>
              <a:ext uri="{FF2B5EF4-FFF2-40B4-BE49-F238E27FC236}">
                <a16:creationId xmlns:a16="http://schemas.microsoft.com/office/drawing/2014/main" id="{45924679-A0B6-48F5-95DE-F317392EE604}"/>
              </a:ext>
            </a:extLst>
          </p:cNvPr>
          <p:cNvPicPr>
            <a:picLocks noChangeAspect="1"/>
          </p:cNvPicPr>
          <p:nvPr/>
        </p:nvPicPr>
        <p:blipFill>
          <a:blip r:embed="rId4"/>
          <a:stretch>
            <a:fillRect/>
          </a:stretch>
        </p:blipFill>
        <p:spPr>
          <a:xfrm>
            <a:off x="9769440" y="685812"/>
            <a:ext cx="1973381" cy="645324"/>
          </a:xfrm>
          <a:prstGeom prst="rect">
            <a:avLst/>
          </a:prstGeom>
        </p:spPr>
      </p:pic>
    </p:spTree>
    <p:extLst>
      <p:ext uri="{BB962C8B-B14F-4D97-AF65-F5344CB8AC3E}">
        <p14:creationId xmlns:p14="http://schemas.microsoft.com/office/powerpoint/2010/main" val="2380635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FC1A-C555-2554-2620-4E47DC271996}"/>
              </a:ext>
            </a:extLst>
          </p:cNvPr>
          <p:cNvSpPr>
            <a:spLocks noGrp="1"/>
          </p:cNvSpPr>
          <p:nvPr>
            <p:ph type="title"/>
          </p:nvPr>
        </p:nvSpPr>
        <p:spPr>
          <a:xfrm>
            <a:off x="3088106" y="0"/>
            <a:ext cx="7348400" cy="1143200"/>
          </a:xfrm>
        </p:spPr>
        <p:txBody>
          <a:bodyPr/>
          <a:lstStyle/>
          <a:p>
            <a:r>
              <a:rPr lang="en-IN" dirty="0"/>
              <a:t>Advertising Model</a:t>
            </a:r>
          </a:p>
        </p:txBody>
      </p:sp>
      <p:sp>
        <p:nvSpPr>
          <p:cNvPr id="3" name="Text Placeholder 2">
            <a:extLst>
              <a:ext uri="{FF2B5EF4-FFF2-40B4-BE49-F238E27FC236}">
                <a16:creationId xmlns:a16="http://schemas.microsoft.com/office/drawing/2014/main" id="{DA00036C-0BA7-27B1-7991-8E34A0470B33}"/>
              </a:ext>
            </a:extLst>
          </p:cNvPr>
          <p:cNvSpPr>
            <a:spLocks noGrp="1"/>
          </p:cNvSpPr>
          <p:nvPr>
            <p:ph type="body" idx="1"/>
          </p:nvPr>
        </p:nvSpPr>
        <p:spPr>
          <a:xfrm>
            <a:off x="128336" y="1143200"/>
            <a:ext cx="8101264" cy="3473600"/>
          </a:xfrm>
        </p:spPr>
        <p:txBody>
          <a:bodyPr/>
          <a:lstStyle/>
          <a:p>
            <a:r>
              <a:rPr lang="en-GB" b="0" i="0" dirty="0">
                <a:solidFill>
                  <a:srgbClr val="33333F"/>
                </a:solidFill>
                <a:effectLst/>
                <a:latin typeface="roboto" panose="02000000000000000000" pitchFamily="2" charset="0"/>
              </a:rPr>
              <a:t>Extension of the traditional media broadcast model</a:t>
            </a:r>
          </a:p>
          <a:p>
            <a:r>
              <a:rPr lang="en-GB" b="0" i="0" dirty="0">
                <a:solidFill>
                  <a:srgbClr val="33333F"/>
                </a:solidFill>
                <a:effectLst/>
                <a:latin typeface="roboto" panose="02000000000000000000" pitchFamily="2" charset="0"/>
              </a:rPr>
              <a:t>Generates good web traffic, along with advertisements which generate revenue </a:t>
            </a:r>
          </a:p>
          <a:p>
            <a:r>
              <a:rPr lang="en-GB" b="0" i="0" dirty="0">
                <a:solidFill>
                  <a:srgbClr val="33333F"/>
                </a:solidFill>
                <a:effectLst/>
                <a:latin typeface="roboto" panose="02000000000000000000" pitchFamily="2" charset="0"/>
              </a:rPr>
              <a:t>Can offer free / paid e-mail, chat services or forums</a:t>
            </a:r>
          </a:p>
        </p:txBody>
      </p:sp>
      <p:pic>
        <p:nvPicPr>
          <p:cNvPr id="6146" name="Picture 2" descr="Image result for google ads">
            <a:extLst>
              <a:ext uri="{FF2B5EF4-FFF2-40B4-BE49-F238E27FC236}">
                <a16:creationId xmlns:a16="http://schemas.microsoft.com/office/drawing/2014/main" id="{CF305E2A-4B9A-068A-FE32-744132EE10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902242"/>
            <a:ext cx="2237874" cy="2237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89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20CD-49BB-6180-4D69-C89DADF60EDF}"/>
              </a:ext>
            </a:extLst>
          </p:cNvPr>
          <p:cNvSpPr>
            <a:spLocks noGrp="1"/>
          </p:cNvSpPr>
          <p:nvPr>
            <p:ph type="title"/>
          </p:nvPr>
        </p:nvSpPr>
        <p:spPr>
          <a:xfrm>
            <a:off x="2739190" y="0"/>
            <a:ext cx="7348400" cy="1143200"/>
          </a:xfrm>
        </p:spPr>
        <p:txBody>
          <a:bodyPr/>
          <a:lstStyle/>
          <a:p>
            <a:r>
              <a:rPr lang="en-IN" dirty="0"/>
              <a:t>Subscription Model</a:t>
            </a:r>
          </a:p>
        </p:txBody>
      </p:sp>
      <p:sp>
        <p:nvSpPr>
          <p:cNvPr id="3" name="Text Placeholder 2">
            <a:extLst>
              <a:ext uri="{FF2B5EF4-FFF2-40B4-BE49-F238E27FC236}">
                <a16:creationId xmlns:a16="http://schemas.microsoft.com/office/drawing/2014/main" id="{FA88A7E4-BFC4-CD46-4F7B-09330480C77D}"/>
              </a:ext>
            </a:extLst>
          </p:cNvPr>
          <p:cNvSpPr>
            <a:spLocks noGrp="1"/>
          </p:cNvSpPr>
          <p:nvPr>
            <p:ph type="body" idx="1"/>
          </p:nvPr>
        </p:nvSpPr>
        <p:spPr>
          <a:xfrm>
            <a:off x="296779" y="1143200"/>
            <a:ext cx="8486274" cy="6292316"/>
          </a:xfrm>
        </p:spPr>
        <p:txBody>
          <a:bodyPr/>
          <a:lstStyle/>
          <a:p>
            <a:r>
              <a:rPr lang="en-GB" b="0" i="0" dirty="0">
                <a:solidFill>
                  <a:srgbClr val="000000"/>
                </a:solidFill>
                <a:effectLst/>
                <a:latin typeface="roboto" panose="02000000000000000000" pitchFamily="2" charset="0"/>
              </a:rPr>
              <a:t>An e-business in which the e-business organization charges the users for using their services </a:t>
            </a:r>
          </a:p>
          <a:p>
            <a:r>
              <a:rPr lang="en-GB" b="0" i="0" dirty="0">
                <a:solidFill>
                  <a:srgbClr val="000000"/>
                </a:solidFill>
                <a:effectLst/>
                <a:latin typeface="roboto" panose="02000000000000000000" pitchFamily="2" charset="0"/>
              </a:rPr>
              <a:t>Business organizations can charge them on a daily, monthly or annual basis </a:t>
            </a:r>
          </a:p>
          <a:p>
            <a:r>
              <a:rPr lang="en-GB" b="0" i="0" dirty="0">
                <a:solidFill>
                  <a:srgbClr val="000000"/>
                </a:solidFill>
                <a:effectLst/>
                <a:latin typeface="roboto" panose="02000000000000000000" pitchFamily="2" charset="0"/>
              </a:rPr>
              <a:t>The types of businesses in this category are – </a:t>
            </a:r>
          </a:p>
          <a:p>
            <a:pPr lvl="1"/>
            <a:r>
              <a:rPr lang="en-GB" b="0" i="0" dirty="0">
                <a:solidFill>
                  <a:srgbClr val="000000"/>
                </a:solidFill>
                <a:effectLst/>
                <a:latin typeface="roboto" panose="02000000000000000000" pitchFamily="2" charset="0"/>
              </a:rPr>
              <a:t> Content Services model </a:t>
            </a:r>
          </a:p>
          <a:p>
            <a:pPr lvl="1"/>
            <a:r>
              <a:rPr lang="en-GB" b="0" i="0" dirty="0">
                <a:solidFill>
                  <a:srgbClr val="000000"/>
                </a:solidFill>
                <a:effectLst/>
                <a:latin typeface="roboto" panose="02000000000000000000" pitchFamily="2" charset="0"/>
              </a:rPr>
              <a:t> Internet Service Providers</a:t>
            </a:r>
            <a:endParaRPr lang="en-IN" dirty="0"/>
          </a:p>
        </p:txBody>
      </p:sp>
      <p:pic>
        <p:nvPicPr>
          <p:cNvPr id="7170" name="Picture 2">
            <a:extLst>
              <a:ext uri="{FF2B5EF4-FFF2-40B4-BE49-F238E27FC236}">
                <a16:creationId xmlns:a16="http://schemas.microsoft.com/office/drawing/2014/main" id="{603F9275-DF98-9109-90CC-9B4085DFBB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831" y="4581325"/>
            <a:ext cx="2026569" cy="2026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356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9273F-EC38-1B1B-B9A9-B06E0B854D31}"/>
              </a:ext>
            </a:extLst>
          </p:cNvPr>
          <p:cNvSpPr>
            <a:spLocks noGrp="1"/>
          </p:cNvSpPr>
          <p:nvPr>
            <p:ph type="title"/>
          </p:nvPr>
        </p:nvSpPr>
        <p:spPr>
          <a:xfrm>
            <a:off x="2979821" y="0"/>
            <a:ext cx="7348400" cy="1143200"/>
          </a:xfrm>
        </p:spPr>
        <p:txBody>
          <a:bodyPr/>
          <a:lstStyle/>
          <a:p>
            <a:r>
              <a:rPr lang="en-IN" dirty="0"/>
              <a:t>Affiliate Model</a:t>
            </a:r>
          </a:p>
        </p:txBody>
      </p:sp>
      <p:sp>
        <p:nvSpPr>
          <p:cNvPr id="3" name="Text Placeholder 2">
            <a:extLst>
              <a:ext uri="{FF2B5EF4-FFF2-40B4-BE49-F238E27FC236}">
                <a16:creationId xmlns:a16="http://schemas.microsoft.com/office/drawing/2014/main" id="{4C7C16A9-2095-8473-CBEB-AF3055AA51E4}"/>
              </a:ext>
            </a:extLst>
          </p:cNvPr>
          <p:cNvSpPr>
            <a:spLocks noGrp="1"/>
          </p:cNvSpPr>
          <p:nvPr>
            <p:ph type="body" idx="1"/>
          </p:nvPr>
        </p:nvSpPr>
        <p:spPr>
          <a:xfrm>
            <a:off x="212558" y="1344207"/>
            <a:ext cx="9508958" cy="5321288"/>
          </a:xfrm>
        </p:spPr>
        <p:txBody>
          <a:bodyPr/>
          <a:lstStyle/>
          <a:p>
            <a:r>
              <a:rPr lang="en-GB" b="0" i="0" dirty="0">
                <a:solidFill>
                  <a:srgbClr val="000000"/>
                </a:solidFill>
                <a:effectLst/>
                <a:latin typeface="roboto" panose="02000000000000000000" pitchFamily="2" charset="0"/>
              </a:rPr>
              <a:t>Affiliate model provides purchase chances as and when people are surfing on the Internet </a:t>
            </a:r>
          </a:p>
          <a:p>
            <a:r>
              <a:rPr lang="en-GB" b="0" i="0" dirty="0">
                <a:solidFill>
                  <a:srgbClr val="000000"/>
                </a:solidFill>
                <a:effectLst/>
                <a:latin typeface="roboto" panose="02000000000000000000" pitchFamily="2" charset="0"/>
              </a:rPr>
              <a:t> It offers financial incentive or commission based on the percentage of revenue to be given to the affiliated business partners </a:t>
            </a:r>
          </a:p>
          <a:p>
            <a:r>
              <a:rPr lang="en-GB" b="0" i="0" dirty="0">
                <a:solidFill>
                  <a:srgbClr val="000000"/>
                </a:solidFill>
                <a:effectLst/>
                <a:latin typeface="roboto" panose="02000000000000000000" pitchFamily="2" charset="0"/>
              </a:rPr>
              <a:t>The affiliate thus provides an opportunity to the e- business organization to add purchase point click-through </a:t>
            </a:r>
          </a:p>
          <a:p>
            <a:r>
              <a:rPr lang="en-GB" b="0" i="0" dirty="0">
                <a:solidFill>
                  <a:srgbClr val="000000"/>
                </a:solidFill>
                <a:effectLst/>
                <a:latin typeface="roboto" panose="02000000000000000000" pitchFamily="2" charset="0"/>
              </a:rPr>
              <a:t>The variations in this type of business model are Pay per Click model, Banner Exchange, and the Revenue Sharing model</a:t>
            </a:r>
            <a:endParaRPr lang="en-IN" dirty="0"/>
          </a:p>
        </p:txBody>
      </p:sp>
      <p:pic>
        <p:nvPicPr>
          <p:cNvPr id="5" name="Picture 4">
            <a:extLst>
              <a:ext uri="{FF2B5EF4-FFF2-40B4-BE49-F238E27FC236}">
                <a16:creationId xmlns:a16="http://schemas.microsoft.com/office/drawing/2014/main" id="{AF834B69-1E7B-3CB8-48A6-5036EDA83174}"/>
              </a:ext>
            </a:extLst>
          </p:cNvPr>
          <p:cNvPicPr>
            <a:picLocks noChangeAspect="1"/>
          </p:cNvPicPr>
          <p:nvPr/>
        </p:nvPicPr>
        <p:blipFill>
          <a:blip r:embed="rId2"/>
          <a:stretch>
            <a:fillRect/>
          </a:stretch>
        </p:blipFill>
        <p:spPr>
          <a:xfrm>
            <a:off x="1609494" y="1365144"/>
            <a:ext cx="8973011" cy="4127712"/>
          </a:xfrm>
          <a:prstGeom prst="rect">
            <a:avLst/>
          </a:prstGeom>
        </p:spPr>
      </p:pic>
    </p:spTree>
    <p:extLst>
      <p:ext uri="{BB962C8B-B14F-4D97-AF65-F5344CB8AC3E}">
        <p14:creationId xmlns:p14="http://schemas.microsoft.com/office/powerpoint/2010/main" val="269207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1F97-8C19-BBC5-931A-95F07BEFFE6E}"/>
              </a:ext>
            </a:extLst>
          </p:cNvPr>
          <p:cNvSpPr>
            <a:spLocks noGrp="1"/>
          </p:cNvSpPr>
          <p:nvPr>
            <p:ph type="title"/>
          </p:nvPr>
        </p:nvSpPr>
        <p:spPr>
          <a:xfrm>
            <a:off x="2727158" y="126243"/>
            <a:ext cx="7348400" cy="1143200"/>
          </a:xfrm>
        </p:spPr>
        <p:txBody>
          <a:bodyPr/>
          <a:lstStyle/>
          <a:p>
            <a:r>
              <a:rPr lang="en-IN" dirty="0"/>
              <a:t>Value Chain Model</a:t>
            </a:r>
          </a:p>
        </p:txBody>
      </p:sp>
      <p:sp>
        <p:nvSpPr>
          <p:cNvPr id="3" name="Text Placeholder 2">
            <a:extLst>
              <a:ext uri="{FF2B5EF4-FFF2-40B4-BE49-F238E27FC236}">
                <a16:creationId xmlns:a16="http://schemas.microsoft.com/office/drawing/2014/main" id="{6FDD2DD4-406D-80AE-D2A9-0403CF3BA7D5}"/>
              </a:ext>
            </a:extLst>
          </p:cNvPr>
          <p:cNvSpPr>
            <a:spLocks noGrp="1"/>
          </p:cNvSpPr>
          <p:nvPr>
            <p:ph type="body" idx="1"/>
          </p:nvPr>
        </p:nvSpPr>
        <p:spPr>
          <a:xfrm>
            <a:off x="296779" y="1269443"/>
            <a:ext cx="8522368" cy="5462314"/>
          </a:xfrm>
        </p:spPr>
        <p:txBody>
          <a:bodyPr/>
          <a:lstStyle/>
          <a:p>
            <a:r>
              <a:rPr lang="en-GB" b="0" i="0" dirty="0">
                <a:solidFill>
                  <a:srgbClr val="000000"/>
                </a:solidFill>
                <a:effectLst/>
                <a:latin typeface="Helvetica" panose="020B0604020202020204" pitchFamily="34" charset="0"/>
              </a:rPr>
              <a:t>A business model that outlines the entire process of creating new products or services is known as a value chain. </a:t>
            </a:r>
          </a:p>
          <a:p>
            <a:r>
              <a:rPr lang="en-GB" b="0" i="0" dirty="0">
                <a:solidFill>
                  <a:srgbClr val="000000"/>
                </a:solidFill>
                <a:effectLst/>
                <a:latin typeface="Helvetica" panose="020B0604020202020204" pitchFamily="34" charset="0"/>
              </a:rPr>
              <a:t>The stages involved in moving a product from conceptualization to distribution. </a:t>
            </a:r>
          </a:p>
          <a:p>
            <a:r>
              <a:rPr lang="en-GB" b="0" i="0" dirty="0">
                <a:solidFill>
                  <a:srgbClr val="000000"/>
                </a:solidFill>
                <a:effectLst/>
                <a:latin typeface="Helvetica" panose="020B0604020202020204" pitchFamily="34" charset="0"/>
              </a:rPr>
              <a:t>Primarily to increase the value of a product at each stage before it is supplied to customers.</a:t>
            </a:r>
          </a:p>
          <a:p>
            <a:r>
              <a:rPr lang="en-GB" b="0" i="0" dirty="0">
                <a:solidFill>
                  <a:srgbClr val="000000"/>
                </a:solidFill>
                <a:effectLst/>
                <a:latin typeface="Helvetica" panose="020B0604020202020204" pitchFamily="34" charset="0"/>
              </a:rPr>
              <a:t>It facilitate the analysis of all operations involved in the production of a product or service, as well as the identification of cost-cutting and differentiation.</a:t>
            </a:r>
          </a:p>
          <a:p>
            <a:r>
              <a:rPr lang="en-GB" dirty="0">
                <a:solidFill>
                  <a:srgbClr val="000000"/>
                </a:solidFill>
                <a:latin typeface="Helvetica" panose="020B0604020202020204" pitchFamily="34" charset="0"/>
              </a:rPr>
              <a:t>It </a:t>
            </a:r>
            <a:r>
              <a:rPr lang="en-GB" b="0" i="0" dirty="0">
                <a:solidFill>
                  <a:srgbClr val="000000"/>
                </a:solidFill>
                <a:effectLst/>
                <a:latin typeface="Helvetica" panose="020B0604020202020204" pitchFamily="34" charset="0"/>
              </a:rPr>
              <a:t>can streamline efforts, remove waste, and boost profits by using a value chain.</a:t>
            </a:r>
            <a:endParaRPr lang="en-IN" dirty="0"/>
          </a:p>
        </p:txBody>
      </p:sp>
    </p:spTree>
    <p:extLst>
      <p:ext uri="{BB962C8B-B14F-4D97-AF65-F5344CB8AC3E}">
        <p14:creationId xmlns:p14="http://schemas.microsoft.com/office/powerpoint/2010/main" val="3203251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36562FB-1EA7-B2DB-A468-5445C4F2B8E7}"/>
              </a:ext>
            </a:extLst>
          </p:cNvPr>
          <p:cNvSpPr>
            <a:spLocks noGrp="1"/>
          </p:cNvSpPr>
          <p:nvPr>
            <p:ph type="body" idx="1"/>
          </p:nvPr>
        </p:nvSpPr>
        <p:spPr/>
        <p:txBody>
          <a:bodyPr/>
          <a:lstStyle/>
          <a:p>
            <a:r>
              <a:rPr lang="en-IN" dirty="0"/>
              <a:t>Transaction Model</a:t>
            </a:r>
          </a:p>
        </p:txBody>
      </p:sp>
      <p:pic>
        <p:nvPicPr>
          <p:cNvPr id="6" name="Picture 5">
            <a:extLst>
              <a:ext uri="{FF2B5EF4-FFF2-40B4-BE49-F238E27FC236}">
                <a16:creationId xmlns:a16="http://schemas.microsoft.com/office/drawing/2014/main" id="{64A61D7C-69D2-3F88-4D1C-A3392FCA4EA2}"/>
              </a:ext>
            </a:extLst>
          </p:cNvPr>
          <p:cNvPicPr>
            <a:picLocks noChangeAspect="1"/>
          </p:cNvPicPr>
          <p:nvPr/>
        </p:nvPicPr>
        <p:blipFill>
          <a:blip r:embed="rId3"/>
          <a:stretch>
            <a:fillRect/>
          </a:stretch>
        </p:blipFill>
        <p:spPr>
          <a:xfrm>
            <a:off x="774204" y="1137881"/>
            <a:ext cx="8381828" cy="4745319"/>
          </a:xfrm>
          <a:prstGeom prst="rect">
            <a:avLst/>
          </a:prstGeom>
        </p:spPr>
      </p:pic>
    </p:spTree>
    <p:extLst>
      <p:ext uri="{BB962C8B-B14F-4D97-AF65-F5344CB8AC3E}">
        <p14:creationId xmlns:p14="http://schemas.microsoft.com/office/powerpoint/2010/main" val="1865009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80F3EB80-D8EC-6D3F-56E1-FA3DB15A8D20}"/>
              </a:ext>
            </a:extLst>
          </p:cNvPr>
          <p:cNvSpPr>
            <a:spLocks noGrp="1"/>
          </p:cNvSpPr>
          <p:nvPr>
            <p:ph type="body" idx="1"/>
          </p:nvPr>
        </p:nvSpPr>
        <p:spPr/>
        <p:txBody>
          <a:bodyPr/>
          <a:lstStyle/>
          <a:p>
            <a:endParaRPr lang="en-IN" dirty="0"/>
          </a:p>
        </p:txBody>
      </p:sp>
      <p:sp>
        <p:nvSpPr>
          <p:cNvPr id="5" name="Slide Number Placeholder 4">
            <a:extLst>
              <a:ext uri="{FF2B5EF4-FFF2-40B4-BE49-F238E27FC236}">
                <a16:creationId xmlns:a16="http://schemas.microsoft.com/office/drawing/2014/main" id="{7A6D3086-26DA-87A4-86DC-B050D47A1C17}"/>
              </a:ext>
            </a:extLst>
          </p:cNvPr>
          <p:cNvSpPr>
            <a:spLocks noGrp="1"/>
          </p:cNvSpPr>
          <p:nvPr>
            <p:ph type="sldNum" idx="12"/>
          </p:nvPr>
        </p:nvSpPr>
        <p:spPr/>
        <p:txBody>
          <a:bodyPr/>
          <a:lstStyle/>
          <a:p>
            <a:fld id="{00000000-1234-1234-1234-123412341234}" type="slidenum">
              <a:rPr lang="en" smtClean="0">
                <a:latin typeface="Lato" panose="020F0502020204030203" pitchFamily="34" charset="0"/>
                <a:ea typeface="Lato" panose="020F0502020204030203" pitchFamily="34" charset="0"/>
                <a:cs typeface="Lato" panose="020F0502020204030203" pitchFamily="34" charset="0"/>
              </a:rPr>
              <a:pPr/>
              <a:t>38</a:t>
            </a:fld>
            <a:endParaRPr lang="en">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72000378-9CBC-A69F-1415-D0C496EC2E3D}"/>
              </a:ext>
            </a:extLst>
          </p:cNvPr>
          <p:cNvSpPr txBox="1"/>
          <p:nvPr/>
        </p:nvSpPr>
        <p:spPr>
          <a:xfrm>
            <a:off x="277667" y="1957293"/>
            <a:ext cx="8161867" cy="1569660"/>
          </a:xfrm>
          <a:prstGeom prst="rect">
            <a:avLst/>
          </a:prstGeom>
          <a:noFill/>
        </p:spPr>
        <p:txBody>
          <a:bodyPr wrap="square">
            <a:spAutoFit/>
          </a:bodyPr>
          <a:lstStyle/>
          <a:p>
            <a:r>
              <a:rPr lang="en-IN" sz="2400" dirty="0">
                <a:solidFill>
                  <a:srgbClr val="4A86E8"/>
                </a:solidFill>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https://www.forbes.com/sites/jiawertz/2022/11/29/the-era-of-e-commerce-is-impacting-a-multitude-of-industries/?sh=</a:t>
            </a:r>
            <a:r>
              <a:rPr lang="en-IN" sz="2400" dirty="0">
                <a:latin typeface="Lato" panose="020F0502020204030203"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67ae8255a5af</a:t>
            </a:r>
            <a:endParaRPr lang="en-IN" sz="2400" dirty="0">
              <a:latin typeface="Lato" panose="020F0502020204030203" pitchFamily="34" charset="0"/>
              <a:ea typeface="Lato" panose="020F0502020204030203" pitchFamily="34" charset="0"/>
              <a:cs typeface="Lato" panose="020F0502020204030203" pitchFamily="34" charset="0"/>
            </a:endParaRPr>
          </a:p>
          <a:p>
            <a:endParaRPr lang="en-IN" sz="2400" dirty="0">
              <a:latin typeface="Lato" panose="020F0502020204030203" pitchFamily="34" charset="0"/>
              <a:ea typeface="Lato" panose="020F0502020204030203" pitchFamily="34" charset="0"/>
              <a:cs typeface="Lato" panose="020F0502020204030203" pitchFamily="34" charset="0"/>
            </a:endParaRPr>
          </a:p>
        </p:txBody>
      </p:sp>
      <p:sp>
        <p:nvSpPr>
          <p:cNvPr id="9" name="TextBox 8">
            <a:extLst>
              <a:ext uri="{FF2B5EF4-FFF2-40B4-BE49-F238E27FC236}">
                <a16:creationId xmlns:a16="http://schemas.microsoft.com/office/drawing/2014/main" id="{A1D71665-692B-30E9-BEEC-EB0B4AED5B83}"/>
              </a:ext>
            </a:extLst>
          </p:cNvPr>
          <p:cNvSpPr txBox="1"/>
          <p:nvPr/>
        </p:nvSpPr>
        <p:spPr>
          <a:xfrm>
            <a:off x="152955" y="4249240"/>
            <a:ext cx="9279467" cy="1569660"/>
          </a:xfrm>
          <a:prstGeom prst="rect">
            <a:avLst/>
          </a:prstGeom>
          <a:noFill/>
        </p:spPr>
        <p:txBody>
          <a:bodyPr wrap="square">
            <a:spAutoFit/>
          </a:bodyPr>
          <a:lstStyle/>
          <a:p>
            <a:r>
              <a:rPr lang="en-IN" sz="2400" dirty="0">
                <a:latin typeface="Lato" panose="020F0502020204030203" pitchFamily="34" charset="0"/>
                <a:ea typeface="Lato" panose="020F0502020204030203" pitchFamily="34" charset="0"/>
                <a:cs typeface="Lato" panose="020F0502020204030203" pitchFamily="34" charset="0"/>
                <a:hlinkClick r:id="rId4"/>
              </a:rPr>
              <a:t>https://www.forbes.com/sites/beltway/2022/12/05/e-commerce-keeps-us-businesses-and-global-consumers-connected-through-turbulent-times/?sh=437fc17b51f2</a:t>
            </a:r>
            <a:endParaRPr lang="en-IN" sz="2400" dirty="0">
              <a:latin typeface="Lato" panose="020F0502020204030203" pitchFamily="34" charset="0"/>
              <a:ea typeface="Lato" panose="020F0502020204030203" pitchFamily="34" charset="0"/>
              <a:cs typeface="Lato" panose="020F0502020204030203" pitchFamily="34" charset="0"/>
            </a:endParaRPr>
          </a:p>
          <a:p>
            <a:endParaRPr lang="en-IN" sz="2400" dirty="0">
              <a:latin typeface="Lato" panose="020F0502020204030203" pitchFamily="34" charset="0"/>
              <a:ea typeface="Lato" panose="020F0502020204030203" pitchFamily="34" charset="0"/>
              <a:cs typeface="Lato" panose="020F0502020204030203" pitchFamily="34" charset="0"/>
            </a:endParaRPr>
          </a:p>
        </p:txBody>
      </p:sp>
      <p:sp>
        <p:nvSpPr>
          <p:cNvPr id="13" name="TextBox 12">
            <a:extLst>
              <a:ext uri="{FF2B5EF4-FFF2-40B4-BE49-F238E27FC236}">
                <a16:creationId xmlns:a16="http://schemas.microsoft.com/office/drawing/2014/main" id="{8F82BB12-D24E-6BD1-B3FA-D8920D745CDB}"/>
              </a:ext>
            </a:extLst>
          </p:cNvPr>
          <p:cNvSpPr txBox="1"/>
          <p:nvPr/>
        </p:nvSpPr>
        <p:spPr>
          <a:xfrm>
            <a:off x="2912533" y="249879"/>
            <a:ext cx="9144000" cy="830997"/>
          </a:xfrm>
          <a:prstGeom prst="rect">
            <a:avLst/>
          </a:prstGeom>
          <a:noFill/>
        </p:spPr>
        <p:txBody>
          <a:bodyPr wrap="square">
            <a:spAutoFit/>
          </a:bodyPr>
          <a:lstStyle/>
          <a:p>
            <a:r>
              <a:rPr lang="en-US" sz="4800" kern="0" dirty="0">
                <a:solidFill>
                  <a:srgbClr val="434343"/>
                </a:solidFill>
                <a:latin typeface="Lato"/>
                <a:ea typeface="Lato"/>
                <a:cs typeface="Lato"/>
                <a:sym typeface="Lato"/>
              </a:rPr>
              <a:t>AFTER CLASSROOM ACTIVITY</a:t>
            </a:r>
            <a:endParaRPr lang="en-IN" sz="2400" dirty="0"/>
          </a:p>
        </p:txBody>
      </p:sp>
    </p:spTree>
    <p:extLst>
      <p:ext uri="{BB962C8B-B14F-4D97-AF65-F5344CB8AC3E}">
        <p14:creationId xmlns:p14="http://schemas.microsoft.com/office/powerpoint/2010/main" val="23734966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1" name="Google Shape;321;p34"/>
          <p:cNvSpPr txBox="1">
            <a:spLocks noGrp="1"/>
          </p:cNvSpPr>
          <p:nvPr>
            <p:ph type="subTitle" idx="4294967295"/>
          </p:nvPr>
        </p:nvSpPr>
        <p:spPr>
          <a:xfrm>
            <a:off x="1744717" y="2182150"/>
            <a:ext cx="8792633" cy="1045633"/>
          </a:xfrm>
          <a:prstGeom prst="rect">
            <a:avLst/>
          </a:prstGeom>
        </p:spPr>
        <p:txBody>
          <a:bodyPr spcFirstLastPara="1" wrap="square" lIns="121900" tIns="121900" rIns="121900" bIns="121900" anchor="t" anchorCtr="0">
            <a:noAutofit/>
          </a:bodyPr>
          <a:lstStyle/>
          <a:p>
            <a:pPr marL="0" indent="0" algn="ctr">
              <a:spcBef>
                <a:spcPts val="800"/>
              </a:spcBef>
              <a:buNone/>
            </a:pPr>
            <a:r>
              <a:rPr lang="en" sz="4800" b="1" dirty="0">
                <a:solidFill>
                  <a:schemeClr val="lt1"/>
                </a:solidFill>
              </a:rPr>
              <a:t>ANY QUESTIONS?</a:t>
            </a:r>
            <a:endParaRPr sz="4800" b="1" dirty="0">
              <a:solidFill>
                <a:schemeClr val="lt1"/>
              </a:solidFill>
            </a:endParaRPr>
          </a:p>
        </p:txBody>
      </p:sp>
      <p:sp>
        <p:nvSpPr>
          <p:cNvPr id="323" name="Google Shape;323;p34"/>
          <p:cNvSpPr txBox="1">
            <a:spLocks noGrp="1"/>
          </p:cNvSpPr>
          <p:nvPr>
            <p:ph type="sldNum" idx="12"/>
          </p:nvPr>
        </p:nvSpPr>
        <p:spPr>
          <a:prstGeom prst="rect">
            <a:avLst/>
          </a:prstGeom>
        </p:spPr>
        <p:txBody>
          <a:bodyPr spcFirstLastPara="1" wrap="square" lIns="121900" tIns="121900" rIns="121900" bIns="121900" anchor="t" anchorCtr="0">
            <a:noAutofit/>
          </a:bodyPr>
          <a:lstStyle/>
          <a:p>
            <a:pPr defTabSz="1219170">
              <a:buClr>
                <a:srgbClr val="000000"/>
              </a:buClr>
            </a:pPr>
            <a:fld id="{00000000-1234-1234-1234-123412341234}" type="slidenum">
              <a:rPr lang="en" kern="0">
                <a:solidFill>
                  <a:srgbClr val="FFFFFF"/>
                </a:solidFill>
              </a:rPr>
              <a:pPr defTabSz="1219170">
                <a:buClr>
                  <a:srgbClr val="000000"/>
                </a:buClr>
              </a:pPr>
              <a:t>39</a:t>
            </a:fld>
            <a:endParaRPr kern="0">
              <a:solidFill>
                <a:srgbClr val="FFFFFF"/>
              </a:solidFill>
            </a:endParaRPr>
          </a:p>
        </p:txBody>
      </p:sp>
      <p:sp>
        <p:nvSpPr>
          <p:cNvPr id="320" name="Google Shape;320;p34"/>
          <p:cNvSpPr txBox="1">
            <a:spLocks noGrp="1"/>
          </p:cNvSpPr>
          <p:nvPr>
            <p:ph type="ctrTitle" idx="4294967295"/>
          </p:nvPr>
        </p:nvSpPr>
        <p:spPr>
          <a:xfrm>
            <a:off x="0" y="1405467"/>
            <a:ext cx="10363200" cy="990600"/>
          </a:xfrm>
          <a:prstGeom prst="rect">
            <a:avLst/>
          </a:prstGeom>
          <a:noFill/>
        </p:spPr>
        <p:txBody>
          <a:bodyPr spcFirstLastPara="1" wrap="square" lIns="121900" tIns="121900" rIns="121900" bIns="121900" anchor="ctr" anchorCtr="0">
            <a:noAutofit/>
          </a:bodyPr>
          <a:lstStyle/>
          <a:p>
            <a:pPr algn="ctr"/>
            <a:r>
              <a:rPr lang="en" sz="3733" dirty="0">
                <a:solidFill>
                  <a:schemeClr val="accent1"/>
                </a:solidFill>
              </a:rPr>
              <a:t>Thanks!</a:t>
            </a:r>
            <a:endParaRPr sz="3733" dirty="0">
              <a:solidFill>
                <a:schemeClr val="accent1"/>
              </a:solidFill>
            </a:endParaRPr>
          </a:p>
        </p:txBody>
      </p:sp>
      <p:sp>
        <p:nvSpPr>
          <p:cNvPr id="322" name="Google Shape;322;p34"/>
          <p:cNvSpPr txBox="1">
            <a:spLocks noGrp="1"/>
          </p:cNvSpPr>
          <p:nvPr>
            <p:ph type="body" idx="4294967295"/>
          </p:nvPr>
        </p:nvSpPr>
        <p:spPr>
          <a:xfrm>
            <a:off x="1699684" y="3873894"/>
            <a:ext cx="8792633" cy="1718733"/>
          </a:xfrm>
          <a:prstGeom prst="rect">
            <a:avLst/>
          </a:prstGeom>
        </p:spPr>
        <p:txBody>
          <a:bodyPr spcFirstLastPara="1" wrap="square" lIns="121900" tIns="121900" rIns="121900" bIns="121900" anchor="t" anchorCtr="0">
            <a:noAutofit/>
          </a:bodyPr>
          <a:lstStyle/>
          <a:p>
            <a:pPr marL="0" indent="0" algn="ctr">
              <a:spcBef>
                <a:spcPts val="800"/>
              </a:spcBef>
              <a:buNone/>
            </a:pPr>
            <a:r>
              <a:rPr lang="en" sz="2400" dirty="0">
                <a:solidFill>
                  <a:srgbClr val="FFFFFF"/>
                </a:solidFill>
              </a:rPr>
              <a:t>You can find me at:</a:t>
            </a:r>
            <a:endParaRPr sz="2400" dirty="0">
              <a:solidFill>
                <a:srgbClr val="FFFFFF"/>
              </a:solidFill>
            </a:endParaRPr>
          </a:p>
          <a:p>
            <a:pPr marL="0" indent="0" algn="ctr">
              <a:spcBef>
                <a:spcPts val="800"/>
              </a:spcBef>
              <a:buNone/>
            </a:pPr>
            <a:r>
              <a:rPr lang="en-IN" sz="2400" dirty="0">
                <a:solidFill>
                  <a:srgbClr val="FFFFFF"/>
                </a:solidFill>
              </a:rPr>
              <a:t>p</a:t>
            </a:r>
            <a:r>
              <a:rPr lang="en" sz="2400" dirty="0">
                <a:solidFill>
                  <a:srgbClr val="FFFFFF"/>
                </a:solidFill>
              </a:rPr>
              <a:t>arvathi.pdf@gmail.com</a:t>
            </a:r>
            <a:endParaRPr sz="2400" dirty="0">
              <a:solidFill>
                <a:srgbClr val="FFFFFF"/>
              </a:solidFill>
            </a:endParaRPr>
          </a:p>
        </p:txBody>
      </p:sp>
      <p:grpSp>
        <p:nvGrpSpPr>
          <p:cNvPr id="324" name="Google Shape;324;p34"/>
          <p:cNvGrpSpPr/>
          <p:nvPr/>
        </p:nvGrpSpPr>
        <p:grpSpPr>
          <a:xfrm>
            <a:off x="5236800" y="3386400"/>
            <a:ext cx="1718400" cy="85200"/>
            <a:chOff x="3927600" y="2539800"/>
            <a:chExt cx="1288800" cy="63900"/>
          </a:xfrm>
        </p:grpSpPr>
        <p:cxnSp>
          <p:nvCxnSpPr>
            <p:cNvPr id="325" name="Google Shape;325;p34"/>
            <p:cNvCxnSpPr/>
            <p:nvPr/>
          </p:nvCxnSpPr>
          <p:spPr>
            <a:xfrm>
              <a:off x="3927600" y="2571750"/>
              <a:ext cx="1288800" cy="0"/>
            </a:xfrm>
            <a:prstGeom prst="straightConnector1">
              <a:avLst/>
            </a:prstGeom>
            <a:noFill/>
            <a:ln w="9525" cap="flat" cmpd="sng">
              <a:solidFill>
                <a:schemeClr val="accent3"/>
              </a:solidFill>
              <a:prstDash val="solid"/>
              <a:round/>
              <a:headEnd type="none" w="med" len="med"/>
              <a:tailEnd type="none" w="med" len="med"/>
            </a:ln>
          </p:spPr>
        </p:cxnSp>
        <p:sp>
          <p:nvSpPr>
            <p:cNvPr id="326" name="Google Shape;326;p34"/>
            <p:cNvSpPr/>
            <p:nvPr/>
          </p:nvSpPr>
          <p:spPr>
            <a:xfrm flipH="1">
              <a:off x="4538275" y="2539800"/>
              <a:ext cx="67500" cy="63900"/>
            </a:xfrm>
            <a:prstGeom prst="diamond">
              <a:avLst/>
            </a:prstGeom>
            <a:solidFill>
              <a:srgbClr val="222222"/>
            </a:solid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glamour template">
  <a:themeElements>
    <a:clrScheme name="Custom 347">
      <a:dk1>
        <a:srgbClr val="434343"/>
      </a:dk1>
      <a:lt1>
        <a:srgbClr val="FFFFFF"/>
      </a:lt1>
      <a:dk2>
        <a:srgbClr val="666666"/>
      </a:dk2>
      <a:lt2>
        <a:srgbClr val="E7EAEC"/>
      </a:lt2>
      <a:accent1>
        <a:srgbClr val="6ED87E"/>
      </a:accent1>
      <a:accent2>
        <a:srgbClr val="18C7B2"/>
      </a:accent2>
      <a:accent3>
        <a:srgbClr val="33ADEB"/>
      </a:accent3>
      <a:accent4>
        <a:srgbClr val="DF77D2"/>
      </a:accent4>
      <a:accent5>
        <a:srgbClr val="A143B3"/>
      </a:accent5>
      <a:accent6>
        <a:srgbClr val="FFB300"/>
      </a:accent6>
      <a:hlink>
        <a:srgbClr val="4A86E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TotalTime>
  <Words>2339</Words>
  <Application>Microsoft Office PowerPoint</Application>
  <PresentationFormat>Widescreen</PresentationFormat>
  <Paragraphs>241</Paragraphs>
  <Slides>39</Slides>
  <Notes>14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39</vt:i4>
      </vt:variant>
    </vt:vector>
  </HeadingPairs>
  <TitlesOfParts>
    <vt:vector size="53" baseType="lpstr">
      <vt:lpstr>-apple-system</vt:lpstr>
      <vt:lpstr>Arial</vt:lpstr>
      <vt:lpstr>Calibri</vt:lpstr>
      <vt:lpstr>Calibri Light</vt:lpstr>
      <vt:lpstr>ff1</vt:lpstr>
      <vt:lpstr>Helvetica</vt:lpstr>
      <vt:lpstr>Lato</vt:lpstr>
      <vt:lpstr>Montserrat Light</vt:lpstr>
      <vt:lpstr>Muli</vt:lpstr>
      <vt:lpstr>Open Sans</vt:lpstr>
      <vt:lpstr>roboto</vt:lpstr>
      <vt:lpstr>sspr</vt:lpstr>
      <vt:lpstr>Office Theme</vt:lpstr>
      <vt:lpstr>Eglamour template</vt:lpstr>
      <vt:lpstr>E-COMMERCE</vt:lpstr>
      <vt:lpstr>What is Business Model?</vt:lpstr>
      <vt:lpstr>BM according to transacting parties</vt:lpstr>
      <vt:lpstr>B2B</vt:lpstr>
      <vt:lpstr>B2B</vt:lpstr>
      <vt:lpstr>B2B Model</vt:lpstr>
      <vt:lpstr>B2C</vt:lpstr>
      <vt:lpstr> B2C</vt:lpstr>
      <vt:lpstr>B2C Model</vt:lpstr>
      <vt:lpstr>C2B</vt:lpstr>
      <vt:lpstr>C2B</vt:lpstr>
      <vt:lpstr>C2B Model</vt:lpstr>
      <vt:lpstr>C2C</vt:lpstr>
      <vt:lpstr> C2C</vt:lpstr>
      <vt:lpstr>C2C Model</vt:lpstr>
      <vt:lpstr>B2G</vt:lpstr>
      <vt:lpstr>PowerPoint Presentation</vt:lpstr>
      <vt:lpstr>B2G Model</vt:lpstr>
      <vt:lpstr>G2C</vt:lpstr>
      <vt:lpstr>G2C Model</vt:lpstr>
      <vt:lpstr>C2G</vt:lpstr>
      <vt:lpstr>C2G</vt:lpstr>
      <vt:lpstr>C2G Model</vt:lpstr>
      <vt:lpstr>G2B</vt:lpstr>
      <vt:lpstr>G2B Model</vt:lpstr>
      <vt:lpstr>Business Models according to transacting  types</vt:lpstr>
      <vt:lpstr>BM according to transacting type</vt:lpstr>
      <vt:lpstr>Brokerage Model</vt:lpstr>
      <vt:lpstr>Aggregator Model</vt:lpstr>
      <vt:lpstr>PowerPoint Presentation</vt:lpstr>
      <vt:lpstr>Community Model</vt:lpstr>
      <vt:lpstr>Manufacturer Model</vt:lpstr>
      <vt:lpstr>Advertising Model</vt:lpstr>
      <vt:lpstr>Subscription Model</vt:lpstr>
      <vt:lpstr>Affiliate Model</vt:lpstr>
      <vt:lpstr>Value Chain Model</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Parvathi Jayaprakash</dc:creator>
  <cp:lastModifiedBy>Parvathi Jayaprakash</cp:lastModifiedBy>
  <cp:revision>3</cp:revision>
  <dcterms:created xsi:type="dcterms:W3CDTF">2022-12-05T07:01:24Z</dcterms:created>
  <dcterms:modified xsi:type="dcterms:W3CDTF">2022-12-14T05:09:04Z</dcterms:modified>
</cp:coreProperties>
</file>