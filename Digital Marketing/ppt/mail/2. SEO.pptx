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63" r:id="rId2"/>
    <p:sldId id="264" r:id="rId3"/>
    <p:sldId id="262" r:id="rId4"/>
    <p:sldId id="256" r:id="rId5"/>
    <p:sldId id="258" r:id="rId6"/>
    <p:sldId id="266" r:id="rId7"/>
    <p:sldId id="265" r:id="rId8"/>
    <p:sldId id="267" r:id="rId9"/>
    <p:sldId id="268" r:id="rId10"/>
    <p:sldId id="270" r:id="rId11"/>
    <p:sldId id="272" r:id="rId12"/>
    <p:sldId id="273" r:id="rId13"/>
    <p:sldId id="282" r:id="rId14"/>
    <p:sldId id="269" r:id="rId15"/>
    <p:sldId id="277" r:id="rId16"/>
    <p:sldId id="278" r:id="rId17"/>
    <p:sldId id="290" r:id="rId18"/>
    <p:sldId id="295" r:id="rId19"/>
    <p:sldId id="294" r:id="rId20"/>
    <p:sldId id="293" r:id="rId21"/>
    <p:sldId id="292" r:id="rId22"/>
    <p:sldId id="291" r:id="rId23"/>
    <p:sldId id="25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4ED61-FAB1-4D78-DCEA-BA2E4FC7490B}" v="17" dt="2023-07-25T11:28:43.631"/>
    <p1510:client id="{7F9C8B7D-593E-39D1-54D1-F340FE491D1D}" v="63" dt="2023-06-03T10:08:06.566"/>
    <p1510:client id="{8F9DD8DE-F7D9-03FD-5CDB-016B05FF2044}" v="566" dt="2023-06-28T04:53:14.247"/>
    <p1510:client id="{AF58E049-DF05-4CA9-A23F-CD4F2A292751}" v="369" dt="2023-06-03T09:51:19.548"/>
    <p1510:client id="{B5C39F75-28AE-F3E3-A4FC-142A053F2BD6}" v="892" dt="2023-07-18T06:57:56.140"/>
    <p1510:client id="{E566EFDF-4694-3783-5919-2978B7D29B11}" v="119" dt="2023-07-19T04:27:02.746"/>
    <p1510:client id="{F46FEB9D-97BA-AB5C-1354-1E90CD557B19}" v="41" dt="2023-07-26T05:00:52.960"/>
    <p1510:client id="{F69FDE0F-E7F5-79FF-043D-70A0076FF194}" v="78" dt="2023-07-03T08:43:29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E56E0-BE34-4AD8-AAEB-7CDB750D3C05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D18771-017B-42A3-8827-329C7A597E1F}">
      <dgm:prSet phldr="0"/>
      <dgm:spPr/>
      <dgm:t>
        <a:bodyPr/>
        <a:lstStyle/>
        <a:p>
          <a:pPr rtl="0"/>
          <a:r>
            <a:rPr lang="en-US">
              <a:latin typeface="Calibri"/>
              <a:cs typeface="Calibri"/>
            </a:rPr>
            <a:t>User experience</a:t>
          </a:r>
        </a:p>
      </dgm:t>
    </dgm:pt>
    <dgm:pt modelId="{7335433F-5AE6-4E46-AC99-502A6B6F0745}" type="parTrans" cxnId="{AE896AE1-F669-45F2-9FA8-CDF08C56B663}">
      <dgm:prSet/>
      <dgm:spPr/>
    </dgm:pt>
    <dgm:pt modelId="{175836F4-05C3-45FA-8537-0082EBFF249D}" type="sibTrans" cxnId="{AE896AE1-F669-45F2-9FA8-CDF08C56B663}">
      <dgm:prSet/>
      <dgm:spPr/>
    </dgm:pt>
    <dgm:pt modelId="{BB5C1401-6941-493A-A96F-E15E7D167DCC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CTR</a:t>
          </a:r>
        </a:p>
      </dgm:t>
    </dgm:pt>
    <dgm:pt modelId="{DA572F60-8CA6-4184-BE9C-87631775B28E}" type="parTrans" cxnId="{AFB8F81C-D7B8-4E21-A5DC-14A3EA7AFD0C}">
      <dgm:prSet/>
      <dgm:spPr/>
    </dgm:pt>
    <dgm:pt modelId="{7362DC77-6357-4761-A4A3-DE9B33AE9EDB}" type="sibTrans" cxnId="{AFB8F81C-D7B8-4E21-A5DC-14A3EA7AFD0C}">
      <dgm:prSet/>
      <dgm:spPr/>
    </dgm:pt>
    <dgm:pt modelId="{2A0BB137-82ED-4B00-871D-A0C0D8F189D9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Content-&gt;Search Intent</a:t>
          </a:r>
        </a:p>
      </dgm:t>
    </dgm:pt>
    <dgm:pt modelId="{6440AC70-5D41-4095-8C37-BCDDA98BCF7A}" type="parTrans" cxnId="{70A04560-D416-45B3-8C18-0F7A781DEBE6}">
      <dgm:prSet/>
      <dgm:spPr/>
    </dgm:pt>
    <dgm:pt modelId="{998417FD-599F-4325-BD02-EAAC3AACF731}" type="sibTrans" cxnId="{70A04560-D416-45B3-8C18-0F7A781DEBE6}">
      <dgm:prSet/>
      <dgm:spPr/>
    </dgm:pt>
    <dgm:pt modelId="{4F07B23C-C438-4CAC-90E2-7DE476EF2795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Page loading speed</a:t>
          </a:r>
        </a:p>
      </dgm:t>
    </dgm:pt>
    <dgm:pt modelId="{6DEF4473-F755-434F-9174-6A60A07546F0}" type="parTrans" cxnId="{F66542D1-429A-4ECC-8D2D-682959D07F71}">
      <dgm:prSet/>
      <dgm:spPr/>
    </dgm:pt>
    <dgm:pt modelId="{6F73A6AA-6990-4FF2-9664-156F838D3568}" type="sibTrans" cxnId="{F66542D1-429A-4ECC-8D2D-682959D07F71}">
      <dgm:prSet/>
      <dgm:spPr/>
    </dgm:pt>
    <dgm:pt modelId="{B4BCDFF9-D363-4A67-8A32-0F8244CD4BD6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Content depth</a:t>
          </a:r>
        </a:p>
      </dgm:t>
    </dgm:pt>
    <dgm:pt modelId="{10F41E7E-21EA-4AF9-9AEB-C85884196532}" type="parTrans" cxnId="{F2B49260-9BF2-4B6C-BAB9-98A12209BBE1}">
      <dgm:prSet/>
      <dgm:spPr/>
    </dgm:pt>
    <dgm:pt modelId="{FE3A561A-12A3-4927-901A-273B84BF4BF3}" type="sibTrans" cxnId="{F2B49260-9BF2-4B6C-BAB9-98A12209BBE1}">
      <dgm:prSet/>
      <dgm:spPr/>
    </dgm:pt>
    <dgm:pt modelId="{8190D573-1298-43C3-95D1-ECE5859DB8F9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Engagement</a:t>
          </a:r>
        </a:p>
      </dgm:t>
    </dgm:pt>
    <dgm:pt modelId="{53D8728F-80A0-4155-AB74-C4970DE06239}" type="parTrans" cxnId="{A804445F-6626-43DE-88B8-24F2CB7688AF}">
      <dgm:prSet/>
      <dgm:spPr/>
    </dgm:pt>
    <dgm:pt modelId="{929F3E26-E3DB-47F4-A119-9B468442C31A}" type="sibTrans" cxnId="{A804445F-6626-43DE-88B8-24F2CB7688AF}">
      <dgm:prSet/>
      <dgm:spPr/>
    </dgm:pt>
    <dgm:pt modelId="{74D21C95-D5BC-4939-B295-5EB6D15F53CC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EAT</a:t>
          </a:r>
        </a:p>
      </dgm:t>
    </dgm:pt>
    <dgm:pt modelId="{590839AA-8FD2-4C5F-874B-E3F2A8C040CD}" type="parTrans" cxnId="{C83F1B88-8BB4-4EDC-B6BA-88B88EA55C12}">
      <dgm:prSet/>
      <dgm:spPr/>
    </dgm:pt>
    <dgm:pt modelId="{C40F62B3-8FEA-44DD-85CD-DDC7DFB306A3}" type="sibTrans" cxnId="{C83F1B88-8BB4-4EDC-B6BA-88B88EA55C12}">
      <dgm:prSet/>
      <dgm:spPr/>
    </dgm:pt>
    <dgm:pt modelId="{2C99412E-2F53-4DA0-8A0C-22656C774A69}" type="pres">
      <dgm:prSet presAssocID="{F9DE56E0-BE34-4AD8-AAEB-7CDB750D3C05}" presName="diagram" presStyleCnt="0">
        <dgm:presLayoutVars>
          <dgm:dir/>
          <dgm:resizeHandles val="exact"/>
        </dgm:presLayoutVars>
      </dgm:prSet>
      <dgm:spPr/>
    </dgm:pt>
    <dgm:pt modelId="{603EFDC0-7002-47A0-985F-35BC5FAA047C}" type="pres">
      <dgm:prSet presAssocID="{B6D18771-017B-42A3-8827-329C7A597E1F}" presName="node" presStyleLbl="node1" presStyleIdx="0" presStyleCnt="7">
        <dgm:presLayoutVars>
          <dgm:bulletEnabled val="1"/>
        </dgm:presLayoutVars>
      </dgm:prSet>
      <dgm:spPr/>
    </dgm:pt>
    <dgm:pt modelId="{93652BD4-A28D-42FA-B8CE-5FD74EEA2020}" type="pres">
      <dgm:prSet presAssocID="{175836F4-05C3-45FA-8537-0082EBFF249D}" presName="sibTrans" presStyleCnt="0"/>
      <dgm:spPr/>
    </dgm:pt>
    <dgm:pt modelId="{01FA9638-2DFA-4C1B-A81B-5DCC23DD901B}" type="pres">
      <dgm:prSet presAssocID="{BB5C1401-6941-493A-A96F-E15E7D167DCC}" presName="node" presStyleLbl="node1" presStyleIdx="1" presStyleCnt="7">
        <dgm:presLayoutVars>
          <dgm:bulletEnabled val="1"/>
        </dgm:presLayoutVars>
      </dgm:prSet>
      <dgm:spPr/>
    </dgm:pt>
    <dgm:pt modelId="{8AC80571-2045-44BD-BE30-09810DAA1AAF}" type="pres">
      <dgm:prSet presAssocID="{7362DC77-6357-4761-A4A3-DE9B33AE9EDB}" presName="sibTrans" presStyleCnt="0"/>
      <dgm:spPr/>
    </dgm:pt>
    <dgm:pt modelId="{C88F6F82-68A5-4E88-9316-FABFD2D1C1E3}" type="pres">
      <dgm:prSet presAssocID="{2A0BB137-82ED-4B00-871D-A0C0D8F189D9}" presName="node" presStyleLbl="node1" presStyleIdx="2" presStyleCnt="7">
        <dgm:presLayoutVars>
          <dgm:bulletEnabled val="1"/>
        </dgm:presLayoutVars>
      </dgm:prSet>
      <dgm:spPr/>
    </dgm:pt>
    <dgm:pt modelId="{5ED35B34-1870-4D2E-BF9D-CC9212E6486F}" type="pres">
      <dgm:prSet presAssocID="{998417FD-599F-4325-BD02-EAAC3AACF731}" presName="sibTrans" presStyleCnt="0"/>
      <dgm:spPr/>
    </dgm:pt>
    <dgm:pt modelId="{3FADC8AD-B4B3-4E72-9DBC-A34DD1262EFE}" type="pres">
      <dgm:prSet presAssocID="{4F07B23C-C438-4CAC-90E2-7DE476EF2795}" presName="node" presStyleLbl="node1" presStyleIdx="3" presStyleCnt="7">
        <dgm:presLayoutVars>
          <dgm:bulletEnabled val="1"/>
        </dgm:presLayoutVars>
      </dgm:prSet>
      <dgm:spPr/>
    </dgm:pt>
    <dgm:pt modelId="{F9D435E1-02C3-4224-B878-AFC0FD846264}" type="pres">
      <dgm:prSet presAssocID="{6F73A6AA-6990-4FF2-9664-156F838D3568}" presName="sibTrans" presStyleCnt="0"/>
      <dgm:spPr/>
    </dgm:pt>
    <dgm:pt modelId="{6A789511-92AC-48B6-9563-BE6FC2DAAEE0}" type="pres">
      <dgm:prSet presAssocID="{B4BCDFF9-D363-4A67-8A32-0F8244CD4BD6}" presName="node" presStyleLbl="node1" presStyleIdx="4" presStyleCnt="7">
        <dgm:presLayoutVars>
          <dgm:bulletEnabled val="1"/>
        </dgm:presLayoutVars>
      </dgm:prSet>
      <dgm:spPr/>
    </dgm:pt>
    <dgm:pt modelId="{DFEA0C1B-3A3B-46DE-AF6D-0AB3CD0CC93D}" type="pres">
      <dgm:prSet presAssocID="{FE3A561A-12A3-4927-901A-273B84BF4BF3}" presName="sibTrans" presStyleCnt="0"/>
      <dgm:spPr/>
    </dgm:pt>
    <dgm:pt modelId="{EF8037C8-24CE-4310-9E2C-3E421C161EB9}" type="pres">
      <dgm:prSet presAssocID="{8190D573-1298-43C3-95D1-ECE5859DB8F9}" presName="node" presStyleLbl="node1" presStyleIdx="5" presStyleCnt="7">
        <dgm:presLayoutVars>
          <dgm:bulletEnabled val="1"/>
        </dgm:presLayoutVars>
      </dgm:prSet>
      <dgm:spPr/>
    </dgm:pt>
    <dgm:pt modelId="{99872CD7-08C9-4D06-95CC-8DA0996AECC3}" type="pres">
      <dgm:prSet presAssocID="{929F3E26-E3DB-47F4-A119-9B468442C31A}" presName="sibTrans" presStyleCnt="0"/>
      <dgm:spPr/>
    </dgm:pt>
    <dgm:pt modelId="{E1EBDE66-3172-4005-8776-21E316F76CEE}" type="pres">
      <dgm:prSet presAssocID="{74D21C95-D5BC-4939-B295-5EB6D15F53CC}" presName="node" presStyleLbl="node1" presStyleIdx="6" presStyleCnt="7">
        <dgm:presLayoutVars>
          <dgm:bulletEnabled val="1"/>
        </dgm:presLayoutVars>
      </dgm:prSet>
      <dgm:spPr/>
    </dgm:pt>
  </dgm:ptLst>
  <dgm:cxnLst>
    <dgm:cxn modelId="{DBF96C0B-759C-49CA-A901-A247AA7A6C17}" type="presOf" srcId="{F9DE56E0-BE34-4AD8-AAEB-7CDB750D3C05}" destId="{2C99412E-2F53-4DA0-8A0C-22656C774A69}" srcOrd="0" destOrd="0" presId="urn:microsoft.com/office/officeart/2005/8/layout/default"/>
    <dgm:cxn modelId="{AFB8F81C-D7B8-4E21-A5DC-14A3EA7AFD0C}" srcId="{F9DE56E0-BE34-4AD8-AAEB-7CDB750D3C05}" destId="{BB5C1401-6941-493A-A96F-E15E7D167DCC}" srcOrd="1" destOrd="0" parTransId="{DA572F60-8CA6-4184-BE9C-87631775B28E}" sibTransId="{7362DC77-6357-4761-A4A3-DE9B33AE9EDB}"/>
    <dgm:cxn modelId="{0FB4E83B-13DD-46DF-8832-B8E78355AF0D}" type="presOf" srcId="{74D21C95-D5BC-4939-B295-5EB6D15F53CC}" destId="{E1EBDE66-3172-4005-8776-21E316F76CEE}" srcOrd="0" destOrd="0" presId="urn:microsoft.com/office/officeart/2005/8/layout/default"/>
    <dgm:cxn modelId="{EA417B3C-E001-474B-8271-D2689CE3C99B}" type="presOf" srcId="{BB5C1401-6941-493A-A96F-E15E7D167DCC}" destId="{01FA9638-2DFA-4C1B-A81B-5DCC23DD901B}" srcOrd="0" destOrd="0" presId="urn:microsoft.com/office/officeart/2005/8/layout/default"/>
    <dgm:cxn modelId="{A804445F-6626-43DE-88B8-24F2CB7688AF}" srcId="{F9DE56E0-BE34-4AD8-AAEB-7CDB750D3C05}" destId="{8190D573-1298-43C3-95D1-ECE5859DB8F9}" srcOrd="5" destOrd="0" parTransId="{53D8728F-80A0-4155-AB74-C4970DE06239}" sibTransId="{929F3E26-E3DB-47F4-A119-9B468442C31A}"/>
    <dgm:cxn modelId="{70A04560-D416-45B3-8C18-0F7A781DEBE6}" srcId="{F9DE56E0-BE34-4AD8-AAEB-7CDB750D3C05}" destId="{2A0BB137-82ED-4B00-871D-A0C0D8F189D9}" srcOrd="2" destOrd="0" parTransId="{6440AC70-5D41-4095-8C37-BCDDA98BCF7A}" sibTransId="{998417FD-599F-4325-BD02-EAAC3AACF731}"/>
    <dgm:cxn modelId="{F2B49260-9BF2-4B6C-BAB9-98A12209BBE1}" srcId="{F9DE56E0-BE34-4AD8-AAEB-7CDB750D3C05}" destId="{B4BCDFF9-D363-4A67-8A32-0F8244CD4BD6}" srcOrd="4" destOrd="0" parTransId="{10F41E7E-21EA-4AF9-9AEB-C85884196532}" sibTransId="{FE3A561A-12A3-4927-901A-273B84BF4BF3}"/>
    <dgm:cxn modelId="{4B73CD4B-B6E0-450E-802A-2EDE0EA35B8E}" type="presOf" srcId="{B6D18771-017B-42A3-8827-329C7A597E1F}" destId="{603EFDC0-7002-47A0-985F-35BC5FAA047C}" srcOrd="0" destOrd="0" presId="urn:microsoft.com/office/officeart/2005/8/layout/default"/>
    <dgm:cxn modelId="{3ABECC79-FBCA-4859-8D99-7998CFF004A6}" type="presOf" srcId="{4F07B23C-C438-4CAC-90E2-7DE476EF2795}" destId="{3FADC8AD-B4B3-4E72-9DBC-A34DD1262EFE}" srcOrd="0" destOrd="0" presId="urn:microsoft.com/office/officeart/2005/8/layout/default"/>
    <dgm:cxn modelId="{BB5E5E82-EF0E-45BF-B24B-667479FF1269}" type="presOf" srcId="{2A0BB137-82ED-4B00-871D-A0C0D8F189D9}" destId="{C88F6F82-68A5-4E88-9316-FABFD2D1C1E3}" srcOrd="0" destOrd="0" presId="urn:microsoft.com/office/officeart/2005/8/layout/default"/>
    <dgm:cxn modelId="{C83F1B88-8BB4-4EDC-B6BA-88B88EA55C12}" srcId="{F9DE56E0-BE34-4AD8-AAEB-7CDB750D3C05}" destId="{74D21C95-D5BC-4939-B295-5EB6D15F53CC}" srcOrd="6" destOrd="0" parTransId="{590839AA-8FD2-4C5F-874B-E3F2A8C040CD}" sibTransId="{C40F62B3-8FEA-44DD-85CD-DDC7DFB306A3}"/>
    <dgm:cxn modelId="{54DC38C3-C758-426F-8260-C5C955AB97D3}" type="presOf" srcId="{B4BCDFF9-D363-4A67-8A32-0F8244CD4BD6}" destId="{6A789511-92AC-48B6-9563-BE6FC2DAAEE0}" srcOrd="0" destOrd="0" presId="urn:microsoft.com/office/officeart/2005/8/layout/default"/>
    <dgm:cxn modelId="{F66542D1-429A-4ECC-8D2D-682959D07F71}" srcId="{F9DE56E0-BE34-4AD8-AAEB-7CDB750D3C05}" destId="{4F07B23C-C438-4CAC-90E2-7DE476EF2795}" srcOrd="3" destOrd="0" parTransId="{6DEF4473-F755-434F-9174-6A60A07546F0}" sibTransId="{6F73A6AA-6990-4FF2-9664-156F838D3568}"/>
    <dgm:cxn modelId="{C62276D1-4670-46C4-9294-CD74F3A4B094}" type="presOf" srcId="{8190D573-1298-43C3-95D1-ECE5859DB8F9}" destId="{EF8037C8-24CE-4310-9E2C-3E421C161EB9}" srcOrd="0" destOrd="0" presId="urn:microsoft.com/office/officeart/2005/8/layout/default"/>
    <dgm:cxn modelId="{AE896AE1-F669-45F2-9FA8-CDF08C56B663}" srcId="{F9DE56E0-BE34-4AD8-AAEB-7CDB750D3C05}" destId="{B6D18771-017B-42A3-8827-329C7A597E1F}" srcOrd="0" destOrd="0" parTransId="{7335433F-5AE6-4E46-AC99-502A6B6F0745}" sibTransId="{175836F4-05C3-45FA-8537-0082EBFF249D}"/>
    <dgm:cxn modelId="{54E525F1-6255-4324-BD8D-CFFD31CA5BBD}" type="presParOf" srcId="{2C99412E-2F53-4DA0-8A0C-22656C774A69}" destId="{603EFDC0-7002-47A0-985F-35BC5FAA047C}" srcOrd="0" destOrd="0" presId="urn:microsoft.com/office/officeart/2005/8/layout/default"/>
    <dgm:cxn modelId="{1258DFA6-E64E-46E2-9F63-342F9B5BD700}" type="presParOf" srcId="{2C99412E-2F53-4DA0-8A0C-22656C774A69}" destId="{93652BD4-A28D-42FA-B8CE-5FD74EEA2020}" srcOrd="1" destOrd="0" presId="urn:microsoft.com/office/officeart/2005/8/layout/default"/>
    <dgm:cxn modelId="{A8DD2EA3-A628-4FA7-8F25-130CEB5BEAE3}" type="presParOf" srcId="{2C99412E-2F53-4DA0-8A0C-22656C774A69}" destId="{01FA9638-2DFA-4C1B-A81B-5DCC23DD901B}" srcOrd="2" destOrd="0" presId="urn:microsoft.com/office/officeart/2005/8/layout/default"/>
    <dgm:cxn modelId="{05890345-12DA-455B-AB0C-37694EFDE4DF}" type="presParOf" srcId="{2C99412E-2F53-4DA0-8A0C-22656C774A69}" destId="{8AC80571-2045-44BD-BE30-09810DAA1AAF}" srcOrd="3" destOrd="0" presId="urn:microsoft.com/office/officeart/2005/8/layout/default"/>
    <dgm:cxn modelId="{5A277546-E3B0-4A37-BC12-036502D65292}" type="presParOf" srcId="{2C99412E-2F53-4DA0-8A0C-22656C774A69}" destId="{C88F6F82-68A5-4E88-9316-FABFD2D1C1E3}" srcOrd="4" destOrd="0" presId="urn:microsoft.com/office/officeart/2005/8/layout/default"/>
    <dgm:cxn modelId="{85787BC0-E526-4FEF-9AD5-9729A791E399}" type="presParOf" srcId="{2C99412E-2F53-4DA0-8A0C-22656C774A69}" destId="{5ED35B34-1870-4D2E-BF9D-CC9212E6486F}" srcOrd="5" destOrd="0" presId="urn:microsoft.com/office/officeart/2005/8/layout/default"/>
    <dgm:cxn modelId="{3E239625-ABC0-440A-BA55-CE23B79A9328}" type="presParOf" srcId="{2C99412E-2F53-4DA0-8A0C-22656C774A69}" destId="{3FADC8AD-B4B3-4E72-9DBC-A34DD1262EFE}" srcOrd="6" destOrd="0" presId="urn:microsoft.com/office/officeart/2005/8/layout/default"/>
    <dgm:cxn modelId="{754A2A80-CFDE-442F-8420-6731CD2C7861}" type="presParOf" srcId="{2C99412E-2F53-4DA0-8A0C-22656C774A69}" destId="{F9D435E1-02C3-4224-B878-AFC0FD846264}" srcOrd="7" destOrd="0" presId="urn:microsoft.com/office/officeart/2005/8/layout/default"/>
    <dgm:cxn modelId="{E580C3B3-AF61-4EC6-88C2-0B77F9659BD7}" type="presParOf" srcId="{2C99412E-2F53-4DA0-8A0C-22656C774A69}" destId="{6A789511-92AC-48B6-9563-BE6FC2DAAEE0}" srcOrd="8" destOrd="0" presId="urn:microsoft.com/office/officeart/2005/8/layout/default"/>
    <dgm:cxn modelId="{880A0B59-F6D1-4F3F-A858-24D21FA17CF5}" type="presParOf" srcId="{2C99412E-2F53-4DA0-8A0C-22656C774A69}" destId="{DFEA0C1B-3A3B-46DE-AF6D-0AB3CD0CC93D}" srcOrd="9" destOrd="0" presId="urn:microsoft.com/office/officeart/2005/8/layout/default"/>
    <dgm:cxn modelId="{BF0AFBC8-1658-4ACE-9BF4-DD06416ADBBD}" type="presParOf" srcId="{2C99412E-2F53-4DA0-8A0C-22656C774A69}" destId="{EF8037C8-24CE-4310-9E2C-3E421C161EB9}" srcOrd="10" destOrd="0" presId="urn:microsoft.com/office/officeart/2005/8/layout/default"/>
    <dgm:cxn modelId="{5F45BEB0-3102-4DF9-8C36-4BC836506241}" type="presParOf" srcId="{2C99412E-2F53-4DA0-8A0C-22656C774A69}" destId="{99872CD7-08C9-4D06-95CC-8DA0996AECC3}" srcOrd="11" destOrd="0" presId="urn:microsoft.com/office/officeart/2005/8/layout/default"/>
    <dgm:cxn modelId="{30BAED8F-1621-478D-8922-E55C2D880F87}" type="presParOf" srcId="{2C99412E-2F53-4DA0-8A0C-22656C774A69}" destId="{E1EBDE66-3172-4005-8776-21E316F76CE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C1C043-6D8D-40C6-9A3A-618C67A5C158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08B6A8-C6D5-4475-A7E0-D5FC4C2DD16D}">
      <dgm:prSet/>
      <dgm:spPr/>
      <dgm:t>
        <a:bodyPr/>
        <a:lstStyle/>
        <a:p>
          <a:r>
            <a:rPr lang="en-US"/>
            <a:t>Structure of content</a:t>
          </a:r>
        </a:p>
      </dgm:t>
    </dgm:pt>
    <dgm:pt modelId="{7F774BE8-2570-4A1F-A1A6-8E9DA35F09A4}" type="parTrans" cxnId="{523566EC-96A5-4ED5-9C11-97859F68A43C}">
      <dgm:prSet/>
      <dgm:spPr/>
      <dgm:t>
        <a:bodyPr/>
        <a:lstStyle/>
        <a:p>
          <a:endParaRPr lang="en-US"/>
        </a:p>
      </dgm:t>
    </dgm:pt>
    <dgm:pt modelId="{58E1183F-385E-40AA-A15D-CCCF61C5F5C2}" type="sibTrans" cxnId="{523566EC-96A5-4ED5-9C11-97859F68A43C}">
      <dgm:prSet/>
      <dgm:spPr/>
      <dgm:t>
        <a:bodyPr/>
        <a:lstStyle/>
        <a:p>
          <a:endParaRPr lang="en-US"/>
        </a:p>
      </dgm:t>
    </dgm:pt>
    <dgm:pt modelId="{7B3EF2AE-1FDD-4143-A6AD-7FEBCE72B2C5}">
      <dgm:prSet/>
      <dgm:spPr/>
      <dgm:t>
        <a:bodyPr/>
        <a:lstStyle/>
        <a:p>
          <a:r>
            <a:rPr lang="en-US"/>
            <a:t>Keywords in title – optimized title</a:t>
          </a:r>
        </a:p>
      </dgm:t>
    </dgm:pt>
    <dgm:pt modelId="{09E1FC8E-89D5-44FE-B84E-B74C2997BEE9}" type="parTrans" cxnId="{40016E2F-6DBC-41D0-8AE3-5682BE724C9A}">
      <dgm:prSet/>
      <dgm:spPr/>
      <dgm:t>
        <a:bodyPr/>
        <a:lstStyle/>
        <a:p>
          <a:endParaRPr lang="en-US"/>
        </a:p>
      </dgm:t>
    </dgm:pt>
    <dgm:pt modelId="{DC93E054-BEE8-4C7B-BC9C-1E7F9399CD2C}" type="sibTrans" cxnId="{40016E2F-6DBC-41D0-8AE3-5682BE724C9A}">
      <dgm:prSet/>
      <dgm:spPr/>
      <dgm:t>
        <a:bodyPr/>
        <a:lstStyle/>
        <a:p>
          <a:endParaRPr lang="en-US"/>
        </a:p>
      </dgm:t>
    </dgm:pt>
    <dgm:pt modelId="{F5D49DF7-7FF2-4363-9FF9-3436806CC271}">
      <dgm:prSet/>
      <dgm:spPr/>
      <dgm:t>
        <a:bodyPr/>
        <a:lstStyle/>
        <a:p>
          <a:r>
            <a:rPr lang="en-US"/>
            <a:t>Keywords in description</a:t>
          </a:r>
        </a:p>
      </dgm:t>
    </dgm:pt>
    <dgm:pt modelId="{61D55388-F3C4-4F02-8632-EC9C97A32EB4}" type="parTrans" cxnId="{600C157C-A1B1-44F0-9A8A-90039F6D4E4F}">
      <dgm:prSet/>
      <dgm:spPr/>
      <dgm:t>
        <a:bodyPr/>
        <a:lstStyle/>
        <a:p>
          <a:endParaRPr lang="en-US"/>
        </a:p>
      </dgm:t>
    </dgm:pt>
    <dgm:pt modelId="{B62FDEE3-3231-410B-999F-7F715CBB615A}" type="sibTrans" cxnId="{600C157C-A1B1-44F0-9A8A-90039F6D4E4F}">
      <dgm:prSet/>
      <dgm:spPr/>
      <dgm:t>
        <a:bodyPr/>
        <a:lstStyle/>
        <a:p>
          <a:endParaRPr lang="en-US"/>
        </a:p>
      </dgm:t>
    </dgm:pt>
    <dgm:pt modelId="{5B41F8D1-B987-4B7C-B722-A37806F7DAE0}">
      <dgm:prSet/>
      <dgm:spPr/>
      <dgm:t>
        <a:bodyPr/>
        <a:lstStyle/>
        <a:p>
          <a:r>
            <a:rPr lang="en-US"/>
            <a:t>Header Tags – headings, paragraphs</a:t>
          </a:r>
        </a:p>
      </dgm:t>
    </dgm:pt>
    <dgm:pt modelId="{F7988E3E-F14A-483F-B381-1261E6620C85}" type="parTrans" cxnId="{225B2646-46F6-491E-A16A-D7759FA9BC56}">
      <dgm:prSet/>
      <dgm:spPr/>
      <dgm:t>
        <a:bodyPr/>
        <a:lstStyle/>
        <a:p>
          <a:endParaRPr lang="en-US"/>
        </a:p>
      </dgm:t>
    </dgm:pt>
    <dgm:pt modelId="{4E9AB58E-9532-4C6A-818A-8E86127B8335}" type="sibTrans" cxnId="{225B2646-46F6-491E-A16A-D7759FA9BC56}">
      <dgm:prSet/>
      <dgm:spPr/>
      <dgm:t>
        <a:bodyPr/>
        <a:lstStyle/>
        <a:p>
          <a:endParaRPr lang="en-US"/>
        </a:p>
      </dgm:t>
    </dgm:pt>
    <dgm:pt modelId="{BD8CECCB-8B6E-405E-ABBF-D20E664173BD}">
      <dgm:prSet/>
      <dgm:spPr/>
      <dgm:t>
        <a:bodyPr/>
        <a:lstStyle/>
        <a:p>
          <a:r>
            <a:rPr lang="en-US"/>
            <a:t>Image optimization</a:t>
          </a:r>
        </a:p>
      </dgm:t>
    </dgm:pt>
    <dgm:pt modelId="{81255813-D870-43AE-8240-2EDD4CD4CD7B}" type="parTrans" cxnId="{80413C3F-1F1B-4B84-9506-4689445169DA}">
      <dgm:prSet/>
      <dgm:spPr/>
      <dgm:t>
        <a:bodyPr/>
        <a:lstStyle/>
        <a:p>
          <a:endParaRPr lang="en-US"/>
        </a:p>
      </dgm:t>
    </dgm:pt>
    <dgm:pt modelId="{D7DBA03E-B9D3-4A5A-994E-6E8A284A5494}" type="sibTrans" cxnId="{80413C3F-1F1B-4B84-9506-4689445169DA}">
      <dgm:prSet/>
      <dgm:spPr/>
      <dgm:t>
        <a:bodyPr/>
        <a:lstStyle/>
        <a:p>
          <a:endParaRPr lang="en-US"/>
        </a:p>
      </dgm:t>
    </dgm:pt>
    <dgm:pt modelId="{EE87114A-5E96-403D-9859-CB1D7DFA7ACB}">
      <dgm:prSet/>
      <dgm:spPr/>
      <dgm:t>
        <a:bodyPr/>
        <a:lstStyle/>
        <a:p>
          <a:r>
            <a:rPr lang="en-US"/>
            <a:t>Internal linking</a:t>
          </a:r>
        </a:p>
      </dgm:t>
    </dgm:pt>
    <dgm:pt modelId="{E465AF5D-B6AC-4B02-9A74-533A822EBCA6}" type="parTrans" cxnId="{3DEFD392-E1C5-482E-98E8-EA678AA0ABBD}">
      <dgm:prSet/>
      <dgm:spPr/>
      <dgm:t>
        <a:bodyPr/>
        <a:lstStyle/>
        <a:p>
          <a:endParaRPr lang="en-US"/>
        </a:p>
      </dgm:t>
    </dgm:pt>
    <dgm:pt modelId="{316EA8BD-010D-4341-8201-6B024F8B1241}" type="sibTrans" cxnId="{3DEFD392-E1C5-482E-98E8-EA678AA0ABBD}">
      <dgm:prSet/>
      <dgm:spPr/>
      <dgm:t>
        <a:bodyPr/>
        <a:lstStyle/>
        <a:p>
          <a:endParaRPr lang="en-US"/>
        </a:p>
      </dgm:t>
    </dgm:pt>
    <dgm:pt modelId="{730BCE64-46B3-4239-BEFA-CA7804297E5D}">
      <dgm:prSet/>
      <dgm:spPr/>
      <dgm:t>
        <a:bodyPr/>
        <a:lstStyle/>
        <a:p>
          <a:r>
            <a:rPr lang="en-US"/>
            <a:t>Depth of content</a:t>
          </a:r>
        </a:p>
      </dgm:t>
    </dgm:pt>
    <dgm:pt modelId="{C3109277-1DC1-412C-B69D-D6B7575D6459}" type="parTrans" cxnId="{AB49FCC2-7FC4-405B-B3AB-65DC6E4952B9}">
      <dgm:prSet/>
      <dgm:spPr/>
      <dgm:t>
        <a:bodyPr/>
        <a:lstStyle/>
        <a:p>
          <a:endParaRPr lang="en-US"/>
        </a:p>
      </dgm:t>
    </dgm:pt>
    <dgm:pt modelId="{54A4006F-5504-454E-8387-0A592FD404D0}" type="sibTrans" cxnId="{AB49FCC2-7FC4-405B-B3AB-65DC6E4952B9}">
      <dgm:prSet/>
      <dgm:spPr/>
      <dgm:t>
        <a:bodyPr/>
        <a:lstStyle/>
        <a:p>
          <a:endParaRPr lang="en-US"/>
        </a:p>
      </dgm:t>
    </dgm:pt>
    <dgm:pt modelId="{CBD5CB91-FBD3-4D9C-93A1-CB536A0535A5}">
      <dgm:prSet/>
      <dgm:spPr/>
      <dgm:t>
        <a:bodyPr/>
        <a:lstStyle/>
        <a:p>
          <a:r>
            <a:rPr lang="en-US"/>
            <a:t>Schema</a:t>
          </a:r>
        </a:p>
      </dgm:t>
    </dgm:pt>
    <dgm:pt modelId="{39FFBF04-5B86-4F61-976C-5E4A4AAC4098}" type="parTrans" cxnId="{4305BC72-E285-4DC4-8CF0-EBA22B97DE2C}">
      <dgm:prSet/>
      <dgm:spPr/>
      <dgm:t>
        <a:bodyPr/>
        <a:lstStyle/>
        <a:p>
          <a:endParaRPr lang="en-US"/>
        </a:p>
      </dgm:t>
    </dgm:pt>
    <dgm:pt modelId="{F2C9CDAA-AC6A-4D02-89DC-225CC6F2246C}" type="sibTrans" cxnId="{4305BC72-E285-4DC4-8CF0-EBA22B97DE2C}">
      <dgm:prSet/>
      <dgm:spPr/>
      <dgm:t>
        <a:bodyPr/>
        <a:lstStyle/>
        <a:p>
          <a:endParaRPr lang="en-US"/>
        </a:p>
      </dgm:t>
    </dgm:pt>
    <dgm:pt modelId="{F7BF30F1-F588-46D3-9F63-9C1F4298E4AA}">
      <dgm:prSet/>
      <dgm:spPr/>
      <dgm:t>
        <a:bodyPr/>
        <a:lstStyle/>
        <a:p>
          <a:r>
            <a:rPr lang="en-US"/>
            <a:t>Optimized URLs</a:t>
          </a:r>
        </a:p>
      </dgm:t>
    </dgm:pt>
    <dgm:pt modelId="{8B0639E7-8A3F-4C46-B285-50CCA3E6E022}" type="parTrans" cxnId="{BA2E41FC-B05F-4F0C-8439-22C0DACAC9A6}">
      <dgm:prSet/>
      <dgm:spPr/>
      <dgm:t>
        <a:bodyPr/>
        <a:lstStyle/>
        <a:p>
          <a:endParaRPr lang="en-US"/>
        </a:p>
      </dgm:t>
    </dgm:pt>
    <dgm:pt modelId="{F2C65A1A-38BB-4F1B-8754-CC60DC538622}" type="sibTrans" cxnId="{BA2E41FC-B05F-4F0C-8439-22C0DACAC9A6}">
      <dgm:prSet/>
      <dgm:spPr/>
      <dgm:t>
        <a:bodyPr/>
        <a:lstStyle/>
        <a:p>
          <a:endParaRPr lang="en-US"/>
        </a:p>
      </dgm:t>
    </dgm:pt>
    <dgm:pt modelId="{CAAF9125-5A44-4B59-B36D-3CB0EC86A589}" type="pres">
      <dgm:prSet presAssocID="{18C1C043-6D8D-40C6-9A3A-618C67A5C158}" presName="diagram" presStyleCnt="0">
        <dgm:presLayoutVars>
          <dgm:dir/>
          <dgm:resizeHandles val="exact"/>
        </dgm:presLayoutVars>
      </dgm:prSet>
      <dgm:spPr/>
    </dgm:pt>
    <dgm:pt modelId="{4BE08DDA-E267-432B-BEB5-0CF42052C61A}" type="pres">
      <dgm:prSet presAssocID="{5308B6A8-C6D5-4475-A7E0-D5FC4C2DD16D}" presName="node" presStyleLbl="node1" presStyleIdx="0" presStyleCnt="9">
        <dgm:presLayoutVars>
          <dgm:bulletEnabled val="1"/>
        </dgm:presLayoutVars>
      </dgm:prSet>
      <dgm:spPr/>
    </dgm:pt>
    <dgm:pt modelId="{312BF07C-7DD0-4FD0-880A-E2332E9F6B85}" type="pres">
      <dgm:prSet presAssocID="{58E1183F-385E-40AA-A15D-CCCF61C5F5C2}" presName="sibTrans" presStyleCnt="0"/>
      <dgm:spPr/>
    </dgm:pt>
    <dgm:pt modelId="{35DB7E56-C134-4EC4-AF1A-D9E9040F0DAF}" type="pres">
      <dgm:prSet presAssocID="{7B3EF2AE-1FDD-4143-A6AD-7FEBCE72B2C5}" presName="node" presStyleLbl="node1" presStyleIdx="1" presStyleCnt="9">
        <dgm:presLayoutVars>
          <dgm:bulletEnabled val="1"/>
        </dgm:presLayoutVars>
      </dgm:prSet>
      <dgm:spPr/>
    </dgm:pt>
    <dgm:pt modelId="{3026F55D-3901-4F82-BC02-936EEA60F6C1}" type="pres">
      <dgm:prSet presAssocID="{DC93E054-BEE8-4C7B-BC9C-1E7F9399CD2C}" presName="sibTrans" presStyleCnt="0"/>
      <dgm:spPr/>
    </dgm:pt>
    <dgm:pt modelId="{B3FF6D1D-C07C-4412-89B4-1707A84A2642}" type="pres">
      <dgm:prSet presAssocID="{F5D49DF7-7FF2-4363-9FF9-3436806CC271}" presName="node" presStyleLbl="node1" presStyleIdx="2" presStyleCnt="9">
        <dgm:presLayoutVars>
          <dgm:bulletEnabled val="1"/>
        </dgm:presLayoutVars>
      </dgm:prSet>
      <dgm:spPr/>
    </dgm:pt>
    <dgm:pt modelId="{BF40203D-A1B5-400D-9514-853190704390}" type="pres">
      <dgm:prSet presAssocID="{B62FDEE3-3231-410B-999F-7F715CBB615A}" presName="sibTrans" presStyleCnt="0"/>
      <dgm:spPr/>
    </dgm:pt>
    <dgm:pt modelId="{6EE1DA7B-D46A-4BBD-BFC3-4AA99996699F}" type="pres">
      <dgm:prSet presAssocID="{5B41F8D1-B987-4B7C-B722-A37806F7DAE0}" presName="node" presStyleLbl="node1" presStyleIdx="3" presStyleCnt="9">
        <dgm:presLayoutVars>
          <dgm:bulletEnabled val="1"/>
        </dgm:presLayoutVars>
      </dgm:prSet>
      <dgm:spPr/>
    </dgm:pt>
    <dgm:pt modelId="{B1D23BBA-BDAA-405B-9DD5-E02D807FA6CF}" type="pres">
      <dgm:prSet presAssocID="{4E9AB58E-9532-4C6A-818A-8E86127B8335}" presName="sibTrans" presStyleCnt="0"/>
      <dgm:spPr/>
    </dgm:pt>
    <dgm:pt modelId="{1C819FDB-656E-4779-AE1C-8A77108C1CAD}" type="pres">
      <dgm:prSet presAssocID="{BD8CECCB-8B6E-405E-ABBF-D20E664173BD}" presName="node" presStyleLbl="node1" presStyleIdx="4" presStyleCnt="9">
        <dgm:presLayoutVars>
          <dgm:bulletEnabled val="1"/>
        </dgm:presLayoutVars>
      </dgm:prSet>
      <dgm:spPr/>
    </dgm:pt>
    <dgm:pt modelId="{513B516D-B68D-42E6-A646-4C9DC3FE34CA}" type="pres">
      <dgm:prSet presAssocID="{D7DBA03E-B9D3-4A5A-994E-6E8A284A5494}" presName="sibTrans" presStyleCnt="0"/>
      <dgm:spPr/>
    </dgm:pt>
    <dgm:pt modelId="{CA20653F-F8AF-4A11-9B3C-D6799E4CA6DE}" type="pres">
      <dgm:prSet presAssocID="{EE87114A-5E96-403D-9859-CB1D7DFA7ACB}" presName="node" presStyleLbl="node1" presStyleIdx="5" presStyleCnt="9">
        <dgm:presLayoutVars>
          <dgm:bulletEnabled val="1"/>
        </dgm:presLayoutVars>
      </dgm:prSet>
      <dgm:spPr/>
    </dgm:pt>
    <dgm:pt modelId="{C1894D34-BEA1-41BB-8A98-C868B95A5D56}" type="pres">
      <dgm:prSet presAssocID="{316EA8BD-010D-4341-8201-6B024F8B1241}" presName="sibTrans" presStyleCnt="0"/>
      <dgm:spPr/>
    </dgm:pt>
    <dgm:pt modelId="{CB561A74-C569-4DEA-99C8-1FA8B33593AB}" type="pres">
      <dgm:prSet presAssocID="{730BCE64-46B3-4239-BEFA-CA7804297E5D}" presName="node" presStyleLbl="node1" presStyleIdx="6" presStyleCnt="9">
        <dgm:presLayoutVars>
          <dgm:bulletEnabled val="1"/>
        </dgm:presLayoutVars>
      </dgm:prSet>
      <dgm:spPr/>
    </dgm:pt>
    <dgm:pt modelId="{AE9E25AE-61B9-4100-875B-5191BF6708D5}" type="pres">
      <dgm:prSet presAssocID="{54A4006F-5504-454E-8387-0A592FD404D0}" presName="sibTrans" presStyleCnt="0"/>
      <dgm:spPr/>
    </dgm:pt>
    <dgm:pt modelId="{4C6C8618-15D3-4986-BBCF-86CB155A2370}" type="pres">
      <dgm:prSet presAssocID="{CBD5CB91-FBD3-4D9C-93A1-CB536A0535A5}" presName="node" presStyleLbl="node1" presStyleIdx="7" presStyleCnt="9">
        <dgm:presLayoutVars>
          <dgm:bulletEnabled val="1"/>
        </dgm:presLayoutVars>
      </dgm:prSet>
      <dgm:spPr/>
    </dgm:pt>
    <dgm:pt modelId="{5A97A35B-7FC2-47E8-B305-97F60E196B1A}" type="pres">
      <dgm:prSet presAssocID="{F2C9CDAA-AC6A-4D02-89DC-225CC6F2246C}" presName="sibTrans" presStyleCnt="0"/>
      <dgm:spPr/>
    </dgm:pt>
    <dgm:pt modelId="{06949220-8A75-4D47-86F5-A92A8296E303}" type="pres">
      <dgm:prSet presAssocID="{F7BF30F1-F588-46D3-9F63-9C1F4298E4AA}" presName="node" presStyleLbl="node1" presStyleIdx="8" presStyleCnt="9">
        <dgm:presLayoutVars>
          <dgm:bulletEnabled val="1"/>
        </dgm:presLayoutVars>
      </dgm:prSet>
      <dgm:spPr/>
    </dgm:pt>
  </dgm:ptLst>
  <dgm:cxnLst>
    <dgm:cxn modelId="{7C76F619-D110-42A7-860A-C5F78B8DDE13}" type="presOf" srcId="{5B41F8D1-B987-4B7C-B722-A37806F7DAE0}" destId="{6EE1DA7B-D46A-4BBD-BFC3-4AA99996699F}" srcOrd="0" destOrd="0" presId="urn:microsoft.com/office/officeart/2005/8/layout/default"/>
    <dgm:cxn modelId="{40016E2F-6DBC-41D0-8AE3-5682BE724C9A}" srcId="{18C1C043-6D8D-40C6-9A3A-618C67A5C158}" destId="{7B3EF2AE-1FDD-4143-A6AD-7FEBCE72B2C5}" srcOrd="1" destOrd="0" parTransId="{09E1FC8E-89D5-44FE-B84E-B74C2997BEE9}" sibTransId="{DC93E054-BEE8-4C7B-BC9C-1E7F9399CD2C}"/>
    <dgm:cxn modelId="{80413C3F-1F1B-4B84-9506-4689445169DA}" srcId="{18C1C043-6D8D-40C6-9A3A-618C67A5C158}" destId="{BD8CECCB-8B6E-405E-ABBF-D20E664173BD}" srcOrd="4" destOrd="0" parTransId="{81255813-D870-43AE-8240-2EDD4CD4CD7B}" sibTransId="{D7DBA03E-B9D3-4A5A-994E-6E8A284A5494}"/>
    <dgm:cxn modelId="{B231145F-6B67-486F-8959-F7FF46CFA418}" type="presOf" srcId="{EE87114A-5E96-403D-9859-CB1D7DFA7ACB}" destId="{CA20653F-F8AF-4A11-9B3C-D6799E4CA6DE}" srcOrd="0" destOrd="0" presId="urn:microsoft.com/office/officeart/2005/8/layout/default"/>
    <dgm:cxn modelId="{35184364-3666-4A5B-88C3-A79BA7D1F52D}" type="presOf" srcId="{CBD5CB91-FBD3-4D9C-93A1-CB536A0535A5}" destId="{4C6C8618-15D3-4986-BBCF-86CB155A2370}" srcOrd="0" destOrd="0" presId="urn:microsoft.com/office/officeart/2005/8/layout/default"/>
    <dgm:cxn modelId="{C89D4444-0A77-41AF-98C7-14E356C260B8}" type="presOf" srcId="{F5D49DF7-7FF2-4363-9FF9-3436806CC271}" destId="{B3FF6D1D-C07C-4412-89B4-1707A84A2642}" srcOrd="0" destOrd="0" presId="urn:microsoft.com/office/officeart/2005/8/layout/default"/>
    <dgm:cxn modelId="{225B2646-46F6-491E-A16A-D7759FA9BC56}" srcId="{18C1C043-6D8D-40C6-9A3A-618C67A5C158}" destId="{5B41F8D1-B987-4B7C-B722-A37806F7DAE0}" srcOrd="3" destOrd="0" parTransId="{F7988E3E-F14A-483F-B381-1261E6620C85}" sibTransId="{4E9AB58E-9532-4C6A-818A-8E86127B8335}"/>
    <dgm:cxn modelId="{220AE36C-CBE5-4CE9-9BA6-774B075CB88D}" type="presOf" srcId="{730BCE64-46B3-4239-BEFA-CA7804297E5D}" destId="{CB561A74-C569-4DEA-99C8-1FA8B33593AB}" srcOrd="0" destOrd="0" presId="urn:microsoft.com/office/officeart/2005/8/layout/default"/>
    <dgm:cxn modelId="{4305BC72-E285-4DC4-8CF0-EBA22B97DE2C}" srcId="{18C1C043-6D8D-40C6-9A3A-618C67A5C158}" destId="{CBD5CB91-FBD3-4D9C-93A1-CB536A0535A5}" srcOrd="7" destOrd="0" parTransId="{39FFBF04-5B86-4F61-976C-5E4A4AAC4098}" sibTransId="{F2C9CDAA-AC6A-4D02-89DC-225CC6F2246C}"/>
    <dgm:cxn modelId="{3F053875-9352-4413-B001-426B45A998FE}" type="presOf" srcId="{BD8CECCB-8B6E-405E-ABBF-D20E664173BD}" destId="{1C819FDB-656E-4779-AE1C-8A77108C1CAD}" srcOrd="0" destOrd="0" presId="urn:microsoft.com/office/officeart/2005/8/layout/default"/>
    <dgm:cxn modelId="{2A065158-C1EB-4A77-B3CC-4FB08A699946}" type="presOf" srcId="{5308B6A8-C6D5-4475-A7E0-D5FC4C2DD16D}" destId="{4BE08DDA-E267-432B-BEB5-0CF42052C61A}" srcOrd="0" destOrd="0" presId="urn:microsoft.com/office/officeart/2005/8/layout/default"/>
    <dgm:cxn modelId="{600C157C-A1B1-44F0-9A8A-90039F6D4E4F}" srcId="{18C1C043-6D8D-40C6-9A3A-618C67A5C158}" destId="{F5D49DF7-7FF2-4363-9FF9-3436806CC271}" srcOrd="2" destOrd="0" parTransId="{61D55388-F3C4-4F02-8632-EC9C97A32EB4}" sibTransId="{B62FDEE3-3231-410B-999F-7F715CBB615A}"/>
    <dgm:cxn modelId="{3DEFD392-E1C5-482E-98E8-EA678AA0ABBD}" srcId="{18C1C043-6D8D-40C6-9A3A-618C67A5C158}" destId="{EE87114A-5E96-403D-9859-CB1D7DFA7ACB}" srcOrd="5" destOrd="0" parTransId="{E465AF5D-B6AC-4B02-9A74-533A822EBCA6}" sibTransId="{316EA8BD-010D-4341-8201-6B024F8B1241}"/>
    <dgm:cxn modelId="{ED6D72AA-4457-4B08-AD0C-2A5F45F74D65}" type="presOf" srcId="{18C1C043-6D8D-40C6-9A3A-618C67A5C158}" destId="{CAAF9125-5A44-4B59-B36D-3CB0EC86A589}" srcOrd="0" destOrd="0" presId="urn:microsoft.com/office/officeart/2005/8/layout/default"/>
    <dgm:cxn modelId="{31461DC0-5C05-4DA6-99C1-45B771E33E94}" type="presOf" srcId="{F7BF30F1-F588-46D3-9F63-9C1F4298E4AA}" destId="{06949220-8A75-4D47-86F5-A92A8296E303}" srcOrd="0" destOrd="0" presId="urn:microsoft.com/office/officeart/2005/8/layout/default"/>
    <dgm:cxn modelId="{AB49FCC2-7FC4-405B-B3AB-65DC6E4952B9}" srcId="{18C1C043-6D8D-40C6-9A3A-618C67A5C158}" destId="{730BCE64-46B3-4239-BEFA-CA7804297E5D}" srcOrd="6" destOrd="0" parTransId="{C3109277-1DC1-412C-B69D-D6B7575D6459}" sibTransId="{54A4006F-5504-454E-8387-0A592FD404D0}"/>
    <dgm:cxn modelId="{AF9E23E1-2872-4D23-95CB-327DAEF14FBA}" type="presOf" srcId="{7B3EF2AE-1FDD-4143-A6AD-7FEBCE72B2C5}" destId="{35DB7E56-C134-4EC4-AF1A-D9E9040F0DAF}" srcOrd="0" destOrd="0" presId="urn:microsoft.com/office/officeart/2005/8/layout/default"/>
    <dgm:cxn modelId="{523566EC-96A5-4ED5-9C11-97859F68A43C}" srcId="{18C1C043-6D8D-40C6-9A3A-618C67A5C158}" destId="{5308B6A8-C6D5-4475-A7E0-D5FC4C2DD16D}" srcOrd="0" destOrd="0" parTransId="{7F774BE8-2570-4A1F-A1A6-8E9DA35F09A4}" sibTransId="{58E1183F-385E-40AA-A15D-CCCF61C5F5C2}"/>
    <dgm:cxn modelId="{BA2E41FC-B05F-4F0C-8439-22C0DACAC9A6}" srcId="{18C1C043-6D8D-40C6-9A3A-618C67A5C158}" destId="{F7BF30F1-F588-46D3-9F63-9C1F4298E4AA}" srcOrd="8" destOrd="0" parTransId="{8B0639E7-8A3F-4C46-B285-50CCA3E6E022}" sibTransId="{F2C65A1A-38BB-4F1B-8754-CC60DC538622}"/>
    <dgm:cxn modelId="{488A9659-1D5E-4668-BDA2-FE81B1EC0F3E}" type="presParOf" srcId="{CAAF9125-5A44-4B59-B36D-3CB0EC86A589}" destId="{4BE08DDA-E267-432B-BEB5-0CF42052C61A}" srcOrd="0" destOrd="0" presId="urn:microsoft.com/office/officeart/2005/8/layout/default"/>
    <dgm:cxn modelId="{E5FD3D33-2A84-495E-A0A0-2199D3187034}" type="presParOf" srcId="{CAAF9125-5A44-4B59-B36D-3CB0EC86A589}" destId="{312BF07C-7DD0-4FD0-880A-E2332E9F6B85}" srcOrd="1" destOrd="0" presId="urn:microsoft.com/office/officeart/2005/8/layout/default"/>
    <dgm:cxn modelId="{CBADF374-1C15-4250-B4FF-927E4B723810}" type="presParOf" srcId="{CAAF9125-5A44-4B59-B36D-3CB0EC86A589}" destId="{35DB7E56-C134-4EC4-AF1A-D9E9040F0DAF}" srcOrd="2" destOrd="0" presId="urn:microsoft.com/office/officeart/2005/8/layout/default"/>
    <dgm:cxn modelId="{A536BA99-5917-4459-AF48-3B2D9D23DB55}" type="presParOf" srcId="{CAAF9125-5A44-4B59-B36D-3CB0EC86A589}" destId="{3026F55D-3901-4F82-BC02-936EEA60F6C1}" srcOrd="3" destOrd="0" presId="urn:microsoft.com/office/officeart/2005/8/layout/default"/>
    <dgm:cxn modelId="{2494AE82-265F-4AE4-9ABA-A5B8D9CD4FFF}" type="presParOf" srcId="{CAAF9125-5A44-4B59-B36D-3CB0EC86A589}" destId="{B3FF6D1D-C07C-4412-89B4-1707A84A2642}" srcOrd="4" destOrd="0" presId="urn:microsoft.com/office/officeart/2005/8/layout/default"/>
    <dgm:cxn modelId="{0E78AEA2-C7C3-40DD-A3D8-CA50AF8A55B4}" type="presParOf" srcId="{CAAF9125-5A44-4B59-B36D-3CB0EC86A589}" destId="{BF40203D-A1B5-400D-9514-853190704390}" srcOrd="5" destOrd="0" presId="urn:microsoft.com/office/officeart/2005/8/layout/default"/>
    <dgm:cxn modelId="{8626217F-3F3E-48F3-AA20-4F1E020FADB2}" type="presParOf" srcId="{CAAF9125-5A44-4B59-B36D-3CB0EC86A589}" destId="{6EE1DA7B-D46A-4BBD-BFC3-4AA99996699F}" srcOrd="6" destOrd="0" presId="urn:microsoft.com/office/officeart/2005/8/layout/default"/>
    <dgm:cxn modelId="{AB1B8C9F-A3B0-48BE-81C3-06D12AC7D1FA}" type="presParOf" srcId="{CAAF9125-5A44-4B59-B36D-3CB0EC86A589}" destId="{B1D23BBA-BDAA-405B-9DD5-E02D807FA6CF}" srcOrd="7" destOrd="0" presId="urn:microsoft.com/office/officeart/2005/8/layout/default"/>
    <dgm:cxn modelId="{E0A69AA6-64ED-4325-80B5-440A063D349C}" type="presParOf" srcId="{CAAF9125-5A44-4B59-B36D-3CB0EC86A589}" destId="{1C819FDB-656E-4779-AE1C-8A77108C1CAD}" srcOrd="8" destOrd="0" presId="urn:microsoft.com/office/officeart/2005/8/layout/default"/>
    <dgm:cxn modelId="{7B9769D7-4539-4A60-B6E7-6AB4A90097B4}" type="presParOf" srcId="{CAAF9125-5A44-4B59-B36D-3CB0EC86A589}" destId="{513B516D-B68D-42E6-A646-4C9DC3FE34CA}" srcOrd="9" destOrd="0" presId="urn:microsoft.com/office/officeart/2005/8/layout/default"/>
    <dgm:cxn modelId="{03D8B4FB-4C55-4EFC-87E2-5E94163A4F62}" type="presParOf" srcId="{CAAF9125-5A44-4B59-B36D-3CB0EC86A589}" destId="{CA20653F-F8AF-4A11-9B3C-D6799E4CA6DE}" srcOrd="10" destOrd="0" presId="urn:microsoft.com/office/officeart/2005/8/layout/default"/>
    <dgm:cxn modelId="{7A2C9389-E9CA-423E-9233-EFCC2FF9594A}" type="presParOf" srcId="{CAAF9125-5A44-4B59-B36D-3CB0EC86A589}" destId="{C1894D34-BEA1-41BB-8A98-C868B95A5D56}" srcOrd="11" destOrd="0" presId="urn:microsoft.com/office/officeart/2005/8/layout/default"/>
    <dgm:cxn modelId="{049FFA0C-9E85-412C-AFEB-638498369834}" type="presParOf" srcId="{CAAF9125-5A44-4B59-B36D-3CB0EC86A589}" destId="{CB561A74-C569-4DEA-99C8-1FA8B33593AB}" srcOrd="12" destOrd="0" presId="urn:microsoft.com/office/officeart/2005/8/layout/default"/>
    <dgm:cxn modelId="{6543E4A0-30E0-4B53-9D0D-E3FBDC4C4414}" type="presParOf" srcId="{CAAF9125-5A44-4B59-B36D-3CB0EC86A589}" destId="{AE9E25AE-61B9-4100-875B-5191BF6708D5}" srcOrd="13" destOrd="0" presId="urn:microsoft.com/office/officeart/2005/8/layout/default"/>
    <dgm:cxn modelId="{4ABAE0FD-174E-4A71-A18F-1D075D0435E6}" type="presParOf" srcId="{CAAF9125-5A44-4B59-B36D-3CB0EC86A589}" destId="{4C6C8618-15D3-4986-BBCF-86CB155A2370}" srcOrd="14" destOrd="0" presId="urn:microsoft.com/office/officeart/2005/8/layout/default"/>
    <dgm:cxn modelId="{F49234F1-5CED-470E-891D-3DA14FA2C29D}" type="presParOf" srcId="{CAAF9125-5A44-4B59-B36D-3CB0EC86A589}" destId="{5A97A35B-7FC2-47E8-B305-97F60E196B1A}" srcOrd="15" destOrd="0" presId="urn:microsoft.com/office/officeart/2005/8/layout/default"/>
    <dgm:cxn modelId="{BA440C3C-FC12-4B5B-96B5-4CAA4894A427}" type="presParOf" srcId="{CAAF9125-5A44-4B59-B36D-3CB0EC86A589}" destId="{06949220-8A75-4D47-86F5-A92A8296E303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EFDC0-7002-47A0-985F-35BC5FAA047C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User experience</a:t>
          </a:r>
        </a:p>
      </dsp:txBody>
      <dsp:txXfrm>
        <a:off x="3080" y="587032"/>
        <a:ext cx="2444055" cy="1466433"/>
      </dsp:txXfrm>
    </dsp:sp>
    <dsp:sp modelId="{01FA9638-2DFA-4C1B-A81B-5DCC23DD901B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CTR</a:t>
          </a:r>
        </a:p>
      </dsp:txBody>
      <dsp:txXfrm>
        <a:off x="2691541" y="587032"/>
        <a:ext cx="2444055" cy="1466433"/>
      </dsp:txXfrm>
    </dsp:sp>
    <dsp:sp modelId="{C88F6F82-68A5-4E88-9316-FABFD2D1C1E3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Content-&gt;Search Intent</a:t>
          </a:r>
        </a:p>
      </dsp:txBody>
      <dsp:txXfrm>
        <a:off x="5380002" y="587032"/>
        <a:ext cx="2444055" cy="1466433"/>
      </dsp:txXfrm>
    </dsp:sp>
    <dsp:sp modelId="{3FADC8AD-B4B3-4E72-9DBC-A34DD1262EFE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Page loading speed</a:t>
          </a:r>
        </a:p>
      </dsp:txBody>
      <dsp:txXfrm>
        <a:off x="8068463" y="587032"/>
        <a:ext cx="2444055" cy="1466433"/>
      </dsp:txXfrm>
    </dsp:sp>
    <dsp:sp modelId="{6A789511-92AC-48B6-9563-BE6FC2DAAEE0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Content depth</a:t>
          </a:r>
        </a:p>
      </dsp:txBody>
      <dsp:txXfrm>
        <a:off x="1347311" y="2297871"/>
        <a:ext cx="2444055" cy="1466433"/>
      </dsp:txXfrm>
    </dsp:sp>
    <dsp:sp modelId="{EF8037C8-24CE-4310-9E2C-3E421C161EB9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Engagement</a:t>
          </a:r>
        </a:p>
      </dsp:txBody>
      <dsp:txXfrm>
        <a:off x="4035772" y="2297871"/>
        <a:ext cx="2444055" cy="1466433"/>
      </dsp:txXfrm>
    </dsp:sp>
    <dsp:sp modelId="{E1EBDE66-3172-4005-8776-21E316F76CEE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EAT</a:t>
          </a:r>
        </a:p>
      </dsp:txBody>
      <dsp:txXfrm>
        <a:off x="672423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8DDA-E267-432B-BEB5-0CF42052C61A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Structure of content</a:t>
          </a:r>
        </a:p>
      </dsp:txBody>
      <dsp:txXfrm>
        <a:off x="582645" y="1178"/>
        <a:ext cx="2174490" cy="1304694"/>
      </dsp:txXfrm>
    </dsp:sp>
    <dsp:sp modelId="{35DB7E56-C134-4EC4-AF1A-D9E9040F0DAF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844818"/>
                <a:satOff val="-2177"/>
                <a:lumOff val="-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44818"/>
                <a:satOff val="-2177"/>
                <a:lumOff val="-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44818"/>
                <a:satOff val="-2177"/>
                <a:lumOff val="-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Keywords in title – optimized title</a:t>
          </a:r>
        </a:p>
      </dsp:txBody>
      <dsp:txXfrm>
        <a:off x="2974584" y="1178"/>
        <a:ext cx="2174490" cy="1304694"/>
      </dsp:txXfrm>
    </dsp:sp>
    <dsp:sp modelId="{B3FF6D1D-C07C-4412-89B4-1707A84A2642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Keywords in description</a:t>
          </a:r>
        </a:p>
      </dsp:txBody>
      <dsp:txXfrm>
        <a:off x="5366524" y="1178"/>
        <a:ext cx="2174490" cy="1304694"/>
      </dsp:txXfrm>
    </dsp:sp>
    <dsp:sp modelId="{6EE1DA7B-D46A-4BBD-BFC3-4AA99996699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2534453"/>
                <a:satOff val="-6532"/>
                <a:lumOff val="-4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34453"/>
                <a:satOff val="-6532"/>
                <a:lumOff val="-4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34453"/>
                <a:satOff val="-6532"/>
                <a:lumOff val="-4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Header Tags – headings, paragraphs</a:t>
          </a:r>
        </a:p>
      </dsp:txBody>
      <dsp:txXfrm>
        <a:off x="7758464" y="1178"/>
        <a:ext cx="2174490" cy="1304694"/>
      </dsp:txXfrm>
    </dsp:sp>
    <dsp:sp modelId="{1C819FDB-656E-4779-AE1C-8A77108C1CAD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Image optimization</a:t>
          </a:r>
        </a:p>
      </dsp:txBody>
      <dsp:txXfrm>
        <a:off x="582645" y="1523321"/>
        <a:ext cx="2174490" cy="1304694"/>
      </dsp:txXfrm>
    </dsp:sp>
    <dsp:sp modelId="{CA20653F-F8AF-4A11-9B3C-D6799E4CA6DE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4224089"/>
                <a:satOff val="-10887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24089"/>
                <a:satOff val="-10887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24089"/>
                <a:satOff val="-10887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Internal linking</a:t>
          </a:r>
        </a:p>
      </dsp:txBody>
      <dsp:txXfrm>
        <a:off x="2974584" y="1523321"/>
        <a:ext cx="2174490" cy="1304694"/>
      </dsp:txXfrm>
    </dsp:sp>
    <dsp:sp modelId="{CB561A74-C569-4DEA-99C8-1FA8B33593AB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Depth of content</a:t>
          </a:r>
        </a:p>
      </dsp:txBody>
      <dsp:txXfrm>
        <a:off x="5366524" y="1523321"/>
        <a:ext cx="2174490" cy="1304694"/>
      </dsp:txXfrm>
    </dsp:sp>
    <dsp:sp modelId="{4C6C8618-15D3-4986-BBCF-86CB155A2370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5913725"/>
                <a:satOff val="-15242"/>
                <a:lumOff val="-10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913725"/>
                <a:satOff val="-15242"/>
                <a:lumOff val="-10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913725"/>
                <a:satOff val="-15242"/>
                <a:lumOff val="-10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Schema</a:t>
          </a:r>
        </a:p>
      </dsp:txBody>
      <dsp:txXfrm>
        <a:off x="7758464" y="1523321"/>
        <a:ext cx="2174490" cy="1304694"/>
      </dsp:txXfrm>
    </dsp:sp>
    <dsp:sp modelId="{06949220-8A75-4D47-86F5-A92A8296E303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Optimized URLs</a:t>
          </a:r>
        </a:p>
      </dsp:txBody>
      <dsp:txXfrm>
        <a:off x="417055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9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9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6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3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2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4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7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18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1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3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1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rtent.com/serp-preview-tool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trends/explore?q=leadership%20development&amp;date=now%201-d&amp;geo=IN&amp;hl=en" TargetMode="External"/><Relationship Id="rId2" Type="http://schemas.openxmlformats.org/officeDocument/2006/relationships/hyperlink" Target="https://moz.com/domain-analysis?site=indianleadershipacademy.co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nicalseo.com/tools/schema-markup-generator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google.com/test/mobile-friendl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71A4-3938-8991-23CC-47E0C37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How to bring customers to your web presence?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EB7C-BC90-433B-6114-D73D0991D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dirty="0">
                <a:ea typeface="Meiryo"/>
              </a:rPr>
              <a:t>Organic Search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Ads</a:t>
            </a:r>
          </a:p>
          <a:p>
            <a:r>
              <a:rPr lang="en-US" dirty="0">
                <a:ea typeface="Meiryo"/>
              </a:rPr>
              <a:t>Direct</a:t>
            </a:r>
            <a:endParaRPr lang="en-US" dirty="0"/>
          </a:p>
          <a:p>
            <a:r>
              <a:rPr lang="en-US" dirty="0">
                <a:ea typeface="Meiryo"/>
              </a:rPr>
              <a:t>Referral</a:t>
            </a:r>
          </a:p>
          <a:p>
            <a:r>
              <a:rPr lang="en-US" dirty="0">
                <a:ea typeface="Meiryo"/>
              </a:rPr>
              <a:t>Social Media Campaigns</a:t>
            </a:r>
          </a:p>
          <a:p>
            <a:r>
              <a:rPr lang="en-US" dirty="0">
                <a:ea typeface="Meiryo"/>
              </a:rPr>
              <a:t>Email Campaigns</a:t>
            </a:r>
          </a:p>
        </p:txBody>
      </p:sp>
    </p:spTree>
    <p:extLst>
      <p:ext uri="{BB962C8B-B14F-4D97-AF65-F5344CB8AC3E}">
        <p14:creationId xmlns:p14="http://schemas.microsoft.com/office/powerpoint/2010/main" val="295829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30C0-72CF-FBF6-3F39-05BB6EC8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Is your website ready?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BE1D-8FA0-A9FF-16A1-9FE70D9EC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dirty="0">
                <a:ea typeface="Meiryo"/>
              </a:rPr>
              <a:t>Website basics</a:t>
            </a:r>
          </a:p>
        </p:txBody>
      </p:sp>
    </p:spTree>
    <p:extLst>
      <p:ext uri="{BB962C8B-B14F-4D97-AF65-F5344CB8AC3E}">
        <p14:creationId xmlns:p14="http://schemas.microsoft.com/office/powerpoint/2010/main" val="78846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0C3E3BF-B09C-7873-187E-417A0CC6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How Search works?</a:t>
            </a:r>
            <a:endParaRPr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E0FFE95-5D54-B12D-CE08-FE0348B6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 lIns="109728" tIns="109728" rIns="109728" bIns="91440" anchor="t">
            <a:normAutofit/>
          </a:bodyPr>
          <a:lstStyle/>
          <a:p>
            <a:r>
              <a:rPr lang="en-US" dirty="0">
                <a:ea typeface="Meiryo"/>
              </a:rPr>
              <a:t>Pages not Website</a:t>
            </a:r>
          </a:p>
          <a:p>
            <a:r>
              <a:rPr lang="en-US" dirty="0">
                <a:ea typeface="Meiryo"/>
              </a:rPr>
              <a:t>Crawling</a:t>
            </a:r>
            <a:endParaRPr lang="en-US" dirty="0"/>
          </a:p>
          <a:p>
            <a:r>
              <a:rPr lang="en-US" dirty="0">
                <a:ea typeface="Meiryo"/>
              </a:rPr>
              <a:t>Indexing</a:t>
            </a:r>
          </a:p>
          <a:p>
            <a:r>
              <a:rPr lang="en-US" dirty="0">
                <a:ea typeface="Meiryo"/>
              </a:rPr>
              <a:t>Ranking Algorithms</a:t>
            </a:r>
          </a:p>
          <a:p>
            <a:r>
              <a:rPr lang="en-US" dirty="0">
                <a:ea typeface="Meiryo"/>
              </a:rPr>
              <a:t>SERPs</a:t>
            </a:r>
          </a:p>
          <a:p>
            <a:r>
              <a:rPr lang="en-US" dirty="0">
                <a:ea typeface="Meiryo"/>
              </a:rPr>
              <a:t>Google Search Console</a:t>
            </a:r>
          </a:p>
        </p:txBody>
      </p:sp>
      <p:pic>
        <p:nvPicPr>
          <p:cNvPr id="7" name="Picture 7" descr="Icon&#10;&#10;Description automatically generated">
            <a:extLst>
              <a:ext uri="{FF2B5EF4-FFF2-40B4-BE49-F238E27FC236}">
                <a16:creationId xmlns:a16="http://schemas.microsoft.com/office/drawing/2014/main" id="{C2855211-E6B7-181C-5D7A-DF222CDAD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7747"/>
            <a:ext cx="5270053" cy="31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1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E211542F-6332-9901-4EDE-2B328B6DA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28" t="6484" r="3290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cs typeface="Calibri Light"/>
              </a:rPr>
              <a:t>Search Engine Optimization (SEO)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cs typeface="Calibri"/>
              </a:rPr>
              <a:t>Anshu Sharma</a:t>
            </a:r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>
            <a:normAutofit/>
          </a:bodyPr>
          <a:lstStyle/>
          <a:p>
            <a:r>
              <a:rPr lang="en-US" sz="3200" dirty="0">
                <a:ea typeface="+mn-lt"/>
                <a:cs typeface="+mn-lt"/>
              </a:rPr>
              <a:t>What is SEO?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Types of SEO</a:t>
            </a:r>
          </a:p>
          <a:p>
            <a:r>
              <a:rPr lang="en-US" sz="3200" dirty="0">
                <a:ea typeface="+mn-lt"/>
                <a:cs typeface="+mn-lt"/>
              </a:rPr>
              <a:t>What is On- Page SEO?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Keywords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Website Design</a:t>
            </a:r>
          </a:p>
          <a:p>
            <a:r>
              <a:rPr lang="en-US" sz="3200" dirty="0">
                <a:ea typeface="+mn-lt"/>
                <a:cs typeface="+mn-lt"/>
              </a:rPr>
              <a:t>On Page SEO factors</a:t>
            </a:r>
            <a:endParaRPr lang="en-US" sz="320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89445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7C7B7-3B64-38CA-7D0E-9D149793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Meiryo"/>
              </a:rPr>
              <a:t>Google's priorities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CEA6DA48-4DF0-3E0B-3B54-8F3CAF471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4388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720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8D6B03-4AB5-2361-837D-4D7771B3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4286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68EE1-277C-9237-800B-889E91E9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Meiryo"/>
              </a:rPr>
              <a:t>On-page SEO factors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39BB6A-BA42-4D6F-DEED-9D73EE42B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2896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078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2DF8-F35C-2292-FCF3-98B0A1F7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Importance of Keywords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3EB4-7D56-E610-A85D-3AAD1120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Keyword vs search query</a:t>
            </a:r>
          </a:p>
          <a:p>
            <a:r>
              <a:rPr lang="en-US" dirty="0">
                <a:cs typeface="Calibri"/>
              </a:rPr>
              <a:t>Keyword research</a:t>
            </a:r>
          </a:p>
          <a:p>
            <a:r>
              <a:rPr lang="en-US" dirty="0">
                <a:cs typeface="Calibri"/>
              </a:rPr>
              <a:t>How many keywords should I optimize for (more the better)</a:t>
            </a:r>
          </a:p>
          <a:p>
            <a:r>
              <a:rPr lang="en-US" dirty="0">
                <a:cs typeface="Calibri"/>
              </a:rPr>
              <a:t>Content Marketing</a:t>
            </a:r>
          </a:p>
        </p:txBody>
      </p:sp>
    </p:spTree>
    <p:extLst>
      <p:ext uri="{BB962C8B-B14F-4D97-AF65-F5344CB8AC3E}">
        <p14:creationId xmlns:p14="http://schemas.microsoft.com/office/powerpoint/2010/main" val="290261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2DF8-F35C-2292-FCF3-98B0A1F7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cs typeface="Calibri Light"/>
              </a:rPr>
              <a:t>Where to put keywords?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3EB4-7D56-E610-A85D-3AAD1120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Title</a:t>
            </a:r>
            <a:endParaRPr lang="en-US"/>
          </a:p>
          <a:p>
            <a:r>
              <a:rPr lang="en-US" dirty="0">
                <a:cs typeface="Calibri"/>
              </a:rPr>
              <a:t>Description</a:t>
            </a:r>
          </a:p>
          <a:p>
            <a:r>
              <a:rPr lang="en-US" dirty="0">
                <a:cs typeface="Calibri"/>
              </a:rPr>
              <a:t>Headings</a:t>
            </a:r>
          </a:p>
          <a:p>
            <a:r>
              <a:rPr lang="en-US" dirty="0">
                <a:cs typeface="Calibri"/>
              </a:rPr>
              <a:t>Header Tags</a:t>
            </a:r>
          </a:p>
          <a:p>
            <a:r>
              <a:rPr lang="en-US" dirty="0">
                <a:cs typeface="Calibri"/>
              </a:rPr>
              <a:t>URL</a:t>
            </a:r>
          </a:p>
          <a:p>
            <a:r>
              <a:rPr lang="en-US" dirty="0">
                <a:cs typeface="Calibri"/>
              </a:rPr>
              <a:t>Images</a:t>
            </a:r>
          </a:p>
          <a:p>
            <a:r>
              <a:rPr lang="en-US" dirty="0">
                <a:cs typeface="Calibri"/>
              </a:rPr>
              <a:t>Formatted text</a:t>
            </a:r>
          </a:p>
          <a:p>
            <a:r>
              <a:rPr lang="en-US" dirty="0">
                <a:cs typeface="Calibri"/>
              </a:rPr>
              <a:t>Internal links</a:t>
            </a:r>
          </a:p>
          <a:p>
            <a:r>
              <a:rPr lang="en-US" dirty="0">
                <a:cs typeface="Calibri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2972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D1C5-25BC-5048-164B-118C8E89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Title Tags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5882F-8733-E436-E246-C6EE19682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50-60 characters in length</a:t>
            </a:r>
          </a:p>
          <a:p>
            <a:r>
              <a:rPr lang="en-US" dirty="0">
                <a:cs typeface="Calibri"/>
              </a:rPr>
              <a:t>Optimized for keywords</a:t>
            </a:r>
          </a:p>
          <a:p>
            <a:r>
              <a:rPr lang="en-US" dirty="0">
                <a:cs typeface="Calibri"/>
              </a:rPr>
              <a:t>Primary keywords</a:t>
            </a:r>
          </a:p>
          <a:p>
            <a:r>
              <a:rPr lang="en-US" dirty="0">
                <a:cs typeface="Calibri"/>
              </a:rPr>
              <a:t>Start with the keyword</a:t>
            </a:r>
          </a:p>
          <a:p>
            <a:r>
              <a:rPr lang="en-US" dirty="0">
                <a:cs typeface="Calibri"/>
              </a:rPr>
              <a:t>Structure the title</a:t>
            </a:r>
          </a:p>
          <a:p>
            <a:r>
              <a:rPr lang="en-US" dirty="0">
                <a:cs typeface="Calibri"/>
              </a:rPr>
              <a:t>Don't over stuff keywords</a:t>
            </a:r>
          </a:p>
          <a:p>
            <a:r>
              <a:rPr lang="en-US" dirty="0">
                <a:cs typeface="Calibri"/>
              </a:rPr>
              <a:t>Avoid stopping words</a:t>
            </a:r>
          </a:p>
          <a:p>
            <a:r>
              <a:rPr lang="en-US" dirty="0">
                <a:cs typeface="Calibri"/>
              </a:rPr>
              <a:t>Dates?</a:t>
            </a:r>
          </a:p>
          <a:p>
            <a:r>
              <a:rPr lang="en-US" dirty="0">
                <a:cs typeface="Calibri"/>
              </a:rPr>
              <a:t>Brands?</a:t>
            </a:r>
          </a:p>
          <a:p>
            <a:r>
              <a:rPr lang="en-US" dirty="0">
                <a:cs typeface="Calibri"/>
              </a:rPr>
              <a:t>Action words?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547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B5F4-F904-67B9-046E-D7C1CADF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BC39-49E2-6181-140A-84EFADAC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1-2 sentences</a:t>
            </a:r>
          </a:p>
          <a:p>
            <a:r>
              <a:rPr lang="en-US" dirty="0">
                <a:cs typeface="Calibri"/>
              </a:rPr>
              <a:t>Target keyword in the beginning</a:t>
            </a:r>
          </a:p>
          <a:p>
            <a:r>
              <a:rPr lang="en-US" dirty="0">
                <a:cs typeface="Calibri"/>
              </a:rPr>
              <a:t>CTA at the end</a:t>
            </a:r>
          </a:p>
          <a:p>
            <a:r>
              <a:rPr lang="en-US" dirty="0">
                <a:cs typeface="Calibri"/>
              </a:rPr>
              <a:t>Meaningful and relevant to landing page</a:t>
            </a:r>
          </a:p>
          <a:p>
            <a:r>
              <a:rPr lang="en-US" dirty="0">
                <a:cs typeface="Calibri"/>
              </a:rPr>
              <a:t>Preview tools (</a:t>
            </a:r>
            <a:r>
              <a:rPr lang="en-US" dirty="0">
                <a:ea typeface="+mn-lt"/>
                <a:cs typeface="+mn-lt"/>
                <a:hlinkClick r:id="rId2"/>
              </a:rPr>
              <a:t>Portent's SERP Snippet Preview Tool for Titles &amp; Descriptions)</a:t>
            </a:r>
          </a:p>
        </p:txBody>
      </p:sp>
    </p:spTree>
    <p:extLst>
      <p:ext uri="{BB962C8B-B14F-4D97-AF65-F5344CB8AC3E}">
        <p14:creationId xmlns:p14="http://schemas.microsoft.com/office/powerpoint/2010/main" val="668446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83B5-7A35-2198-52C6-D8AD676C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Off page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8FC2F-344B-6806-138A-83EE2A7F2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cs typeface="Calibri"/>
              </a:rPr>
              <a:t>Utility of Links</a:t>
            </a:r>
            <a:endParaRPr lang="en-US" dirty="0">
              <a:latin typeface="Calibri"/>
              <a:cs typeface="Calibri"/>
            </a:endParaRPr>
          </a:p>
          <a:p>
            <a:r>
              <a:rPr lang="en-US">
                <a:cs typeface="Calibri"/>
              </a:rPr>
              <a:t>Internal Links</a:t>
            </a:r>
            <a:endParaRPr lang="en-US"/>
          </a:p>
          <a:p>
            <a:r>
              <a:rPr lang="en-US" dirty="0">
                <a:cs typeface="Calibri"/>
              </a:rPr>
              <a:t>External Links</a:t>
            </a:r>
          </a:p>
        </p:txBody>
      </p:sp>
    </p:spTree>
    <p:extLst>
      <p:ext uri="{BB962C8B-B14F-4D97-AF65-F5344CB8AC3E}">
        <p14:creationId xmlns:p14="http://schemas.microsoft.com/office/powerpoint/2010/main" val="2170089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06C8-C203-BE71-0F72-777A91B9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is your dream job?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65A91-6EBB-9B07-C109-A8742481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What specific skills do recruiters look for?</a:t>
            </a:r>
          </a:p>
          <a:p>
            <a:r>
              <a:rPr lang="en-US" dirty="0">
                <a:cs typeface="Calibri"/>
              </a:rPr>
              <a:t>How do you make sure in your resume that you have those skills?</a:t>
            </a:r>
          </a:p>
          <a:p>
            <a:r>
              <a:rPr lang="en-US" dirty="0">
                <a:cs typeface="Calibri"/>
              </a:rPr>
              <a:t>How can you leverage your LinkedIn page to further strengthen your claim?</a:t>
            </a:r>
          </a:p>
        </p:txBody>
      </p:sp>
    </p:spTree>
    <p:extLst>
      <p:ext uri="{BB962C8B-B14F-4D97-AF65-F5344CB8AC3E}">
        <p14:creationId xmlns:p14="http://schemas.microsoft.com/office/powerpoint/2010/main" val="267921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EDE34-F3BB-F252-ECD9-75F67978E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SEO Assignment 1</a:t>
            </a:r>
            <a:endParaRPr lang="en-US" sz="5400"/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353185C6-1FF7-5E27-2EB6-9DC5CC79C3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r="46078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8C42-BBDF-4317-4E50-9BF8B21E1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cs typeface="Calibri"/>
              </a:rPr>
              <a:t>A one-page PDF document (12 font 1.5 spacing) having the following:</a:t>
            </a:r>
          </a:p>
          <a:p>
            <a:pPr lvl="1"/>
            <a:r>
              <a:rPr lang="en-US" sz="2200">
                <a:cs typeface="Calibri"/>
              </a:rPr>
              <a:t>Link to your optimized webpage</a:t>
            </a:r>
          </a:p>
          <a:p>
            <a:pPr lvl="1"/>
            <a:r>
              <a:rPr lang="en-US" sz="2200">
                <a:cs typeface="Calibri"/>
              </a:rPr>
              <a:t>List of 4-5 keywords you are optimizing for</a:t>
            </a:r>
          </a:p>
          <a:p>
            <a:pPr lvl="1"/>
            <a:r>
              <a:rPr lang="en-US" sz="2200">
                <a:cs typeface="Calibri"/>
              </a:rPr>
              <a:t>Highlight the SEO actions taken</a:t>
            </a:r>
          </a:p>
          <a:p>
            <a:r>
              <a:rPr lang="en-US" sz="2200">
                <a:cs typeface="Calibri"/>
              </a:rPr>
              <a:t>Deadline: 3rd July midnight</a:t>
            </a:r>
          </a:p>
        </p:txBody>
      </p:sp>
    </p:spTree>
    <p:extLst>
      <p:ext uri="{BB962C8B-B14F-4D97-AF65-F5344CB8AC3E}">
        <p14:creationId xmlns:p14="http://schemas.microsoft.com/office/powerpoint/2010/main" val="369142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02B3-9D76-96AE-5842-70161770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Observations from Assignments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5D7F-E846-55F1-B259-66D36842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Google Search Console linkage?</a:t>
            </a:r>
          </a:p>
          <a:p>
            <a:r>
              <a:rPr lang="en-US" dirty="0">
                <a:cs typeface="Calibri" panose="020F0502020204030204"/>
              </a:rPr>
              <a:t>Too broad keywords (broad and long-tailed keywords)</a:t>
            </a:r>
          </a:p>
          <a:p>
            <a:r>
              <a:rPr lang="en-US" dirty="0">
                <a:cs typeface="Calibri" panose="020F0502020204030204"/>
              </a:rPr>
              <a:t>Usage of primary and secondary keywords in content</a:t>
            </a:r>
          </a:p>
          <a:p>
            <a:r>
              <a:rPr lang="en-US" dirty="0">
                <a:cs typeface="Calibri" panose="020F0502020204030204"/>
              </a:rPr>
              <a:t>Headings – H1, H2, ...</a:t>
            </a:r>
          </a:p>
          <a:p>
            <a:r>
              <a:rPr lang="en-US" dirty="0">
                <a:cs typeface="Calibri" panose="020F0502020204030204"/>
              </a:rPr>
              <a:t>Alt Text of Images</a:t>
            </a: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694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02B3-9D76-96AE-5842-70161770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Helpful Tools for SEO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5D7F-E846-55F1-B259-66D36842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SEOquake</a:t>
            </a:r>
            <a:endParaRPr lang="en-US" dirty="0" err="1">
              <a:cs typeface="Calibri"/>
            </a:endParaRPr>
          </a:p>
          <a:p>
            <a:r>
              <a:rPr lang="en-US" dirty="0" err="1">
                <a:ea typeface="+mn-lt"/>
                <a:cs typeface="+mn-lt"/>
              </a:rPr>
              <a:t>Semrush</a:t>
            </a:r>
          </a:p>
          <a:p>
            <a:r>
              <a:rPr lang="en-US" dirty="0">
                <a:ea typeface="+mn-lt"/>
                <a:cs typeface="+mn-lt"/>
              </a:rPr>
              <a:t>Moz</a:t>
            </a:r>
          </a:p>
          <a:p>
            <a:r>
              <a:rPr lang="en-US" dirty="0">
                <a:ea typeface="+mn-lt"/>
                <a:cs typeface="+mn-lt"/>
              </a:rPr>
              <a:t>PA, DA - </a:t>
            </a:r>
            <a:r>
              <a:rPr lang="en-US" dirty="0">
                <a:solidFill>
                  <a:srgbClr val="0563C1"/>
                </a:solidFill>
                <a:ea typeface="+mn-lt"/>
                <a:cs typeface="+mn-lt"/>
                <a:hlinkClick r:id="rId2"/>
              </a:rPr>
              <a:t>https://moz.com/domain-analysis?site=indianleadershipacademy.com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Broad keywords vs Long tailed keywords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What Blogs to write?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SEO content with ChatGPT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Similarweb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Uber Suggest - keyword ideas, content ideas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Google Trends - </a:t>
            </a:r>
            <a:r>
              <a:rPr lang="en-US" dirty="0">
                <a:ea typeface="+mn-lt"/>
                <a:cs typeface="+mn-lt"/>
                <a:hlinkClick r:id="rId3"/>
              </a:rPr>
              <a:t>https://trends.google.com/trends/explore?q=leadership%20development&amp;date=now%201-d&amp;geo=IN&amp;hl=en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AnswerThePublic</a:t>
            </a:r>
            <a:r>
              <a:rPr lang="en-US" dirty="0">
                <a:ea typeface="+mn-lt"/>
                <a:cs typeface="+mn-lt"/>
              </a:rPr>
              <a:t> - https://answerthepublic.com/reports/143b6e0a-bfa8-44bb-82b5-4c29b3dee67c?recently_searched=true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08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177B-AD57-E589-B3DD-E103132E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do you bring to the table?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7596-896B-1F95-31CD-3BAB41A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27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9421-E843-C828-6718-E1735DF3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Various ways you can show in SERPs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ECD12-9DB9-72EF-0E45-33CB7504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Ads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Featured Snippets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People Also Asked For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Image/Video/News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Video Carousel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Google My Business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Knowledge Panel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Top Stories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Rich Snippets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651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B3B0-1259-5FD7-5AC1-562353D3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Role of Schemas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8894-23D2-8EAA-D298-69CCFF359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Schema Markup Generator (JSON-LD) | TechnicalSEO.com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45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FE4F-9E6D-C469-CADA-382D23B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Sitemap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54F1-205D-41E0-21FC-2D32A01C0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34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0EAB-AEFE-16D7-6F76-1C2BE7A6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Is your website mobile friendly?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0DA5-6403-833E-FFFD-F6084E25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Mobile-Friendly Test - Google Search Console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39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A8A7-12F9-F57A-2318-82FAC04E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SEO for E-Commerce Webpages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C963-D75F-7E79-9FDA-F202FFD4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Keywords – buying intent</a:t>
            </a:r>
          </a:p>
          <a:p>
            <a:r>
              <a:rPr lang="en-US" dirty="0">
                <a:cs typeface="Calibri"/>
              </a:rPr>
              <a:t>Home page and category pages</a:t>
            </a:r>
          </a:p>
          <a:p>
            <a:r>
              <a:rPr lang="en-US" dirty="0">
                <a:cs typeface="Calibri"/>
              </a:rPr>
              <a:t>Content on e-commerce pages?</a:t>
            </a:r>
          </a:p>
          <a:p>
            <a:r>
              <a:rPr lang="en-US" dirty="0">
                <a:cs typeface="Calibri"/>
              </a:rPr>
              <a:t>Conversion optimization</a:t>
            </a:r>
          </a:p>
          <a:p>
            <a:r>
              <a:rPr lang="en-US">
                <a:cs typeface="Calibri"/>
              </a:rPr>
              <a:t>Schema is important</a:t>
            </a:r>
          </a:p>
          <a:p>
            <a:r>
              <a:rPr lang="en-US" dirty="0">
                <a:cs typeface="Calibri"/>
              </a:rPr>
              <a:t>Site structure and navigation is critical</a:t>
            </a:r>
          </a:p>
        </p:txBody>
      </p:sp>
    </p:spTree>
    <p:extLst>
      <p:ext uri="{BB962C8B-B14F-4D97-AF65-F5344CB8AC3E}">
        <p14:creationId xmlns:p14="http://schemas.microsoft.com/office/powerpoint/2010/main" val="3542326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800" dirty="0">
                <a:ea typeface="+mn-lt"/>
                <a:cs typeface="+mn-lt"/>
              </a:rPr>
              <a:t>How to Check Mobile Responsive Website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H1 Tag For SEO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How to Write Perfect H1 Tag For SEO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Robots.txt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Sitemap?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How to Create Sitemap for Website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DA, PA in SEO ?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SEO Friendly URL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Alt Text ?</a:t>
            </a:r>
          </a:p>
          <a:p>
            <a:r>
              <a:rPr lang="en-US" sz="1800" dirty="0">
                <a:ea typeface="+mn-lt"/>
                <a:cs typeface="+mn-lt"/>
              </a:rPr>
              <a:t>What is SSL Certificate?</a:t>
            </a:r>
          </a:p>
        </p:txBody>
      </p:sp>
    </p:spTree>
    <p:extLst>
      <p:ext uri="{BB962C8B-B14F-4D97-AF65-F5344CB8AC3E}">
        <p14:creationId xmlns:p14="http://schemas.microsoft.com/office/powerpoint/2010/main" val="360541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800" dirty="0">
                <a:ea typeface="+mn-lt"/>
                <a:cs typeface="+mn-lt"/>
              </a:rPr>
              <a:t>What is Search Intent?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Query vs Keyword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Understanding </a:t>
            </a:r>
            <a:r>
              <a:rPr lang="en-US" sz="1800" err="1">
                <a:ea typeface="+mn-lt"/>
                <a:cs typeface="+mn-lt"/>
              </a:rPr>
              <a:t>SEOquake</a:t>
            </a:r>
            <a:r>
              <a:rPr lang="en-US" sz="1800" dirty="0">
                <a:ea typeface="+mn-lt"/>
                <a:cs typeface="+mn-lt"/>
              </a:rPr>
              <a:t> - Chrome Extension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Difference Between Link Building &amp; Link Earning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Value of Links in SEO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What Types of Backlinks Ignores and Why ?</a:t>
            </a:r>
          </a:p>
          <a:p>
            <a:r>
              <a:rPr lang="en-US" sz="1800" dirty="0">
                <a:ea typeface="+mn-lt"/>
                <a:cs typeface="+mn-lt"/>
              </a:rPr>
              <a:t>More about How the Links are Evaluated</a:t>
            </a:r>
            <a:endParaRPr lang="en-US" sz="1800" dirty="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How to Optimize Your Page for More Keyword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Google's EAT Algorithm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Generate Keyword Ideas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What is </a:t>
            </a:r>
            <a:r>
              <a:rPr lang="en-US" sz="1800" err="1">
                <a:ea typeface="+mn-lt"/>
                <a:cs typeface="+mn-lt"/>
              </a:rPr>
              <a:t>Pogosticking</a:t>
            </a:r>
            <a:r>
              <a:rPr lang="en-US" sz="1800" dirty="0">
                <a:ea typeface="+mn-lt"/>
                <a:cs typeface="+mn-lt"/>
              </a:rPr>
              <a:t> in SEO?</a:t>
            </a:r>
            <a:endParaRPr lang="en-US" sz="1800">
              <a:ea typeface="Meiryo"/>
            </a:endParaRPr>
          </a:p>
          <a:p>
            <a:r>
              <a:rPr lang="en-US" sz="1800" err="1">
                <a:ea typeface="+mn-lt"/>
                <a:cs typeface="+mn-lt"/>
              </a:rPr>
              <a:t>Pogosticking</a:t>
            </a:r>
            <a:r>
              <a:rPr lang="en-US" sz="1800" dirty="0">
                <a:ea typeface="+mn-lt"/>
                <a:cs typeface="+mn-lt"/>
              </a:rPr>
              <a:t> vs Bounce Rate</a:t>
            </a:r>
            <a:endParaRPr lang="en-US" sz="1800">
              <a:ea typeface="Meiryo"/>
            </a:endParaRPr>
          </a:p>
          <a:p>
            <a:endParaRPr lang="en-US" sz="18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65068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How to bring customers to your web presence?</vt:lpstr>
      <vt:lpstr>Is your website ready?</vt:lpstr>
      <vt:lpstr>How Search works?</vt:lpstr>
      <vt:lpstr>Search Engine Optimization (SEO)</vt:lpstr>
      <vt:lpstr>Topics to cover</vt:lpstr>
      <vt:lpstr>Google's priorities</vt:lpstr>
      <vt:lpstr>On-page SEO factors</vt:lpstr>
      <vt:lpstr>Importance of Keywords</vt:lpstr>
      <vt:lpstr>Where to put keywords?</vt:lpstr>
      <vt:lpstr>Title Tags</vt:lpstr>
      <vt:lpstr>Description</vt:lpstr>
      <vt:lpstr>Off page SEO</vt:lpstr>
      <vt:lpstr>What is your dream job?</vt:lpstr>
      <vt:lpstr>SEO Assignment 1</vt:lpstr>
      <vt:lpstr>Observations from Assignments</vt:lpstr>
      <vt:lpstr>Helpful Tools for SEO</vt:lpstr>
      <vt:lpstr>What do you bring to the table?</vt:lpstr>
      <vt:lpstr>Various ways you can show in SERPs</vt:lpstr>
      <vt:lpstr>Role of Schemas</vt:lpstr>
      <vt:lpstr>Sitemap</vt:lpstr>
      <vt:lpstr>Is your website mobile friendly?</vt:lpstr>
      <vt:lpstr>SEO for E-Commerce Webpages</vt:lpstr>
      <vt:lpstr>Topics to cover</vt:lpstr>
      <vt:lpstr>Topics to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489</cp:revision>
  <dcterms:created xsi:type="dcterms:W3CDTF">2023-06-03T08:58:51Z</dcterms:created>
  <dcterms:modified xsi:type="dcterms:W3CDTF">2023-07-26T05:01:22Z</dcterms:modified>
</cp:coreProperties>
</file>