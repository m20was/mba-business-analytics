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8" r:id="rId2"/>
    <p:sldId id="256" r:id="rId3"/>
    <p:sldId id="265" r:id="rId4"/>
    <p:sldId id="257" r:id="rId5"/>
    <p:sldId id="262" r:id="rId6"/>
    <p:sldId id="259" r:id="rId7"/>
    <p:sldId id="260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447E0-98D6-C4E3-DFF2-A2BDDF489D40}" v="233" dt="2023-09-06T05:17:09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298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1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2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5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51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5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5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5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9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0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0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mrush.com/analytics/keywordmagic/?q=smartwatch&amp;highlightedQuery=smartwatch&amp;protocol=https&amp;db=i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softedge.microsoft.com/addons/detail/aiprm-for-chatgpt/nkiohniccbickhccicgbedaibabiald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ffiliate-program.amazon.in/p/ideahub/hom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AB929-9750-C1A6-28A1-C5D70A15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Would you like to earn from digital marketing?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82B4C-C080-4D79-2ECB-BC5769A5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23FB3B-24E7-5304-70D8-3CA40290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081EE3-B6BE-9584-F5AF-E5F6484D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lue arrows pointing at a red button">
            <a:extLst>
              <a:ext uri="{FF2B5EF4-FFF2-40B4-BE49-F238E27FC236}">
                <a16:creationId xmlns:a16="http://schemas.microsoft.com/office/drawing/2014/main" id="{EBE86CB3-5756-410D-FC01-12ABFA8E2A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812" r="-2" b="4791"/>
          <a:stretch/>
        </p:blipFill>
        <p:spPr>
          <a:xfrm>
            <a:off x="-149" y="-5291"/>
            <a:ext cx="12192001" cy="68580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11BF64-C99B-2F90-ADA1-0C08F9BE8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2500" y="952500"/>
            <a:ext cx="10287000" cy="4953000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0" y="1451087"/>
                </a:moveTo>
                <a:lnTo>
                  <a:pt x="0" y="0"/>
                </a:ln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6882" y="2398143"/>
            <a:ext cx="5143500" cy="2116348"/>
          </a:xfrm>
          <a:noFill/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Affiliate Marketing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6882" y="4514492"/>
            <a:ext cx="4709518" cy="753372"/>
          </a:xfrm>
          <a:noFill/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r>
              <a:rPr lang="en-US" dirty="0">
                <a:cs typeface="Calibri"/>
              </a:rPr>
              <a:t>Anshu Sharma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828E2-0517-770E-6C8F-0A510196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table of white text&#10;&#10;Description automatically generated">
            <a:extLst>
              <a:ext uri="{FF2B5EF4-FFF2-40B4-BE49-F238E27FC236}">
                <a16:creationId xmlns:a16="http://schemas.microsoft.com/office/drawing/2014/main" id="{9DE94239-2A2D-91DE-F022-E0A6908A0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049" y="450641"/>
            <a:ext cx="10835677" cy="6087462"/>
          </a:xfrm>
        </p:spPr>
      </p:pic>
    </p:spTree>
    <p:extLst>
      <p:ext uri="{BB962C8B-B14F-4D97-AF65-F5344CB8AC3E}">
        <p14:creationId xmlns:p14="http://schemas.microsoft.com/office/powerpoint/2010/main" val="367923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1C7F7-6469-0E26-FB96-01E9FCFDF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F3993-C250-0F40-B2CC-872DBE9FA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Selecting a Niche</a:t>
            </a:r>
          </a:p>
          <a:p>
            <a:r>
              <a:rPr lang="en-US" dirty="0"/>
              <a:t>Domain selection</a:t>
            </a:r>
          </a:p>
          <a:p>
            <a:r>
              <a:rPr lang="en-US" dirty="0"/>
              <a:t>WordPress/Wix</a:t>
            </a:r>
          </a:p>
          <a:p>
            <a:r>
              <a:rPr lang="en-US" dirty="0"/>
              <a:t>ChatGPT for SILO structure</a:t>
            </a:r>
          </a:p>
          <a:p>
            <a:r>
              <a:rPr lang="en-US" dirty="0"/>
              <a:t>Website Theme and Customization</a:t>
            </a:r>
          </a:p>
          <a:p>
            <a:r>
              <a:rPr lang="en-US" dirty="0"/>
              <a:t>Plugins (Page Generator, etc.)</a:t>
            </a:r>
          </a:p>
          <a:p>
            <a:r>
              <a:rPr lang="en-US" dirty="0"/>
              <a:t>Keyword Research using SEMRUSH</a:t>
            </a:r>
          </a:p>
          <a:p>
            <a:r>
              <a:rPr lang="en-US" dirty="0"/>
              <a:t>Content Outline Using ChatGPT</a:t>
            </a:r>
          </a:p>
          <a:p>
            <a:r>
              <a:rPr lang="en-US" dirty="0"/>
              <a:t>Create Vast &amp; Unbiased content</a:t>
            </a:r>
          </a:p>
          <a:p>
            <a:r>
              <a:rPr lang="en-US" dirty="0"/>
              <a:t>SEO, GSC, Sitemap</a:t>
            </a:r>
          </a:p>
        </p:txBody>
      </p:sp>
    </p:spTree>
    <p:extLst>
      <p:ext uri="{BB962C8B-B14F-4D97-AF65-F5344CB8AC3E}">
        <p14:creationId xmlns:p14="http://schemas.microsoft.com/office/powerpoint/2010/main" val="351415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26D11-C24E-C8B6-9412-2C8FF9B5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Silo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FECDE-08DD-3F5D-B27B-8722ED11F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Give me a SILO structure for my new website for a new MBA school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10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7C2A-04EC-991D-949C-6E36267D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research using </a:t>
            </a:r>
            <a:r>
              <a:rPr lang="en-US" dirty="0" err="1"/>
              <a:t>semrush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B961F-149E-00FE-E9F2-C8D7F3E6E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smartwatch: Keyword Magic Tool (semrush.com)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72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C78A-89D6-9233-AC34-38621A2F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Blog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C065C-A301-6844-2747-69EF00A60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AIPRM for ChatGPT - Microsoft Edge Addons</a:t>
            </a:r>
          </a:p>
          <a:p>
            <a:r>
              <a:rPr lang="en-US" dirty="0">
                <a:latin typeface="Arial"/>
                <a:cs typeface="Arial"/>
              </a:rPr>
              <a:t>"Best smartwatch under "X" rupees"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55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4442-C015-CA6A-985B-0D0E09AC9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creation using </a:t>
            </a:r>
            <a:r>
              <a:rPr lang="en-US" dirty="0" err="1"/>
              <a:t>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281CE-9F77-4EC0-D909-8C2E28B37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This is the outline for my new blog Choosing Excellence: The Definitive Guide to Finding the Best Business School in "X". Write a section about What Makes a Business School the "Best"?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70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72C7-FF0F-5DE5-BE9F-C3C2C988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products to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CEE3-55F5-BA21-79E1-E14AE523D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022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76D4-FB29-CABB-9DEA-BCCEA0E3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Signing into the amazon affiliate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7935-7CEF-6D9C-F920-CAB4EDD2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Amazon.in Associates Central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05214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AnalogousFromRegularSeed_2SEEDS">
      <a:dk1>
        <a:srgbClr val="000000"/>
      </a:dk1>
      <a:lt1>
        <a:srgbClr val="FFFFFF"/>
      </a:lt1>
      <a:dk2>
        <a:srgbClr val="22363C"/>
      </a:dk2>
      <a:lt2>
        <a:srgbClr val="E2E7E8"/>
      </a:lt2>
      <a:accent1>
        <a:srgbClr val="C93823"/>
      </a:accent1>
      <a:accent2>
        <a:srgbClr val="DB3565"/>
      </a:accent2>
      <a:accent3>
        <a:srgbClr val="DB9035"/>
      </a:accent3>
      <a:accent4>
        <a:srgbClr val="1FB697"/>
      </a:accent4>
      <a:accent5>
        <a:srgbClr val="33B1D3"/>
      </a:accent5>
      <a:accent6>
        <a:srgbClr val="2361C9"/>
      </a:accent6>
      <a:hlink>
        <a:srgbClr val="348F9C"/>
      </a:hlink>
      <a:folHlink>
        <a:srgbClr val="7F7F7F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PoiseVTI</vt:lpstr>
      <vt:lpstr>Would you like to earn from digital marketing?</vt:lpstr>
      <vt:lpstr>Affiliate Marketing</vt:lpstr>
      <vt:lpstr>PowerPoint Presentation</vt:lpstr>
      <vt:lpstr>Process</vt:lpstr>
      <vt:lpstr>Silo structure</vt:lpstr>
      <vt:lpstr>Keyword research using semrush</vt:lpstr>
      <vt:lpstr>Blog Outline</vt:lpstr>
      <vt:lpstr>Content creation using chatgpt</vt:lpstr>
      <vt:lpstr>Selecting products to market</vt:lpstr>
      <vt:lpstr>Signing into the amazon affiliate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72</cp:revision>
  <dcterms:created xsi:type="dcterms:W3CDTF">2023-09-06T04:10:12Z</dcterms:created>
  <dcterms:modified xsi:type="dcterms:W3CDTF">2023-09-06T05:17:52Z</dcterms:modified>
</cp:coreProperties>
</file>