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4" r:id="rId3"/>
    <p:sldId id="276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acebook Logo Social Network · Free image on Pixabay">
            <a:extLst>
              <a:ext uri="{FF2B5EF4-FFF2-40B4-BE49-F238E27FC236}">
                <a16:creationId xmlns:a16="http://schemas.microsoft.com/office/drawing/2014/main" id="{24AE1B34-201D-CD43-1384-A5C4B849E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94EC6-1226-1D49-EFE1-B286E0E7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Facebook Ads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27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B6531-8F1E-A162-B276-81A0BF07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Do the following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1B19C-DD7E-D6A6-648F-82CBC5211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Create an FB profile of your business</a:t>
            </a:r>
          </a:p>
          <a:p>
            <a:r>
              <a:rPr lang="en-US" dirty="0">
                <a:cs typeface="Calibri"/>
              </a:rPr>
              <a:t>Create a FB Business Manager Account (business.facebook.com)</a:t>
            </a:r>
          </a:p>
          <a:p>
            <a:r>
              <a:rPr lang="en-US" dirty="0">
                <a:cs typeface="Calibri"/>
              </a:rPr>
              <a:t>Create a sample FB post on your profile</a:t>
            </a:r>
          </a:p>
          <a:p>
            <a:r>
              <a:rPr lang="en-US" dirty="0">
                <a:cs typeface="Calibri"/>
              </a:rPr>
              <a:t>Create Ad</a:t>
            </a:r>
          </a:p>
        </p:txBody>
      </p:sp>
    </p:spTree>
    <p:extLst>
      <p:ext uri="{BB962C8B-B14F-4D97-AF65-F5344CB8AC3E}">
        <p14:creationId xmlns:p14="http://schemas.microsoft.com/office/powerpoint/2010/main" val="26032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C373-6331-63D9-3E07-51853FCB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Audiences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6BB69-F48C-ED61-32BD-8359122D0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Your audience persona?</a:t>
            </a:r>
          </a:p>
          <a:p>
            <a:r>
              <a:rPr lang="en-US">
                <a:cs typeface="Calibri"/>
              </a:rPr>
              <a:t>Data points for FB?</a:t>
            </a:r>
            <a:endParaRPr lang="en-US" dirty="0">
              <a:cs typeface="Calibri"/>
            </a:endParaRPr>
          </a:p>
          <a:p>
            <a:pPr lvl="1"/>
            <a:r>
              <a:rPr lang="en-US">
                <a:cs typeface="Calibri"/>
              </a:rPr>
              <a:t>Advertisers</a:t>
            </a:r>
            <a:endParaRPr lang="en-US" dirty="0">
              <a:cs typeface="Calibri"/>
            </a:endParaRPr>
          </a:p>
          <a:p>
            <a:pPr lvl="1"/>
            <a:r>
              <a:rPr lang="en-US">
                <a:cs typeface="Calibri"/>
              </a:rPr>
              <a:t>User Data – Profiles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Facebook elements</a:t>
            </a:r>
          </a:p>
          <a:p>
            <a:r>
              <a:rPr lang="en-US" dirty="0">
                <a:cs typeface="Calibri"/>
              </a:rPr>
              <a:t>Bidding</a:t>
            </a:r>
          </a:p>
          <a:p>
            <a:pPr lvl="1"/>
            <a:r>
              <a:rPr lang="en-US" dirty="0">
                <a:cs typeface="Calibri"/>
              </a:rPr>
              <a:t>Bid</a:t>
            </a:r>
          </a:p>
          <a:p>
            <a:pPr lvl="1"/>
            <a:r>
              <a:rPr lang="en-US" dirty="0">
                <a:cs typeface="Calibri"/>
              </a:rPr>
              <a:t>Estimated Action Rates</a:t>
            </a:r>
          </a:p>
          <a:p>
            <a:pPr lvl="1"/>
            <a:r>
              <a:rPr lang="en-US" dirty="0">
                <a:cs typeface="Calibri"/>
              </a:rPr>
              <a:t>Ad Quality</a:t>
            </a:r>
          </a:p>
        </p:txBody>
      </p:sp>
    </p:spTree>
    <p:extLst>
      <p:ext uri="{BB962C8B-B14F-4D97-AF65-F5344CB8AC3E}">
        <p14:creationId xmlns:p14="http://schemas.microsoft.com/office/powerpoint/2010/main" val="7480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09F2-9211-E332-DFEE-D44504921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986BE-23AB-30CF-7349-6675B38B4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4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60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Facebook Ads</vt:lpstr>
      <vt:lpstr>Do the following</vt:lpstr>
      <vt:lpstr>Audiences</vt:lpstr>
      <vt:lpstr>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Lab SIBM</dc:creator>
  <cp:lastModifiedBy>Lab SIBM</cp:lastModifiedBy>
  <cp:revision>231</cp:revision>
  <dcterms:created xsi:type="dcterms:W3CDTF">2023-07-26T04:26:46Z</dcterms:created>
  <dcterms:modified xsi:type="dcterms:W3CDTF">2023-08-31T05:14:08Z</dcterms:modified>
</cp:coreProperties>
</file>