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sldIdLst>
    <p:sldId id="263" r:id="rId2"/>
    <p:sldId id="264" r:id="rId3"/>
    <p:sldId id="262" r:id="rId4"/>
    <p:sldId id="256" r:id="rId5"/>
    <p:sldId id="258" r:id="rId6"/>
    <p:sldId id="266" r:id="rId7"/>
    <p:sldId id="265" r:id="rId8"/>
    <p:sldId id="267" r:id="rId9"/>
    <p:sldId id="268" r:id="rId10"/>
    <p:sldId id="270" r:id="rId11"/>
    <p:sldId id="272" r:id="rId12"/>
    <p:sldId id="273" r:id="rId13"/>
    <p:sldId id="275" r:id="rId14"/>
    <p:sldId id="276" r:id="rId15"/>
    <p:sldId id="274" r:id="rId16"/>
    <p:sldId id="282" r:id="rId17"/>
    <p:sldId id="269" r:id="rId18"/>
    <p:sldId id="277" r:id="rId19"/>
    <p:sldId id="271" r:id="rId20"/>
    <p:sldId id="279" r:id="rId21"/>
    <p:sldId id="278" r:id="rId22"/>
    <p:sldId id="280" r:id="rId23"/>
    <p:sldId id="281" r:id="rId24"/>
    <p:sldId id="259" r:id="rId25"/>
    <p:sldId id="26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9C8B7D-593E-39D1-54D1-F340FE491D1D}" v="63" dt="2023-06-03T10:08:06.566"/>
    <p1510:client id="{8F9DD8DE-F7D9-03FD-5CDB-016B05FF2044}" v="566" dt="2023-06-28T04:53:14.247"/>
    <p1510:client id="{AF58E049-DF05-4CA9-A23F-CD4F2A292751}" v="369" dt="2023-06-03T09:51:19.548"/>
    <p1510:client id="{B5C39F75-28AE-F3E3-A4FC-142A053F2BD6}" v="892" dt="2023-07-18T06:57:56.140"/>
    <p1510:client id="{E566EFDF-4694-3783-5919-2978B7D29B11}" v="119" dt="2023-07-19T04:27:02.746"/>
    <p1510:client id="{F69FDE0F-E7F5-79FF-043D-70A0076FF194}" v="78" dt="2023-07-03T08:43:29.8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hu Sharma" userId="S::anshu.sharma@sibm.edu.in::f0093823-c5ac-4707-8f6f-ddb96cfa2ed6" providerId="AD" clId="Web-{E566EFDF-4694-3783-5919-2978B7D29B11}"/>
    <pc:docChg chg="addSld modSld">
      <pc:chgData name="Anshu Sharma" userId="S::anshu.sharma@sibm.edu.in::f0093823-c5ac-4707-8f6f-ddb96cfa2ed6" providerId="AD" clId="Web-{E566EFDF-4694-3783-5919-2978B7D29B11}" dt="2023-07-19T04:27:02.746" v="116"/>
      <pc:docMkLst>
        <pc:docMk/>
      </pc:docMkLst>
      <pc:sldChg chg="modSp">
        <pc:chgData name="Anshu Sharma" userId="S::anshu.sharma@sibm.edu.in::f0093823-c5ac-4707-8f6f-ddb96cfa2ed6" providerId="AD" clId="Web-{E566EFDF-4694-3783-5919-2978B7D29B11}" dt="2023-07-19T04:11:40.797" v="7" actId="20577"/>
        <pc:sldMkLst>
          <pc:docMk/>
          <pc:sldMk cId="2276940995" sldId="277"/>
        </pc:sldMkLst>
        <pc:spChg chg="mod">
          <ac:chgData name="Anshu Sharma" userId="S::anshu.sharma@sibm.edu.in::f0093823-c5ac-4707-8f6f-ddb96cfa2ed6" providerId="AD" clId="Web-{E566EFDF-4694-3783-5919-2978B7D29B11}" dt="2023-07-19T04:11:40.797" v="7" actId="20577"/>
          <ac:spMkLst>
            <pc:docMk/>
            <pc:sldMk cId="2276940995" sldId="277"/>
            <ac:spMk id="3" creationId="{52765D7F-E846-55F1-B259-66D368428DAF}"/>
          </ac:spMkLst>
        </pc:spChg>
      </pc:sldChg>
      <pc:sldChg chg="modSp new">
        <pc:chgData name="Anshu Sharma" userId="S::anshu.sharma@sibm.edu.in::f0093823-c5ac-4707-8f6f-ddb96cfa2ed6" providerId="AD" clId="Web-{E566EFDF-4694-3783-5919-2978B7D29B11}" dt="2023-07-19T04:21:25.633" v="65" actId="20577"/>
        <pc:sldMkLst>
          <pc:docMk/>
          <pc:sldMk cId="763660645" sldId="281"/>
        </pc:sldMkLst>
        <pc:spChg chg="mod">
          <ac:chgData name="Anshu Sharma" userId="S::anshu.sharma@sibm.edu.in::f0093823-c5ac-4707-8f6f-ddb96cfa2ed6" providerId="AD" clId="Web-{E566EFDF-4694-3783-5919-2978B7D29B11}" dt="2023-07-19T04:17:53.083" v="18" actId="20577"/>
          <ac:spMkLst>
            <pc:docMk/>
            <pc:sldMk cId="763660645" sldId="281"/>
            <ac:spMk id="2" creationId="{2313A8A7-12F9-F57A-2318-82FAC04E1BE5}"/>
          </ac:spMkLst>
        </pc:spChg>
        <pc:spChg chg="mod">
          <ac:chgData name="Anshu Sharma" userId="S::anshu.sharma@sibm.edu.in::f0093823-c5ac-4707-8f6f-ddb96cfa2ed6" providerId="AD" clId="Web-{E566EFDF-4694-3783-5919-2978B7D29B11}" dt="2023-07-19T04:21:25.633" v="65" actId="20577"/>
          <ac:spMkLst>
            <pc:docMk/>
            <pc:sldMk cId="763660645" sldId="281"/>
            <ac:spMk id="3" creationId="{41E8C963-D75F-7E79-9FDA-F202FFD4BE5B}"/>
          </ac:spMkLst>
        </pc:spChg>
      </pc:sldChg>
      <pc:sldChg chg="modSp new addAnim">
        <pc:chgData name="Anshu Sharma" userId="S::anshu.sharma@sibm.edu.in::f0093823-c5ac-4707-8f6f-ddb96cfa2ed6" providerId="AD" clId="Web-{E566EFDF-4694-3783-5919-2978B7D29B11}" dt="2023-07-19T04:27:02.746" v="116"/>
        <pc:sldMkLst>
          <pc:docMk/>
          <pc:sldMk cId="2679215727" sldId="282"/>
        </pc:sldMkLst>
        <pc:spChg chg="mod">
          <ac:chgData name="Anshu Sharma" userId="S::anshu.sharma@sibm.edu.in::f0093823-c5ac-4707-8f6f-ddb96cfa2ed6" providerId="AD" clId="Web-{E566EFDF-4694-3783-5919-2978B7D29B11}" dt="2023-07-19T04:25:51.511" v="71" actId="20577"/>
          <ac:spMkLst>
            <pc:docMk/>
            <pc:sldMk cId="2679215727" sldId="282"/>
            <ac:spMk id="2" creationId="{745806C8-C203-BE71-0F72-777A91B9CFD5}"/>
          </ac:spMkLst>
        </pc:spChg>
        <pc:spChg chg="mod">
          <ac:chgData name="Anshu Sharma" userId="S::anshu.sharma@sibm.edu.in::f0093823-c5ac-4707-8f6f-ddb96cfa2ed6" providerId="AD" clId="Web-{E566EFDF-4694-3783-5919-2978B7D29B11}" dt="2023-07-19T04:27:00.090" v="115" actId="20577"/>
          <ac:spMkLst>
            <pc:docMk/>
            <pc:sldMk cId="2679215727" sldId="282"/>
            <ac:spMk id="3" creationId="{AE865A91-6EBB-9B07-C109-A8742481E55F}"/>
          </ac:spMkLst>
        </pc:spChg>
      </pc:sldChg>
    </pc:docChg>
  </pc:docChgLst>
  <pc:docChgLst>
    <pc:chgData name="Anshu Sharma" userId="S::anshu.sharma@sibm.edu.in::f0093823-c5ac-4707-8f6f-ddb96cfa2ed6" providerId="AD" clId="Web-{F69FDE0F-E7F5-79FF-043D-70A0076FF194}"/>
    <pc:docChg chg="addSld modSld sldOrd">
      <pc:chgData name="Anshu Sharma" userId="S::anshu.sharma@sibm.edu.in::f0093823-c5ac-4707-8f6f-ddb96cfa2ed6" providerId="AD" clId="Web-{F69FDE0F-E7F5-79FF-043D-70A0076FF194}" dt="2023-07-03T08:43:29.871" v="72" actId="20577"/>
      <pc:docMkLst>
        <pc:docMk/>
      </pc:docMkLst>
      <pc:sldChg chg="modSp">
        <pc:chgData name="Anshu Sharma" userId="S::anshu.sharma@sibm.edu.in::f0093823-c5ac-4707-8f6f-ddb96cfa2ed6" providerId="AD" clId="Web-{F69FDE0F-E7F5-79FF-043D-70A0076FF194}" dt="2023-07-03T08:35:14.820" v="31" actId="20577"/>
        <pc:sldMkLst>
          <pc:docMk/>
          <pc:sldMk cId="2902610151" sldId="267"/>
        </pc:sldMkLst>
        <pc:spChg chg="mod">
          <ac:chgData name="Anshu Sharma" userId="S::anshu.sharma@sibm.edu.in::f0093823-c5ac-4707-8f6f-ddb96cfa2ed6" providerId="AD" clId="Web-{F69FDE0F-E7F5-79FF-043D-70A0076FF194}" dt="2023-07-03T08:35:14.820" v="31" actId="20577"/>
          <ac:spMkLst>
            <pc:docMk/>
            <pc:sldMk cId="2902610151" sldId="267"/>
            <ac:spMk id="3" creationId="{43D83EB4-7D56-E610-A85D-3AAD11206C2F}"/>
          </ac:spMkLst>
        </pc:spChg>
      </pc:sldChg>
      <pc:sldChg chg="modSp new">
        <pc:chgData name="Anshu Sharma" userId="S::anshu.sharma@sibm.edu.in::f0093823-c5ac-4707-8f6f-ddb96cfa2ed6" providerId="AD" clId="Web-{F69FDE0F-E7F5-79FF-043D-70A0076FF194}" dt="2023-07-03T08:43:29.871" v="72" actId="20577"/>
        <pc:sldMkLst>
          <pc:docMk/>
          <pc:sldMk cId="2170089884" sldId="273"/>
        </pc:sldMkLst>
        <pc:spChg chg="mod">
          <ac:chgData name="Anshu Sharma" userId="S::anshu.sharma@sibm.edu.in::f0093823-c5ac-4707-8f6f-ddb96cfa2ed6" providerId="AD" clId="Web-{F69FDE0F-E7F5-79FF-043D-70A0076FF194}" dt="2023-07-03T08:43:22.808" v="67" actId="20577"/>
          <ac:spMkLst>
            <pc:docMk/>
            <pc:sldMk cId="2170089884" sldId="273"/>
            <ac:spMk id="2" creationId="{019783B5-7A35-2198-52C6-D8AD676C9AE4}"/>
          </ac:spMkLst>
        </pc:spChg>
        <pc:spChg chg="mod">
          <ac:chgData name="Anshu Sharma" userId="S::anshu.sharma@sibm.edu.in::f0093823-c5ac-4707-8f6f-ddb96cfa2ed6" providerId="AD" clId="Web-{F69FDE0F-E7F5-79FF-043D-70A0076FF194}" dt="2023-07-03T08:43:29.871" v="72" actId="20577"/>
          <ac:spMkLst>
            <pc:docMk/>
            <pc:sldMk cId="2170089884" sldId="273"/>
            <ac:spMk id="3" creationId="{D968FC2F-344B-6806-138A-83EE2A7F2890}"/>
          </ac:spMkLst>
        </pc:spChg>
      </pc:sldChg>
      <pc:sldChg chg="modSp new">
        <pc:chgData name="Anshu Sharma" userId="S::anshu.sharma@sibm.edu.in::f0093823-c5ac-4707-8f6f-ddb96cfa2ed6" providerId="AD" clId="Web-{F69FDE0F-E7F5-79FF-043D-70A0076FF194}" dt="2023-07-03T08:41:36.742" v="55" actId="20577"/>
        <pc:sldMkLst>
          <pc:docMk/>
          <pc:sldMk cId="3476143839" sldId="274"/>
        </pc:sldMkLst>
        <pc:spChg chg="mod">
          <ac:chgData name="Anshu Sharma" userId="S::anshu.sharma@sibm.edu.in::f0093823-c5ac-4707-8f6f-ddb96cfa2ed6" providerId="AD" clId="Web-{F69FDE0F-E7F5-79FF-043D-70A0076FF194}" dt="2023-07-03T08:41:36.742" v="55" actId="20577"/>
          <ac:spMkLst>
            <pc:docMk/>
            <pc:sldMk cId="3476143839" sldId="274"/>
            <ac:spMk id="2" creationId="{2A830EAB-AEFE-16D7-6F76-1C2BE7A6AC87}"/>
          </ac:spMkLst>
        </pc:spChg>
        <pc:spChg chg="mod">
          <ac:chgData name="Anshu Sharma" userId="S::anshu.sharma@sibm.edu.in::f0093823-c5ac-4707-8f6f-ddb96cfa2ed6" providerId="AD" clId="Web-{F69FDE0F-E7F5-79FF-043D-70A0076FF194}" dt="2023-07-03T08:41:26.726" v="48" actId="20577"/>
          <ac:spMkLst>
            <pc:docMk/>
            <pc:sldMk cId="3476143839" sldId="274"/>
            <ac:spMk id="3" creationId="{6DDD0DA5-6403-833E-FFFD-F6084E252A9B}"/>
          </ac:spMkLst>
        </pc:spChg>
      </pc:sldChg>
      <pc:sldChg chg="modSp new ord">
        <pc:chgData name="Anshu Sharma" userId="S::anshu.sharma@sibm.edu.in::f0093823-c5ac-4707-8f6f-ddb96cfa2ed6" providerId="AD" clId="Web-{F69FDE0F-E7F5-79FF-043D-70A0076FF194}" dt="2023-07-03T08:43:13.308" v="61"/>
        <pc:sldMkLst>
          <pc:docMk/>
          <pc:sldMk cId="605842738" sldId="275"/>
        </pc:sldMkLst>
        <pc:spChg chg="mod">
          <ac:chgData name="Anshu Sharma" userId="S::anshu.sharma@sibm.edu.in::f0093823-c5ac-4707-8f6f-ddb96cfa2ed6" providerId="AD" clId="Web-{F69FDE0F-E7F5-79FF-043D-70A0076FF194}" dt="2023-07-03T08:43:13.167" v="60" actId="20577"/>
          <ac:spMkLst>
            <pc:docMk/>
            <pc:sldMk cId="605842738" sldId="275"/>
            <ac:spMk id="2" creationId="{035EFE4F-9E6D-C469-CADA-382D23B8ECB9}"/>
          </ac:spMkLst>
        </pc:spChg>
      </pc:sldChg>
    </pc:docChg>
  </pc:docChgLst>
  <pc:docChgLst>
    <pc:chgData name="Anshu Sharma" userId="S::anshu.sharma@sibm.edu.in::f0093823-c5ac-4707-8f6f-ddb96cfa2ed6" providerId="AD" clId="Web-{B5C39F75-28AE-F3E3-A4FC-142A053F2BD6}"/>
    <pc:docChg chg="addSld modSld sldOrd">
      <pc:chgData name="Anshu Sharma" userId="S::anshu.sharma@sibm.edu.in::f0093823-c5ac-4707-8f6f-ddb96cfa2ed6" providerId="AD" clId="Web-{B5C39F75-28AE-F3E3-A4FC-142A053F2BD6}" dt="2023-07-18T06:57:54.358" v="797" actId="20577"/>
      <pc:docMkLst>
        <pc:docMk/>
      </pc:docMkLst>
      <pc:sldChg chg="modSp">
        <pc:chgData name="Anshu Sharma" userId="S::anshu.sharma@sibm.edu.in::f0093823-c5ac-4707-8f6f-ddb96cfa2ed6" providerId="AD" clId="Web-{B5C39F75-28AE-F3E3-A4FC-142A053F2BD6}" dt="2023-07-18T05:40:54.760" v="609"/>
        <pc:sldMkLst>
          <pc:docMk/>
          <pc:sldMk cId="3605411125" sldId="259"/>
        </pc:sldMkLst>
        <pc:spChg chg="mod">
          <ac:chgData name="Anshu Sharma" userId="S::anshu.sharma@sibm.edu.in::f0093823-c5ac-4707-8f6f-ddb96cfa2ed6" providerId="AD" clId="Web-{B5C39F75-28AE-F3E3-A4FC-142A053F2BD6}" dt="2023-07-18T05:40:54.760" v="609"/>
          <ac:spMkLst>
            <pc:docMk/>
            <pc:sldMk cId="3605411125" sldId="259"/>
            <ac:spMk id="3" creationId="{43A15325-9380-D5AE-AE21-E4C47334775F}"/>
          </ac:spMkLst>
        </pc:spChg>
      </pc:sldChg>
      <pc:sldChg chg="ord">
        <pc:chgData name="Anshu Sharma" userId="S::anshu.sharma@sibm.edu.in::f0093823-c5ac-4707-8f6f-ddb96cfa2ed6" providerId="AD" clId="Web-{B5C39F75-28AE-F3E3-A4FC-142A053F2BD6}" dt="2023-07-18T06:57:46.343" v="795"/>
        <pc:sldMkLst>
          <pc:docMk/>
          <pc:sldMk cId="3548445603" sldId="271"/>
        </pc:sldMkLst>
      </pc:sldChg>
      <pc:sldChg chg="addSp delSp modSp new mod setBg">
        <pc:chgData name="Anshu Sharma" userId="S::anshu.sharma@sibm.edu.in::f0093823-c5ac-4707-8f6f-ddb96cfa2ed6" providerId="AD" clId="Web-{B5C39F75-28AE-F3E3-A4FC-142A053F2BD6}" dt="2023-07-18T05:23:19.557" v="608"/>
        <pc:sldMkLst>
          <pc:docMk/>
          <pc:sldMk cId="1335266909" sldId="276"/>
        </pc:sldMkLst>
        <pc:spChg chg="mod">
          <ac:chgData name="Anshu Sharma" userId="S::anshu.sharma@sibm.edu.in::f0093823-c5ac-4707-8f6f-ddb96cfa2ed6" providerId="AD" clId="Web-{B5C39F75-28AE-F3E3-A4FC-142A053F2BD6}" dt="2023-07-18T05:21:58.603" v="513" actId="20577"/>
          <ac:spMkLst>
            <pc:docMk/>
            <pc:sldMk cId="1335266909" sldId="276"/>
            <ac:spMk id="2" creationId="{25FC4026-89AC-688C-214D-C35D33B0F4CF}"/>
          </ac:spMkLst>
        </pc:spChg>
        <pc:spChg chg="del">
          <ac:chgData name="Anshu Sharma" userId="S::anshu.sharma@sibm.edu.in::f0093823-c5ac-4707-8f6f-ddb96cfa2ed6" providerId="AD" clId="Web-{B5C39F75-28AE-F3E3-A4FC-142A053F2BD6}" dt="2023-07-18T05:15:46.818" v="2"/>
          <ac:spMkLst>
            <pc:docMk/>
            <pc:sldMk cId="1335266909" sldId="276"/>
            <ac:spMk id="3" creationId="{35BA0205-C0DC-8EA4-E7FA-38A529DBD66B}"/>
          </ac:spMkLst>
        </pc:spChg>
        <pc:spChg chg="add del mod">
          <ac:chgData name="Anshu Sharma" userId="S::anshu.sharma@sibm.edu.in::f0093823-c5ac-4707-8f6f-ddb96cfa2ed6" providerId="AD" clId="Web-{B5C39F75-28AE-F3E3-A4FC-142A053F2BD6}" dt="2023-07-18T05:21:42.806" v="510"/>
          <ac:spMkLst>
            <pc:docMk/>
            <pc:sldMk cId="1335266909" sldId="276"/>
            <ac:spMk id="7" creationId="{B6E73C24-1FAD-FCB9-3693-EC5AEC5BBF61}"/>
          </ac:spMkLst>
        </pc:spChg>
        <pc:spChg chg="add">
          <ac:chgData name="Anshu Sharma" userId="S::anshu.sharma@sibm.edu.in::f0093823-c5ac-4707-8f6f-ddb96cfa2ed6" providerId="AD" clId="Web-{B5C39F75-28AE-F3E3-A4FC-142A053F2BD6}" dt="2023-07-18T05:21:51.509" v="511"/>
          <ac:spMkLst>
            <pc:docMk/>
            <pc:sldMk cId="1335266909" sldId="276"/>
            <ac:spMk id="10" creationId="{6753252F-4873-4F63-801D-CC719279A7D5}"/>
          </ac:spMkLst>
        </pc:spChg>
        <pc:spChg chg="add">
          <ac:chgData name="Anshu Sharma" userId="S::anshu.sharma@sibm.edu.in::f0093823-c5ac-4707-8f6f-ddb96cfa2ed6" providerId="AD" clId="Web-{B5C39F75-28AE-F3E3-A4FC-142A053F2BD6}" dt="2023-07-18T05:21:51.509" v="511"/>
          <ac:spMkLst>
            <pc:docMk/>
            <pc:sldMk cId="1335266909" sldId="276"/>
            <ac:spMk id="12" creationId="{047C8CCB-F95D-4249-92DD-651249D3535A}"/>
          </ac:spMkLst>
        </pc:spChg>
        <pc:graphicFrameChg chg="add mod modGraphic">
          <ac:chgData name="Anshu Sharma" userId="S::anshu.sharma@sibm.edu.in::f0093823-c5ac-4707-8f6f-ddb96cfa2ed6" providerId="AD" clId="Web-{B5C39F75-28AE-F3E3-A4FC-142A053F2BD6}" dt="2023-07-18T05:23:19.557" v="608"/>
          <ac:graphicFrameMkLst>
            <pc:docMk/>
            <pc:sldMk cId="1335266909" sldId="276"/>
            <ac:graphicFrameMk id="5" creationId="{6A53CCEC-2D8B-50D7-56B2-BDADA201A1EB}"/>
          </ac:graphicFrameMkLst>
        </pc:graphicFrameChg>
        <pc:picChg chg="add del mod ord modCrop">
          <ac:chgData name="Anshu Sharma" userId="S::anshu.sharma@sibm.edu.in::f0093823-c5ac-4707-8f6f-ddb96cfa2ed6" providerId="AD" clId="Web-{B5C39F75-28AE-F3E3-A4FC-142A053F2BD6}" dt="2023-07-18T05:21:23.384" v="505"/>
          <ac:picMkLst>
            <pc:docMk/>
            <pc:sldMk cId="1335266909" sldId="276"/>
            <ac:picMk id="4" creationId="{FDBB2931-4B2C-74A9-4C34-E661A6822B7A}"/>
          </ac:picMkLst>
        </pc:picChg>
      </pc:sldChg>
      <pc:sldChg chg="modSp new">
        <pc:chgData name="Anshu Sharma" userId="S::anshu.sharma@sibm.edu.in::f0093823-c5ac-4707-8f6f-ddb96cfa2ed6" providerId="AD" clId="Web-{B5C39F75-28AE-F3E3-A4FC-142A053F2BD6}" dt="2023-07-18T05:50:59.644" v="708" actId="20577"/>
        <pc:sldMkLst>
          <pc:docMk/>
          <pc:sldMk cId="2276940995" sldId="277"/>
        </pc:sldMkLst>
        <pc:spChg chg="mod">
          <ac:chgData name="Anshu Sharma" userId="S::anshu.sharma@sibm.edu.in::f0093823-c5ac-4707-8f6f-ddb96cfa2ed6" providerId="AD" clId="Web-{B5C39F75-28AE-F3E3-A4FC-142A053F2BD6}" dt="2023-07-18T05:49:40.971" v="667" actId="20577"/>
          <ac:spMkLst>
            <pc:docMk/>
            <pc:sldMk cId="2276940995" sldId="277"/>
            <ac:spMk id="2" creationId="{719D02B3-9D76-96AE-5842-70161770B076}"/>
          </ac:spMkLst>
        </pc:spChg>
        <pc:spChg chg="mod">
          <ac:chgData name="Anshu Sharma" userId="S::anshu.sharma@sibm.edu.in::f0093823-c5ac-4707-8f6f-ddb96cfa2ed6" providerId="AD" clId="Web-{B5C39F75-28AE-F3E3-A4FC-142A053F2BD6}" dt="2023-07-18T05:50:59.644" v="708" actId="20577"/>
          <ac:spMkLst>
            <pc:docMk/>
            <pc:sldMk cId="2276940995" sldId="277"/>
            <ac:spMk id="3" creationId="{52765D7F-E846-55F1-B259-66D368428DAF}"/>
          </ac:spMkLst>
        </pc:spChg>
      </pc:sldChg>
      <pc:sldChg chg="modSp add replId">
        <pc:chgData name="Anshu Sharma" userId="S::anshu.sharma@sibm.edu.in::f0093823-c5ac-4707-8f6f-ddb96cfa2ed6" providerId="AD" clId="Web-{B5C39F75-28AE-F3E3-A4FC-142A053F2BD6}" dt="2023-07-18T06:57:54.358" v="797" actId="20577"/>
        <pc:sldMkLst>
          <pc:docMk/>
          <pc:sldMk cId="3017608830" sldId="278"/>
        </pc:sldMkLst>
        <pc:spChg chg="mod">
          <ac:chgData name="Anshu Sharma" userId="S::anshu.sharma@sibm.edu.in::f0093823-c5ac-4707-8f6f-ddb96cfa2ed6" providerId="AD" clId="Web-{B5C39F75-28AE-F3E3-A4FC-142A053F2BD6}" dt="2023-07-18T06:57:54.358" v="797" actId="20577"/>
          <ac:spMkLst>
            <pc:docMk/>
            <pc:sldMk cId="3017608830" sldId="278"/>
            <ac:spMk id="2" creationId="{719D02B3-9D76-96AE-5842-70161770B076}"/>
          </ac:spMkLst>
        </pc:spChg>
        <pc:spChg chg="mod">
          <ac:chgData name="Anshu Sharma" userId="S::anshu.sharma@sibm.edu.in::f0093823-c5ac-4707-8f6f-ddb96cfa2ed6" providerId="AD" clId="Web-{B5C39F75-28AE-F3E3-A4FC-142A053F2BD6}" dt="2023-07-18T05:51:56.941" v="722" actId="20577"/>
          <ac:spMkLst>
            <pc:docMk/>
            <pc:sldMk cId="3017608830" sldId="278"/>
            <ac:spMk id="3" creationId="{52765D7F-E846-55F1-B259-66D368428DAF}"/>
          </ac:spMkLst>
        </pc:spChg>
      </pc:sldChg>
      <pc:sldChg chg="modSp new">
        <pc:chgData name="Anshu Sharma" userId="S::anshu.sharma@sibm.edu.in::f0093823-c5ac-4707-8f6f-ddb96cfa2ed6" providerId="AD" clId="Web-{B5C39F75-28AE-F3E3-A4FC-142A053F2BD6}" dt="2023-07-18T06:07:50.673" v="785" actId="20577"/>
        <pc:sldMkLst>
          <pc:docMk/>
          <pc:sldMk cId="1420652121" sldId="279"/>
        </pc:sldMkLst>
        <pc:spChg chg="mod">
          <ac:chgData name="Anshu Sharma" userId="S::anshu.sharma@sibm.edu.in::f0093823-c5ac-4707-8f6f-ddb96cfa2ed6" providerId="AD" clId="Web-{B5C39F75-28AE-F3E3-A4FC-142A053F2BD6}" dt="2023-07-18T06:03:58.530" v="737" actId="20577"/>
          <ac:spMkLst>
            <pc:docMk/>
            <pc:sldMk cId="1420652121" sldId="279"/>
            <ac:spMk id="2" creationId="{C7BE9421-E843-C828-6718-E1735DF3DE6F}"/>
          </ac:spMkLst>
        </pc:spChg>
        <pc:spChg chg="mod">
          <ac:chgData name="Anshu Sharma" userId="S::anshu.sharma@sibm.edu.in::f0093823-c5ac-4707-8f6f-ddb96cfa2ed6" providerId="AD" clId="Web-{B5C39F75-28AE-F3E3-A4FC-142A053F2BD6}" dt="2023-07-18T06:07:50.673" v="785" actId="20577"/>
          <ac:spMkLst>
            <pc:docMk/>
            <pc:sldMk cId="1420652121" sldId="279"/>
            <ac:spMk id="3" creationId="{478ECD12-9DB9-72EF-0E45-33CB750457FA}"/>
          </ac:spMkLst>
        </pc:spChg>
      </pc:sldChg>
      <pc:sldChg chg="modSp new ord">
        <pc:chgData name="Anshu Sharma" userId="S::anshu.sharma@sibm.edu.in::f0093823-c5ac-4707-8f6f-ddb96cfa2ed6" providerId="AD" clId="Web-{B5C39F75-28AE-F3E3-A4FC-142A053F2BD6}" dt="2023-07-18T06:57:21.405" v="794"/>
        <pc:sldMkLst>
          <pc:docMk/>
          <pc:sldMk cId="14886584" sldId="280"/>
        </pc:sldMkLst>
        <pc:spChg chg="mod">
          <ac:chgData name="Anshu Sharma" userId="S::anshu.sharma@sibm.edu.in::f0093823-c5ac-4707-8f6f-ddb96cfa2ed6" providerId="AD" clId="Web-{B5C39F75-28AE-F3E3-A4FC-142A053F2BD6}" dt="2023-07-18T06:07:58.158" v="792" actId="20577"/>
          <ac:spMkLst>
            <pc:docMk/>
            <pc:sldMk cId="14886584" sldId="280"/>
            <ac:spMk id="2" creationId="{D1B3B3B0-1259-5FD7-5AC1-562353D30F35}"/>
          </ac:spMkLst>
        </pc:spChg>
        <pc:spChg chg="mod">
          <ac:chgData name="Anshu Sharma" userId="S::anshu.sharma@sibm.edu.in::f0093823-c5ac-4707-8f6f-ddb96cfa2ed6" providerId="AD" clId="Web-{B5C39F75-28AE-F3E3-A4FC-142A053F2BD6}" dt="2023-07-18T06:56:58.857" v="793" actId="20577"/>
          <ac:spMkLst>
            <pc:docMk/>
            <pc:sldMk cId="14886584" sldId="280"/>
            <ac:spMk id="3" creationId="{8F9F8894-23D2-8EAA-D298-69CCFF359B6C}"/>
          </ac:spMkLst>
        </pc:spChg>
      </pc:sldChg>
    </pc:docChg>
  </pc:docChgLst>
  <pc:docChgLst>
    <pc:chgData name="Anshu Sharma" userId="S::anshu.sharma@sibm.edu.in::f0093823-c5ac-4707-8f6f-ddb96cfa2ed6" providerId="AD" clId="Web-{AF58E049-DF05-4CA9-A23F-CD4F2A292751}"/>
    <pc:docChg chg="addSld delSld modSld sldOrd addMainMaster delMainMaster">
      <pc:chgData name="Anshu Sharma" userId="S::anshu.sharma@sibm.edu.in::f0093823-c5ac-4707-8f6f-ddb96cfa2ed6" providerId="AD" clId="Web-{AF58E049-DF05-4CA9-A23F-CD4F2A292751}" dt="2023-06-03T09:51:17.954" v="333" actId="20577"/>
      <pc:docMkLst>
        <pc:docMk/>
      </pc:docMkLst>
      <pc:sldChg chg="addSp delSp modSp mod setBg modClrScheme addAnim chgLayout">
        <pc:chgData name="Anshu Sharma" userId="S::anshu.sharma@sibm.edu.in::f0093823-c5ac-4707-8f6f-ddb96cfa2ed6" providerId="AD" clId="Web-{AF58E049-DF05-4CA9-A23F-CD4F2A292751}" dt="2023-06-03T09:01:05.106" v="23"/>
        <pc:sldMkLst>
          <pc:docMk/>
          <pc:sldMk cId="109857222" sldId="256"/>
        </pc:sldMkLst>
        <pc:spChg chg="mod">
          <ac:chgData name="Anshu Sharma" userId="S::anshu.sharma@sibm.edu.in::f0093823-c5ac-4707-8f6f-ddb96cfa2ed6" providerId="AD" clId="Web-{AF58E049-DF05-4CA9-A23F-CD4F2A292751}" dt="2023-06-03T09:01:05.106" v="23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Anshu Sharma" userId="S::anshu.sharma@sibm.edu.in::f0093823-c5ac-4707-8f6f-ddb96cfa2ed6" providerId="AD" clId="Web-{AF58E049-DF05-4CA9-A23F-CD4F2A292751}" dt="2023-06-03T09:01:05.106" v="23"/>
          <ac:spMkLst>
            <pc:docMk/>
            <pc:sldMk cId="109857222" sldId="256"/>
            <ac:spMk id="3" creationId="{00000000-0000-0000-0000-000000000000}"/>
          </ac:spMkLst>
        </pc:spChg>
        <pc:spChg chg="add del mod">
          <ac:chgData name="Anshu Sharma" userId="S::anshu.sharma@sibm.edu.in::f0093823-c5ac-4707-8f6f-ddb96cfa2ed6" providerId="AD" clId="Web-{AF58E049-DF05-4CA9-A23F-CD4F2A292751}" dt="2023-06-03T09:00:57.090" v="22"/>
          <ac:spMkLst>
            <pc:docMk/>
            <pc:sldMk cId="109857222" sldId="256"/>
            <ac:spMk id="6" creationId="{D3EECDCA-9FC3-931F-DAEA-2AB8237D09A6}"/>
          </ac:spMkLst>
        </pc:spChg>
        <pc:spChg chg="add del">
          <ac:chgData name="Anshu Sharma" userId="S::anshu.sharma@sibm.edu.in::f0093823-c5ac-4707-8f6f-ddb96cfa2ed6" providerId="AD" clId="Web-{AF58E049-DF05-4CA9-A23F-CD4F2A292751}" dt="2023-06-03T09:00:40.496" v="21"/>
          <ac:spMkLst>
            <pc:docMk/>
            <pc:sldMk cId="109857222" sldId="256"/>
            <ac:spMk id="9" creationId="{1E644DE9-8D09-43E2-BA69-F57482CFC93A}"/>
          </ac:spMkLst>
        </pc:spChg>
        <pc:spChg chg="add del">
          <ac:chgData name="Anshu Sharma" userId="S::anshu.sharma@sibm.edu.in::f0093823-c5ac-4707-8f6f-ddb96cfa2ed6" providerId="AD" clId="Web-{AF58E049-DF05-4CA9-A23F-CD4F2A292751}" dt="2023-06-03T09:00:40.496" v="21"/>
          <ac:spMkLst>
            <pc:docMk/>
            <pc:sldMk cId="109857222" sldId="256"/>
            <ac:spMk id="11" creationId="{6C23C919-B32E-40FF-B3D8-631316E84E3E}"/>
          </ac:spMkLst>
        </pc:spChg>
        <pc:spChg chg="add del">
          <ac:chgData name="Anshu Sharma" userId="S::anshu.sharma@sibm.edu.in::f0093823-c5ac-4707-8f6f-ddb96cfa2ed6" providerId="AD" clId="Web-{AF58E049-DF05-4CA9-A23F-CD4F2A292751}" dt="2023-06-03T09:01:05.106" v="23"/>
          <ac:spMkLst>
            <pc:docMk/>
            <pc:sldMk cId="109857222" sldId="256"/>
            <ac:spMk id="16" creationId="{421117CB-D197-45F3-B441-4AC4D215E71B}"/>
          </ac:spMkLst>
        </pc:spChg>
        <pc:spChg chg="add del">
          <ac:chgData name="Anshu Sharma" userId="S::anshu.sharma@sibm.edu.in::f0093823-c5ac-4707-8f6f-ddb96cfa2ed6" providerId="AD" clId="Web-{AF58E049-DF05-4CA9-A23F-CD4F2A292751}" dt="2023-06-03T09:01:05.106" v="23"/>
          <ac:spMkLst>
            <pc:docMk/>
            <pc:sldMk cId="109857222" sldId="256"/>
            <ac:spMk id="18" creationId="{4F4BB964-F5AA-45BD-906E-192DA00A90A1}"/>
          </ac:spMkLst>
        </pc:spChg>
        <pc:spChg chg="add del">
          <ac:chgData name="Anshu Sharma" userId="S::anshu.sharma@sibm.edu.in::f0093823-c5ac-4707-8f6f-ddb96cfa2ed6" providerId="AD" clId="Web-{AF58E049-DF05-4CA9-A23F-CD4F2A292751}" dt="2023-06-03T09:01:05.106" v="23"/>
          <ac:spMkLst>
            <pc:docMk/>
            <pc:sldMk cId="109857222" sldId="256"/>
            <ac:spMk id="20" creationId="{45D11A2A-27EA-453B-9A61-585A893F35A0}"/>
          </ac:spMkLst>
        </pc:spChg>
        <pc:spChg chg="add">
          <ac:chgData name="Anshu Sharma" userId="S::anshu.sharma@sibm.edu.in::f0093823-c5ac-4707-8f6f-ddb96cfa2ed6" providerId="AD" clId="Web-{AF58E049-DF05-4CA9-A23F-CD4F2A292751}" dt="2023-06-03T09:01:05.106" v="23"/>
          <ac:spMkLst>
            <pc:docMk/>
            <pc:sldMk cId="109857222" sldId="256"/>
            <ac:spMk id="25" creationId="{82950D9A-4705-4314-961A-4F88B2CE412D}"/>
          </ac:spMkLst>
        </pc:spChg>
        <pc:picChg chg="add del">
          <ac:chgData name="Anshu Sharma" userId="S::anshu.sharma@sibm.edu.in::f0093823-c5ac-4707-8f6f-ddb96cfa2ed6" providerId="AD" clId="Web-{AF58E049-DF05-4CA9-A23F-CD4F2A292751}" dt="2023-06-03T09:00:29.496" v="20"/>
          <ac:picMkLst>
            <pc:docMk/>
            <pc:sldMk cId="109857222" sldId="256"/>
            <ac:picMk id="4" creationId="{DA28555C-438A-9938-07CF-09126715A70F}"/>
          </ac:picMkLst>
        </pc:picChg>
        <pc:picChg chg="add del mod">
          <ac:chgData name="Anshu Sharma" userId="S::anshu.sharma@sibm.edu.in::f0093823-c5ac-4707-8f6f-ddb96cfa2ed6" providerId="AD" clId="Web-{AF58E049-DF05-4CA9-A23F-CD4F2A292751}" dt="2023-06-03T09:00:57.090" v="22"/>
          <ac:picMkLst>
            <pc:docMk/>
            <pc:sldMk cId="109857222" sldId="256"/>
            <ac:picMk id="5" creationId="{E37D35C5-CED1-DF3B-AF46-21B5962E1ECC}"/>
          </ac:picMkLst>
        </pc:picChg>
        <pc:picChg chg="add">
          <ac:chgData name="Anshu Sharma" userId="S::anshu.sharma@sibm.edu.in::f0093823-c5ac-4707-8f6f-ddb96cfa2ed6" providerId="AD" clId="Web-{AF58E049-DF05-4CA9-A23F-CD4F2A292751}" dt="2023-06-03T09:01:05.106" v="23"/>
          <ac:picMkLst>
            <pc:docMk/>
            <pc:sldMk cId="109857222" sldId="256"/>
            <ac:picMk id="22" creationId="{E211542F-6332-9901-4EDE-2B328B6DA49F}"/>
          </ac:picMkLst>
        </pc:picChg>
        <pc:cxnChg chg="add">
          <ac:chgData name="Anshu Sharma" userId="S::anshu.sharma@sibm.edu.in::f0093823-c5ac-4707-8f6f-ddb96cfa2ed6" providerId="AD" clId="Web-{AF58E049-DF05-4CA9-A23F-CD4F2A292751}" dt="2023-06-03T09:01:05.106" v="23"/>
          <ac:cxnSpMkLst>
            <pc:docMk/>
            <pc:sldMk cId="109857222" sldId="256"/>
            <ac:cxnSpMk id="27" creationId="{13AC671C-E66F-43C5-A66A-C477339DD232}"/>
          </ac:cxnSpMkLst>
        </pc:cxnChg>
        <pc:cxnChg chg="add">
          <ac:chgData name="Anshu Sharma" userId="S::anshu.sharma@sibm.edu.in::f0093823-c5ac-4707-8f6f-ddb96cfa2ed6" providerId="AD" clId="Web-{AF58E049-DF05-4CA9-A23F-CD4F2A292751}" dt="2023-06-03T09:01:05.106" v="23"/>
          <ac:cxnSpMkLst>
            <pc:docMk/>
            <pc:sldMk cId="109857222" sldId="256"/>
            <ac:cxnSpMk id="29" creationId="{EEE10AC2-20ED-4628-9A8E-14F8437B55CB}"/>
          </ac:cxnSpMkLst>
        </pc:cxnChg>
      </pc:sldChg>
      <pc:sldChg chg="addSp delSp modSp new del mod setBg">
        <pc:chgData name="Anshu Sharma" userId="S::anshu.sharma@sibm.edu.in::f0093823-c5ac-4707-8f6f-ddb96cfa2ed6" providerId="AD" clId="Web-{AF58E049-DF05-4CA9-A23F-CD4F2A292751}" dt="2023-06-03T09:15:59.865" v="223"/>
        <pc:sldMkLst>
          <pc:docMk/>
          <pc:sldMk cId="2668215566" sldId="257"/>
        </pc:sldMkLst>
        <pc:spChg chg="del mod">
          <ac:chgData name="Anshu Sharma" userId="S::anshu.sharma@sibm.edu.in::f0093823-c5ac-4707-8f6f-ddb96cfa2ed6" providerId="AD" clId="Web-{AF58E049-DF05-4CA9-A23F-CD4F2A292751}" dt="2023-06-03T09:03:34.859" v="50"/>
          <ac:spMkLst>
            <pc:docMk/>
            <pc:sldMk cId="2668215566" sldId="257"/>
            <ac:spMk id="2" creationId="{E66D1C9E-BDDA-4A5B-F653-9FCFA5D114FC}"/>
          </ac:spMkLst>
        </pc:spChg>
        <pc:spChg chg="del">
          <ac:chgData name="Anshu Sharma" userId="S::anshu.sharma@sibm.edu.in::f0093823-c5ac-4707-8f6f-ddb96cfa2ed6" providerId="AD" clId="Web-{AF58E049-DF05-4CA9-A23F-CD4F2A292751}" dt="2023-06-03T09:02:39.467" v="45"/>
          <ac:spMkLst>
            <pc:docMk/>
            <pc:sldMk cId="2668215566" sldId="257"/>
            <ac:spMk id="3" creationId="{7214EA39-E3FB-E58D-5AB1-B5322880F84B}"/>
          </ac:spMkLst>
        </pc:spChg>
        <pc:spChg chg="add del mod">
          <ac:chgData name="Anshu Sharma" userId="S::anshu.sharma@sibm.edu.in::f0093823-c5ac-4707-8f6f-ddb96cfa2ed6" providerId="AD" clId="Web-{AF58E049-DF05-4CA9-A23F-CD4F2A292751}" dt="2023-06-03T09:03:22.593" v="48"/>
          <ac:spMkLst>
            <pc:docMk/>
            <pc:sldMk cId="2668215566" sldId="257"/>
            <ac:spMk id="6" creationId="{8A24F531-0908-9819-4F0A-3FB5E778872C}"/>
          </ac:spMkLst>
        </pc:spChg>
        <pc:spChg chg="add mod">
          <ac:chgData name="Anshu Sharma" userId="S::anshu.sharma@sibm.edu.in::f0093823-c5ac-4707-8f6f-ddb96cfa2ed6" providerId="AD" clId="Web-{AF58E049-DF05-4CA9-A23F-CD4F2A292751}" dt="2023-06-03T09:03:54.281" v="59" actId="20577"/>
          <ac:spMkLst>
            <pc:docMk/>
            <pc:sldMk cId="2668215566" sldId="257"/>
            <ac:spMk id="10" creationId="{40C3E3BF-B09C-7873-187E-417A0CC624D8}"/>
          </ac:spMkLst>
        </pc:spChg>
        <pc:spChg chg="add del">
          <ac:chgData name="Anshu Sharma" userId="S::anshu.sharma@sibm.edu.in::f0093823-c5ac-4707-8f6f-ddb96cfa2ed6" providerId="AD" clId="Web-{AF58E049-DF05-4CA9-A23F-CD4F2A292751}" dt="2023-06-03T09:03:40.672" v="51"/>
          <ac:spMkLst>
            <pc:docMk/>
            <pc:sldMk cId="2668215566" sldId="257"/>
            <ac:spMk id="23" creationId="{10A34275-CD0A-499C-9600-C96742FACE6C}"/>
          </ac:spMkLst>
        </pc:spChg>
        <pc:spChg chg="add">
          <ac:chgData name="Anshu Sharma" userId="S::anshu.sharma@sibm.edu.in::f0093823-c5ac-4707-8f6f-ddb96cfa2ed6" providerId="AD" clId="Web-{AF58E049-DF05-4CA9-A23F-CD4F2A292751}" dt="2023-06-03T09:03:40.672" v="51"/>
          <ac:spMkLst>
            <pc:docMk/>
            <pc:sldMk cId="2668215566" sldId="257"/>
            <ac:spMk id="37" creationId="{1E0FFE95-5D54-B12D-CE08-FE0348B613F5}"/>
          </ac:spMkLst>
        </pc:spChg>
        <pc:spChg chg="add">
          <ac:chgData name="Anshu Sharma" userId="S::anshu.sharma@sibm.edu.in::f0093823-c5ac-4707-8f6f-ddb96cfa2ed6" providerId="AD" clId="Web-{AF58E049-DF05-4CA9-A23F-CD4F2A292751}" dt="2023-06-03T09:03:40.672" v="51"/>
          <ac:spMkLst>
            <pc:docMk/>
            <pc:sldMk cId="2668215566" sldId="257"/>
            <ac:spMk id="40" creationId="{F8222250-799A-4AD0-9BD1-BE6EB7A06AD0}"/>
          </ac:spMkLst>
        </pc:spChg>
        <pc:spChg chg="add">
          <ac:chgData name="Anshu Sharma" userId="S::anshu.sharma@sibm.edu.in::f0093823-c5ac-4707-8f6f-ddb96cfa2ed6" providerId="AD" clId="Web-{AF58E049-DF05-4CA9-A23F-CD4F2A292751}" dt="2023-06-03T09:03:40.672" v="51"/>
          <ac:spMkLst>
            <pc:docMk/>
            <pc:sldMk cId="2668215566" sldId="257"/>
            <ac:spMk id="42" creationId="{B770432A-C0A6-4D4F-AE2C-705049DAB85F}"/>
          </ac:spMkLst>
        </pc:spChg>
        <pc:picChg chg="add del mod ord">
          <ac:chgData name="Anshu Sharma" userId="S::anshu.sharma@sibm.edu.in::f0093823-c5ac-4707-8f6f-ddb96cfa2ed6" providerId="AD" clId="Web-{AF58E049-DF05-4CA9-A23F-CD4F2A292751}" dt="2023-06-03T09:03:21.437" v="47"/>
          <ac:picMkLst>
            <pc:docMk/>
            <pc:sldMk cId="2668215566" sldId="257"/>
            <ac:picMk id="4" creationId="{1166E8DA-728B-8FA3-1D7B-B97A6011D0F0}"/>
          </ac:picMkLst>
        </pc:picChg>
        <pc:picChg chg="add mod ord">
          <ac:chgData name="Anshu Sharma" userId="S::anshu.sharma@sibm.edu.in::f0093823-c5ac-4707-8f6f-ddb96cfa2ed6" providerId="AD" clId="Web-{AF58E049-DF05-4CA9-A23F-CD4F2A292751}" dt="2023-06-03T09:03:40.672" v="51"/>
          <ac:picMkLst>
            <pc:docMk/>
            <pc:sldMk cId="2668215566" sldId="257"/>
            <ac:picMk id="7" creationId="{C2855211-E6B7-181C-5D7A-DF222CDAD6F4}"/>
          </ac:picMkLst>
        </pc:picChg>
        <pc:cxnChg chg="add del">
          <ac:chgData name="Anshu Sharma" userId="S::anshu.sharma@sibm.edu.in::f0093823-c5ac-4707-8f6f-ddb96cfa2ed6" providerId="AD" clId="Web-{AF58E049-DF05-4CA9-A23F-CD4F2A292751}" dt="2023-06-03T09:03:40.672" v="51"/>
          <ac:cxnSpMkLst>
            <pc:docMk/>
            <pc:sldMk cId="2668215566" sldId="257"/>
            <ac:cxnSpMk id="9" creationId="{4436E0F2-A64B-471E-93C0-8DFE08CC57C8}"/>
          </ac:cxnSpMkLst>
        </pc:cxnChg>
        <pc:cxnChg chg="add del">
          <ac:chgData name="Anshu Sharma" userId="S::anshu.sharma@sibm.edu.in::f0093823-c5ac-4707-8f6f-ddb96cfa2ed6" providerId="AD" clId="Web-{AF58E049-DF05-4CA9-A23F-CD4F2A292751}" dt="2023-06-03T09:03:40.672" v="51"/>
          <ac:cxnSpMkLst>
            <pc:docMk/>
            <pc:sldMk cId="2668215566" sldId="257"/>
            <ac:cxnSpMk id="11" creationId="{DC1E3AB1-2A8C-4607-9FAE-D8BDB280FE1A}"/>
          </ac:cxnSpMkLst>
        </pc:cxnChg>
        <pc:cxnChg chg="add del">
          <ac:chgData name="Anshu Sharma" userId="S::anshu.sharma@sibm.edu.in::f0093823-c5ac-4707-8f6f-ddb96cfa2ed6" providerId="AD" clId="Web-{AF58E049-DF05-4CA9-A23F-CD4F2A292751}" dt="2023-06-03T09:03:40.672" v="51"/>
          <ac:cxnSpMkLst>
            <pc:docMk/>
            <pc:sldMk cId="2668215566" sldId="257"/>
            <ac:cxnSpMk id="13" creationId="{26D66059-832F-40B6-A35F-F56C8F38A1E7}"/>
          </ac:cxnSpMkLst>
        </pc:cxnChg>
        <pc:cxnChg chg="add del">
          <ac:chgData name="Anshu Sharma" userId="S::anshu.sharma@sibm.edu.in::f0093823-c5ac-4707-8f6f-ddb96cfa2ed6" providerId="AD" clId="Web-{AF58E049-DF05-4CA9-A23F-CD4F2A292751}" dt="2023-06-03T09:03:40.672" v="51"/>
          <ac:cxnSpMkLst>
            <pc:docMk/>
            <pc:sldMk cId="2668215566" sldId="257"/>
            <ac:cxnSpMk id="15" creationId="{A515E2ED-7EA9-448D-83FA-54C3DF9723BD}"/>
          </ac:cxnSpMkLst>
        </pc:cxnChg>
        <pc:cxnChg chg="add del">
          <ac:chgData name="Anshu Sharma" userId="S::anshu.sharma@sibm.edu.in::f0093823-c5ac-4707-8f6f-ddb96cfa2ed6" providerId="AD" clId="Web-{AF58E049-DF05-4CA9-A23F-CD4F2A292751}" dt="2023-06-03T09:03:40.672" v="51"/>
          <ac:cxnSpMkLst>
            <pc:docMk/>
            <pc:sldMk cId="2668215566" sldId="257"/>
            <ac:cxnSpMk id="17" creationId="{20595356-EABD-4767-AC9D-EA21FF115EC0}"/>
          </ac:cxnSpMkLst>
        </pc:cxnChg>
        <pc:cxnChg chg="add del">
          <ac:chgData name="Anshu Sharma" userId="S::anshu.sharma@sibm.edu.in::f0093823-c5ac-4707-8f6f-ddb96cfa2ed6" providerId="AD" clId="Web-{AF58E049-DF05-4CA9-A23F-CD4F2A292751}" dt="2023-06-03T09:03:40.672" v="51"/>
          <ac:cxnSpMkLst>
            <pc:docMk/>
            <pc:sldMk cId="2668215566" sldId="257"/>
            <ac:cxnSpMk id="19" creationId="{28CD9F06-9628-469C-B788-A894E3E08281}"/>
          </ac:cxnSpMkLst>
        </pc:cxnChg>
        <pc:cxnChg chg="add del">
          <ac:chgData name="Anshu Sharma" userId="S::anshu.sharma@sibm.edu.in::f0093823-c5ac-4707-8f6f-ddb96cfa2ed6" providerId="AD" clId="Web-{AF58E049-DF05-4CA9-A23F-CD4F2A292751}" dt="2023-06-03T09:03:40.672" v="51"/>
          <ac:cxnSpMkLst>
            <pc:docMk/>
            <pc:sldMk cId="2668215566" sldId="257"/>
            <ac:cxnSpMk id="21" creationId="{8550A431-0B61-421B-B4B7-24C0CFF0F938}"/>
          </ac:cxnSpMkLst>
        </pc:cxnChg>
        <pc:cxnChg chg="add del">
          <ac:chgData name="Anshu Sharma" userId="S::anshu.sharma@sibm.edu.in::f0093823-c5ac-4707-8f6f-ddb96cfa2ed6" providerId="AD" clId="Web-{AF58E049-DF05-4CA9-A23F-CD4F2A292751}" dt="2023-06-03T09:03:40.672" v="51"/>
          <ac:cxnSpMkLst>
            <pc:docMk/>
            <pc:sldMk cId="2668215566" sldId="257"/>
            <ac:cxnSpMk id="25" creationId="{1852546B-EF97-46E8-A930-3A0334106683}"/>
          </ac:cxnSpMkLst>
        </pc:cxnChg>
        <pc:cxnChg chg="add del">
          <ac:chgData name="Anshu Sharma" userId="S::anshu.sharma@sibm.edu.in::f0093823-c5ac-4707-8f6f-ddb96cfa2ed6" providerId="AD" clId="Web-{AF58E049-DF05-4CA9-A23F-CD4F2A292751}" dt="2023-06-03T09:03:40.672" v="51"/>
          <ac:cxnSpMkLst>
            <pc:docMk/>
            <pc:sldMk cId="2668215566" sldId="257"/>
            <ac:cxnSpMk id="27" creationId="{12801F4A-0A74-45E0-8E5A-65A65252A346}"/>
          </ac:cxnSpMkLst>
        </pc:cxnChg>
        <pc:cxnChg chg="add del">
          <ac:chgData name="Anshu Sharma" userId="S::anshu.sharma@sibm.edu.in::f0093823-c5ac-4707-8f6f-ddb96cfa2ed6" providerId="AD" clId="Web-{AF58E049-DF05-4CA9-A23F-CD4F2A292751}" dt="2023-06-03T09:03:40.672" v="51"/>
          <ac:cxnSpMkLst>
            <pc:docMk/>
            <pc:sldMk cId="2668215566" sldId="257"/>
            <ac:cxnSpMk id="29" creationId="{AD245F29-ABE7-4BB1-8164-5F4C4604B29D}"/>
          </ac:cxnSpMkLst>
        </pc:cxnChg>
        <pc:cxnChg chg="add del">
          <ac:chgData name="Anshu Sharma" userId="S::anshu.sharma@sibm.edu.in::f0093823-c5ac-4707-8f6f-ddb96cfa2ed6" providerId="AD" clId="Web-{AF58E049-DF05-4CA9-A23F-CD4F2A292751}" dt="2023-06-03T09:03:40.672" v="51"/>
          <ac:cxnSpMkLst>
            <pc:docMk/>
            <pc:sldMk cId="2668215566" sldId="257"/>
            <ac:cxnSpMk id="31" creationId="{CF00EEAF-0634-4EEB-81E5-9FBC2170F3F4}"/>
          </ac:cxnSpMkLst>
        </pc:cxnChg>
        <pc:cxnChg chg="add del">
          <ac:chgData name="Anshu Sharma" userId="S::anshu.sharma@sibm.edu.in::f0093823-c5ac-4707-8f6f-ddb96cfa2ed6" providerId="AD" clId="Web-{AF58E049-DF05-4CA9-A23F-CD4F2A292751}" dt="2023-06-03T09:03:40.672" v="51"/>
          <ac:cxnSpMkLst>
            <pc:docMk/>
            <pc:sldMk cId="2668215566" sldId="257"/>
            <ac:cxnSpMk id="33" creationId="{53E11676-332F-449D-9A03-6CE4ED25CC3C}"/>
          </ac:cxnSpMkLst>
        </pc:cxnChg>
        <pc:cxnChg chg="add">
          <ac:chgData name="Anshu Sharma" userId="S::anshu.sharma@sibm.edu.in::f0093823-c5ac-4707-8f6f-ddb96cfa2ed6" providerId="AD" clId="Web-{AF58E049-DF05-4CA9-A23F-CD4F2A292751}" dt="2023-06-03T09:03:40.672" v="51"/>
          <ac:cxnSpMkLst>
            <pc:docMk/>
            <pc:sldMk cId="2668215566" sldId="257"/>
            <ac:cxnSpMk id="44" creationId="{78FBE787-8B1D-40E5-8468-6F665BB5D7CB}"/>
          </ac:cxnSpMkLst>
        </pc:cxnChg>
      </pc:sldChg>
      <pc:sldChg chg="addSp delSp modSp new mod ord modClrScheme addAnim chgLayout">
        <pc:chgData name="Anshu Sharma" userId="S::anshu.sharma@sibm.edu.in::f0093823-c5ac-4707-8f6f-ddb96cfa2ed6" providerId="AD" clId="Web-{AF58E049-DF05-4CA9-A23F-CD4F2A292751}" dt="2023-06-03T09:51:17.954" v="333" actId="20577"/>
        <pc:sldMkLst>
          <pc:docMk/>
          <pc:sldMk cId="2894456606" sldId="258"/>
        </pc:sldMkLst>
        <pc:spChg chg="mod ord">
          <ac:chgData name="Anshu Sharma" userId="S::anshu.sharma@sibm.edu.in::f0093823-c5ac-4707-8f6f-ddb96cfa2ed6" providerId="AD" clId="Web-{AF58E049-DF05-4CA9-A23F-CD4F2A292751}" dt="2023-06-03T09:10:37.405" v="189"/>
          <ac:spMkLst>
            <pc:docMk/>
            <pc:sldMk cId="2894456606" sldId="258"/>
            <ac:spMk id="2" creationId="{057A0F0E-31E7-DB8C-36A8-70BE5FB2CD17}"/>
          </ac:spMkLst>
        </pc:spChg>
        <pc:spChg chg="mod ord">
          <ac:chgData name="Anshu Sharma" userId="S::anshu.sharma@sibm.edu.in::f0093823-c5ac-4707-8f6f-ddb96cfa2ed6" providerId="AD" clId="Web-{AF58E049-DF05-4CA9-A23F-CD4F2A292751}" dt="2023-06-03T09:51:17.954" v="333" actId="20577"/>
          <ac:spMkLst>
            <pc:docMk/>
            <pc:sldMk cId="2894456606" sldId="258"/>
            <ac:spMk id="3" creationId="{43A15325-9380-D5AE-AE21-E4C47334775F}"/>
          </ac:spMkLst>
        </pc:spChg>
        <pc:spChg chg="add del mod ord">
          <ac:chgData name="Anshu Sharma" userId="S::anshu.sharma@sibm.edu.in::f0093823-c5ac-4707-8f6f-ddb96cfa2ed6" providerId="AD" clId="Web-{AF58E049-DF05-4CA9-A23F-CD4F2A292751}" dt="2023-06-03T09:10:37.405" v="189"/>
          <ac:spMkLst>
            <pc:docMk/>
            <pc:sldMk cId="2894456606" sldId="258"/>
            <ac:spMk id="4" creationId="{B4700165-F443-8C56-B698-BDACF9A8D48F}"/>
          </ac:spMkLst>
        </pc:spChg>
      </pc:sldChg>
      <pc:sldChg chg="modSp add replId addAnim">
        <pc:chgData name="Anshu Sharma" userId="S::anshu.sharma@sibm.edu.in::f0093823-c5ac-4707-8f6f-ddb96cfa2ed6" providerId="AD" clId="Web-{AF58E049-DF05-4CA9-A23F-CD4F2A292751}" dt="2023-06-03T09:12:57.189" v="211"/>
        <pc:sldMkLst>
          <pc:docMk/>
          <pc:sldMk cId="3605411125" sldId="259"/>
        </pc:sldMkLst>
        <pc:spChg chg="mod">
          <ac:chgData name="Anshu Sharma" userId="S::anshu.sharma@sibm.edu.in::f0093823-c5ac-4707-8f6f-ddb96cfa2ed6" providerId="AD" clId="Web-{AF58E049-DF05-4CA9-A23F-CD4F2A292751}" dt="2023-06-03T09:12:23.001" v="209" actId="20577"/>
          <ac:spMkLst>
            <pc:docMk/>
            <pc:sldMk cId="3605411125" sldId="259"/>
            <ac:spMk id="3" creationId="{43A15325-9380-D5AE-AE21-E4C47334775F}"/>
          </ac:spMkLst>
        </pc:spChg>
      </pc:sldChg>
      <pc:sldChg chg="modSp add replId addAnim">
        <pc:chgData name="Anshu Sharma" userId="S::anshu.sharma@sibm.edu.in::f0093823-c5ac-4707-8f6f-ddb96cfa2ed6" providerId="AD" clId="Web-{AF58E049-DF05-4CA9-A23F-CD4F2A292751}" dt="2023-06-03T09:13:04.439" v="212"/>
        <pc:sldMkLst>
          <pc:docMk/>
          <pc:sldMk cId="3650686978" sldId="260"/>
        </pc:sldMkLst>
        <pc:spChg chg="mod">
          <ac:chgData name="Anshu Sharma" userId="S::anshu.sharma@sibm.edu.in::f0093823-c5ac-4707-8f6f-ddb96cfa2ed6" providerId="AD" clId="Web-{AF58E049-DF05-4CA9-A23F-CD4F2A292751}" dt="2023-06-03T09:12:14.016" v="206" actId="20577"/>
          <ac:spMkLst>
            <pc:docMk/>
            <pc:sldMk cId="3650686978" sldId="260"/>
            <ac:spMk id="3" creationId="{43A15325-9380-D5AE-AE21-E4C47334775F}"/>
          </ac:spMkLst>
        </pc:spChg>
      </pc:sldChg>
      <pc:sldChg chg="new del ord">
        <pc:chgData name="Anshu Sharma" userId="S::anshu.sharma@sibm.edu.in::f0093823-c5ac-4707-8f6f-ddb96cfa2ed6" providerId="AD" clId="Web-{AF58E049-DF05-4CA9-A23F-CD4F2A292751}" dt="2023-06-03T09:16:04.568" v="225"/>
        <pc:sldMkLst>
          <pc:docMk/>
          <pc:sldMk cId="1538138146" sldId="261"/>
        </pc:sldMkLst>
      </pc:sldChg>
      <pc:sldChg chg="add ord">
        <pc:chgData name="Anshu Sharma" userId="S::anshu.sharma@sibm.edu.in::f0093823-c5ac-4707-8f6f-ddb96cfa2ed6" providerId="AD" clId="Web-{AF58E049-DF05-4CA9-A23F-CD4F2A292751}" dt="2023-06-03T09:16:09.662" v="226"/>
        <pc:sldMkLst>
          <pc:docMk/>
          <pc:sldMk cId="3243413414" sldId="262"/>
        </pc:sldMkLst>
      </pc:sldChg>
      <pc:sldChg chg="modSp new ord">
        <pc:chgData name="Anshu Sharma" userId="S::anshu.sharma@sibm.edu.in::f0093823-c5ac-4707-8f6f-ddb96cfa2ed6" providerId="AD" clId="Web-{AF58E049-DF05-4CA9-A23F-CD4F2A292751}" dt="2023-06-03T09:20:57.543" v="322" actId="20577"/>
        <pc:sldMkLst>
          <pc:docMk/>
          <pc:sldMk cId="2958298245" sldId="263"/>
        </pc:sldMkLst>
        <pc:spChg chg="mod">
          <ac:chgData name="Anshu Sharma" userId="S::anshu.sharma@sibm.edu.in::f0093823-c5ac-4707-8f6f-ddb96cfa2ed6" providerId="AD" clId="Web-{AF58E049-DF05-4CA9-A23F-CD4F2A292751}" dt="2023-06-03T09:20:57.543" v="322" actId="20577"/>
          <ac:spMkLst>
            <pc:docMk/>
            <pc:sldMk cId="2958298245" sldId="263"/>
            <ac:spMk id="2" creationId="{BAC871A4-3938-8991-23CC-47E0C37A3668}"/>
          </ac:spMkLst>
        </pc:spChg>
      </pc:sldChg>
      <pc:sldChg chg="modSp new ord">
        <pc:chgData name="Anshu Sharma" userId="S::anshu.sharma@sibm.edu.in::f0093823-c5ac-4707-8f6f-ddb96cfa2ed6" providerId="AD" clId="Web-{AF58E049-DF05-4CA9-A23F-CD4F2A292751}" dt="2023-06-03T09:20:32.527" v="315" actId="20577"/>
        <pc:sldMkLst>
          <pc:docMk/>
          <pc:sldMk cId="788469508" sldId="264"/>
        </pc:sldMkLst>
        <pc:spChg chg="mod">
          <ac:chgData name="Anshu Sharma" userId="S::anshu.sharma@sibm.edu.in::f0093823-c5ac-4707-8f6f-ddb96cfa2ed6" providerId="AD" clId="Web-{AF58E049-DF05-4CA9-A23F-CD4F2A292751}" dt="2023-06-03T09:18:56.462" v="266" actId="20577"/>
          <ac:spMkLst>
            <pc:docMk/>
            <pc:sldMk cId="788469508" sldId="264"/>
            <ac:spMk id="2" creationId="{970930C0-72CF-FBF6-3F39-05BB6EC82BD0}"/>
          </ac:spMkLst>
        </pc:spChg>
        <pc:spChg chg="mod">
          <ac:chgData name="Anshu Sharma" userId="S::anshu.sharma@sibm.edu.in::f0093823-c5ac-4707-8f6f-ddb96cfa2ed6" providerId="AD" clId="Web-{AF58E049-DF05-4CA9-A23F-CD4F2A292751}" dt="2023-06-03T09:20:32.527" v="315" actId="20577"/>
          <ac:spMkLst>
            <pc:docMk/>
            <pc:sldMk cId="788469508" sldId="264"/>
            <ac:spMk id="3" creationId="{2179BE1D-8FA0-A9FF-16A1-9FE70D9EC6C2}"/>
          </ac:spMkLst>
        </pc:spChg>
      </pc:sldChg>
      <pc:sldMasterChg chg="del delSldLayout">
        <pc:chgData name="Anshu Sharma" userId="S::anshu.sharma@sibm.edu.in::f0093823-c5ac-4707-8f6f-ddb96cfa2ed6" providerId="AD" clId="Web-{AF58E049-DF05-4CA9-A23F-CD4F2A292751}" dt="2023-06-03T08:59:57.089" v="13"/>
        <pc:sldMasterMkLst>
          <pc:docMk/>
          <pc:sldMasterMk cId="2460954070" sldId="2147483660"/>
        </pc:sldMasterMkLst>
        <pc:sldLayoutChg chg="del">
          <pc:chgData name="Anshu Sharma" userId="S::anshu.sharma@sibm.edu.in::f0093823-c5ac-4707-8f6f-ddb96cfa2ed6" providerId="AD" clId="Web-{AF58E049-DF05-4CA9-A23F-CD4F2A292751}" dt="2023-06-03T08:59:57.089" v="13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Anshu Sharma" userId="S::anshu.sharma@sibm.edu.in::f0093823-c5ac-4707-8f6f-ddb96cfa2ed6" providerId="AD" clId="Web-{AF58E049-DF05-4CA9-A23F-CD4F2A292751}" dt="2023-06-03T08:59:57.089" v="13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Anshu Sharma" userId="S::anshu.sharma@sibm.edu.in::f0093823-c5ac-4707-8f6f-ddb96cfa2ed6" providerId="AD" clId="Web-{AF58E049-DF05-4CA9-A23F-CD4F2A292751}" dt="2023-06-03T08:59:57.089" v="13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Anshu Sharma" userId="S::anshu.sharma@sibm.edu.in::f0093823-c5ac-4707-8f6f-ddb96cfa2ed6" providerId="AD" clId="Web-{AF58E049-DF05-4CA9-A23F-CD4F2A292751}" dt="2023-06-03T08:59:57.089" v="13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Anshu Sharma" userId="S::anshu.sharma@sibm.edu.in::f0093823-c5ac-4707-8f6f-ddb96cfa2ed6" providerId="AD" clId="Web-{AF58E049-DF05-4CA9-A23F-CD4F2A292751}" dt="2023-06-03T08:59:57.089" v="13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Anshu Sharma" userId="S::anshu.sharma@sibm.edu.in::f0093823-c5ac-4707-8f6f-ddb96cfa2ed6" providerId="AD" clId="Web-{AF58E049-DF05-4CA9-A23F-CD4F2A292751}" dt="2023-06-03T08:59:57.089" v="13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Anshu Sharma" userId="S::anshu.sharma@sibm.edu.in::f0093823-c5ac-4707-8f6f-ddb96cfa2ed6" providerId="AD" clId="Web-{AF58E049-DF05-4CA9-A23F-CD4F2A292751}" dt="2023-06-03T08:59:57.089" v="13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Anshu Sharma" userId="S::anshu.sharma@sibm.edu.in::f0093823-c5ac-4707-8f6f-ddb96cfa2ed6" providerId="AD" clId="Web-{AF58E049-DF05-4CA9-A23F-CD4F2A292751}" dt="2023-06-03T08:59:57.089" v="13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Anshu Sharma" userId="S::anshu.sharma@sibm.edu.in::f0093823-c5ac-4707-8f6f-ddb96cfa2ed6" providerId="AD" clId="Web-{AF58E049-DF05-4CA9-A23F-CD4F2A292751}" dt="2023-06-03T08:59:57.089" v="13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Anshu Sharma" userId="S::anshu.sharma@sibm.edu.in::f0093823-c5ac-4707-8f6f-ddb96cfa2ed6" providerId="AD" clId="Web-{AF58E049-DF05-4CA9-A23F-CD4F2A292751}" dt="2023-06-03T08:59:57.089" v="13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Anshu Sharma" userId="S::anshu.sharma@sibm.edu.in::f0093823-c5ac-4707-8f6f-ddb96cfa2ed6" providerId="AD" clId="Web-{AF58E049-DF05-4CA9-A23F-CD4F2A292751}" dt="2023-06-03T08:59:57.089" v="13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">
        <pc:chgData name="Anshu Sharma" userId="S::anshu.sharma@sibm.edu.in::f0093823-c5ac-4707-8f6f-ddb96cfa2ed6" providerId="AD" clId="Web-{AF58E049-DF05-4CA9-A23F-CD4F2A292751}" dt="2023-06-03T09:00:40.496" v="21"/>
        <pc:sldMasterMkLst>
          <pc:docMk/>
          <pc:sldMasterMk cId="824588916" sldId="2147483685"/>
        </pc:sldMasterMkLst>
        <pc:sldLayoutChg chg="add del">
          <pc:chgData name="Anshu Sharma" userId="S::anshu.sharma@sibm.edu.in::f0093823-c5ac-4707-8f6f-ddb96cfa2ed6" providerId="AD" clId="Web-{AF58E049-DF05-4CA9-A23F-CD4F2A292751}" dt="2023-06-03T09:00:40.496" v="21"/>
          <pc:sldLayoutMkLst>
            <pc:docMk/>
            <pc:sldMasterMk cId="824588916" sldId="2147483685"/>
            <pc:sldLayoutMk cId="3000426834" sldId="2147483674"/>
          </pc:sldLayoutMkLst>
        </pc:sldLayoutChg>
        <pc:sldLayoutChg chg="add del">
          <pc:chgData name="Anshu Sharma" userId="S::anshu.sharma@sibm.edu.in::f0093823-c5ac-4707-8f6f-ddb96cfa2ed6" providerId="AD" clId="Web-{AF58E049-DF05-4CA9-A23F-CD4F2A292751}" dt="2023-06-03T09:00:40.496" v="21"/>
          <pc:sldLayoutMkLst>
            <pc:docMk/>
            <pc:sldMasterMk cId="824588916" sldId="2147483685"/>
            <pc:sldLayoutMk cId="4096967349" sldId="2147483675"/>
          </pc:sldLayoutMkLst>
        </pc:sldLayoutChg>
        <pc:sldLayoutChg chg="add del">
          <pc:chgData name="Anshu Sharma" userId="S::anshu.sharma@sibm.edu.in::f0093823-c5ac-4707-8f6f-ddb96cfa2ed6" providerId="AD" clId="Web-{AF58E049-DF05-4CA9-A23F-CD4F2A292751}" dt="2023-06-03T09:00:40.496" v="21"/>
          <pc:sldLayoutMkLst>
            <pc:docMk/>
            <pc:sldMasterMk cId="824588916" sldId="2147483685"/>
            <pc:sldLayoutMk cId="762928193" sldId="2147483676"/>
          </pc:sldLayoutMkLst>
        </pc:sldLayoutChg>
        <pc:sldLayoutChg chg="add del">
          <pc:chgData name="Anshu Sharma" userId="S::anshu.sharma@sibm.edu.in::f0093823-c5ac-4707-8f6f-ddb96cfa2ed6" providerId="AD" clId="Web-{AF58E049-DF05-4CA9-A23F-CD4F2A292751}" dt="2023-06-03T09:00:40.496" v="21"/>
          <pc:sldLayoutMkLst>
            <pc:docMk/>
            <pc:sldMasterMk cId="824588916" sldId="2147483685"/>
            <pc:sldLayoutMk cId="3326354202" sldId="2147483677"/>
          </pc:sldLayoutMkLst>
        </pc:sldLayoutChg>
        <pc:sldLayoutChg chg="add del">
          <pc:chgData name="Anshu Sharma" userId="S::anshu.sharma@sibm.edu.in::f0093823-c5ac-4707-8f6f-ddb96cfa2ed6" providerId="AD" clId="Web-{AF58E049-DF05-4CA9-A23F-CD4F2A292751}" dt="2023-06-03T09:00:40.496" v="21"/>
          <pc:sldLayoutMkLst>
            <pc:docMk/>
            <pc:sldMasterMk cId="824588916" sldId="2147483685"/>
            <pc:sldLayoutMk cId="3422857879" sldId="2147483678"/>
          </pc:sldLayoutMkLst>
        </pc:sldLayoutChg>
        <pc:sldLayoutChg chg="add del">
          <pc:chgData name="Anshu Sharma" userId="S::anshu.sharma@sibm.edu.in::f0093823-c5ac-4707-8f6f-ddb96cfa2ed6" providerId="AD" clId="Web-{AF58E049-DF05-4CA9-A23F-CD4F2A292751}" dt="2023-06-03T09:00:40.496" v="21"/>
          <pc:sldLayoutMkLst>
            <pc:docMk/>
            <pc:sldMasterMk cId="824588916" sldId="2147483685"/>
            <pc:sldLayoutMk cId="2247118357" sldId="2147483679"/>
          </pc:sldLayoutMkLst>
        </pc:sldLayoutChg>
        <pc:sldLayoutChg chg="add del">
          <pc:chgData name="Anshu Sharma" userId="S::anshu.sharma@sibm.edu.in::f0093823-c5ac-4707-8f6f-ddb96cfa2ed6" providerId="AD" clId="Web-{AF58E049-DF05-4CA9-A23F-CD4F2A292751}" dt="2023-06-03T09:00:40.496" v="21"/>
          <pc:sldLayoutMkLst>
            <pc:docMk/>
            <pc:sldMasterMk cId="824588916" sldId="2147483685"/>
            <pc:sldLayoutMk cId="4014391496" sldId="2147483680"/>
          </pc:sldLayoutMkLst>
        </pc:sldLayoutChg>
        <pc:sldLayoutChg chg="add del">
          <pc:chgData name="Anshu Sharma" userId="S::anshu.sharma@sibm.edu.in::f0093823-c5ac-4707-8f6f-ddb96cfa2ed6" providerId="AD" clId="Web-{AF58E049-DF05-4CA9-A23F-CD4F2A292751}" dt="2023-06-03T09:00:40.496" v="21"/>
          <pc:sldLayoutMkLst>
            <pc:docMk/>
            <pc:sldMasterMk cId="824588916" sldId="2147483685"/>
            <pc:sldLayoutMk cId="1805302598" sldId="2147483681"/>
          </pc:sldLayoutMkLst>
        </pc:sldLayoutChg>
        <pc:sldLayoutChg chg="add del">
          <pc:chgData name="Anshu Sharma" userId="S::anshu.sharma@sibm.edu.in::f0093823-c5ac-4707-8f6f-ddb96cfa2ed6" providerId="AD" clId="Web-{AF58E049-DF05-4CA9-A23F-CD4F2A292751}" dt="2023-06-03T09:00:40.496" v="21"/>
          <pc:sldLayoutMkLst>
            <pc:docMk/>
            <pc:sldMasterMk cId="824588916" sldId="2147483685"/>
            <pc:sldLayoutMk cId="2848170816" sldId="2147483682"/>
          </pc:sldLayoutMkLst>
        </pc:sldLayoutChg>
        <pc:sldLayoutChg chg="add del">
          <pc:chgData name="Anshu Sharma" userId="S::anshu.sharma@sibm.edu.in::f0093823-c5ac-4707-8f6f-ddb96cfa2ed6" providerId="AD" clId="Web-{AF58E049-DF05-4CA9-A23F-CD4F2A292751}" dt="2023-06-03T09:00:40.496" v="21"/>
          <pc:sldLayoutMkLst>
            <pc:docMk/>
            <pc:sldMasterMk cId="824588916" sldId="2147483685"/>
            <pc:sldLayoutMk cId="3327989265" sldId="2147483683"/>
          </pc:sldLayoutMkLst>
        </pc:sldLayoutChg>
        <pc:sldLayoutChg chg="add del">
          <pc:chgData name="Anshu Sharma" userId="S::anshu.sharma@sibm.edu.in::f0093823-c5ac-4707-8f6f-ddb96cfa2ed6" providerId="AD" clId="Web-{AF58E049-DF05-4CA9-A23F-CD4F2A292751}" dt="2023-06-03T09:00:40.496" v="21"/>
          <pc:sldLayoutMkLst>
            <pc:docMk/>
            <pc:sldMasterMk cId="824588916" sldId="2147483685"/>
            <pc:sldLayoutMk cId="2956419050" sldId="2147483684"/>
          </pc:sldLayoutMkLst>
        </pc:sldLayoutChg>
      </pc:sldMasterChg>
      <pc:sldMasterChg chg="add del addSldLayout delSldLayout">
        <pc:chgData name="Anshu Sharma" userId="S::anshu.sharma@sibm.edu.in::f0093823-c5ac-4707-8f6f-ddb96cfa2ed6" providerId="AD" clId="Web-{AF58E049-DF05-4CA9-A23F-CD4F2A292751}" dt="2023-06-03T09:01:05.106" v="23"/>
        <pc:sldMasterMkLst>
          <pc:docMk/>
          <pc:sldMasterMk cId="3852393756" sldId="2147483709"/>
        </pc:sldMasterMkLst>
        <pc:sldLayoutChg chg="add del">
          <pc:chgData name="Anshu Sharma" userId="S::anshu.sharma@sibm.edu.in::f0093823-c5ac-4707-8f6f-ddb96cfa2ed6" providerId="AD" clId="Web-{AF58E049-DF05-4CA9-A23F-CD4F2A292751}" dt="2023-06-03T09:01:05.106" v="23"/>
          <pc:sldLayoutMkLst>
            <pc:docMk/>
            <pc:sldMasterMk cId="3852393756" sldId="2147483709"/>
            <pc:sldLayoutMk cId="733386942" sldId="2147483698"/>
          </pc:sldLayoutMkLst>
        </pc:sldLayoutChg>
        <pc:sldLayoutChg chg="add del">
          <pc:chgData name="Anshu Sharma" userId="S::anshu.sharma@sibm.edu.in::f0093823-c5ac-4707-8f6f-ddb96cfa2ed6" providerId="AD" clId="Web-{AF58E049-DF05-4CA9-A23F-CD4F2A292751}" dt="2023-06-03T09:01:05.106" v="23"/>
          <pc:sldLayoutMkLst>
            <pc:docMk/>
            <pc:sldMasterMk cId="3852393756" sldId="2147483709"/>
            <pc:sldLayoutMk cId="2018587524" sldId="2147483699"/>
          </pc:sldLayoutMkLst>
        </pc:sldLayoutChg>
        <pc:sldLayoutChg chg="add del">
          <pc:chgData name="Anshu Sharma" userId="S::anshu.sharma@sibm.edu.in::f0093823-c5ac-4707-8f6f-ddb96cfa2ed6" providerId="AD" clId="Web-{AF58E049-DF05-4CA9-A23F-CD4F2A292751}" dt="2023-06-03T09:01:05.106" v="23"/>
          <pc:sldLayoutMkLst>
            <pc:docMk/>
            <pc:sldMasterMk cId="3852393756" sldId="2147483709"/>
            <pc:sldLayoutMk cId="1646539391" sldId="2147483700"/>
          </pc:sldLayoutMkLst>
        </pc:sldLayoutChg>
        <pc:sldLayoutChg chg="add del">
          <pc:chgData name="Anshu Sharma" userId="S::anshu.sharma@sibm.edu.in::f0093823-c5ac-4707-8f6f-ddb96cfa2ed6" providerId="AD" clId="Web-{AF58E049-DF05-4CA9-A23F-CD4F2A292751}" dt="2023-06-03T09:01:05.106" v="23"/>
          <pc:sldLayoutMkLst>
            <pc:docMk/>
            <pc:sldMasterMk cId="3852393756" sldId="2147483709"/>
            <pc:sldLayoutMk cId="2715534361" sldId="2147483701"/>
          </pc:sldLayoutMkLst>
        </pc:sldLayoutChg>
        <pc:sldLayoutChg chg="add del">
          <pc:chgData name="Anshu Sharma" userId="S::anshu.sharma@sibm.edu.in::f0093823-c5ac-4707-8f6f-ddb96cfa2ed6" providerId="AD" clId="Web-{AF58E049-DF05-4CA9-A23F-CD4F2A292751}" dt="2023-06-03T09:01:05.106" v="23"/>
          <pc:sldLayoutMkLst>
            <pc:docMk/>
            <pc:sldMasterMk cId="3852393756" sldId="2147483709"/>
            <pc:sldLayoutMk cId="81846806" sldId="2147483702"/>
          </pc:sldLayoutMkLst>
        </pc:sldLayoutChg>
        <pc:sldLayoutChg chg="add del">
          <pc:chgData name="Anshu Sharma" userId="S::anshu.sharma@sibm.edu.in::f0093823-c5ac-4707-8f6f-ddb96cfa2ed6" providerId="AD" clId="Web-{AF58E049-DF05-4CA9-A23F-CD4F2A292751}" dt="2023-06-03T09:01:05.106" v="23"/>
          <pc:sldLayoutMkLst>
            <pc:docMk/>
            <pc:sldMasterMk cId="3852393756" sldId="2147483709"/>
            <pc:sldLayoutMk cId="3699920719" sldId="2147483703"/>
          </pc:sldLayoutMkLst>
        </pc:sldLayoutChg>
        <pc:sldLayoutChg chg="add del">
          <pc:chgData name="Anshu Sharma" userId="S::anshu.sharma@sibm.edu.in::f0093823-c5ac-4707-8f6f-ddb96cfa2ed6" providerId="AD" clId="Web-{AF58E049-DF05-4CA9-A23F-CD4F2A292751}" dt="2023-06-03T09:01:05.106" v="23"/>
          <pc:sldLayoutMkLst>
            <pc:docMk/>
            <pc:sldMasterMk cId="3852393756" sldId="2147483709"/>
            <pc:sldLayoutMk cId="1916587013" sldId="2147483704"/>
          </pc:sldLayoutMkLst>
        </pc:sldLayoutChg>
        <pc:sldLayoutChg chg="add del">
          <pc:chgData name="Anshu Sharma" userId="S::anshu.sharma@sibm.edu.in::f0093823-c5ac-4707-8f6f-ddb96cfa2ed6" providerId="AD" clId="Web-{AF58E049-DF05-4CA9-A23F-CD4F2A292751}" dt="2023-06-03T09:01:05.106" v="23"/>
          <pc:sldLayoutMkLst>
            <pc:docMk/>
            <pc:sldMasterMk cId="3852393756" sldId="2147483709"/>
            <pc:sldLayoutMk cId="3614434370" sldId="2147483705"/>
          </pc:sldLayoutMkLst>
        </pc:sldLayoutChg>
        <pc:sldLayoutChg chg="add del">
          <pc:chgData name="Anshu Sharma" userId="S::anshu.sharma@sibm.edu.in::f0093823-c5ac-4707-8f6f-ddb96cfa2ed6" providerId="AD" clId="Web-{AF58E049-DF05-4CA9-A23F-CD4F2A292751}" dt="2023-06-03T09:01:05.106" v="23"/>
          <pc:sldLayoutMkLst>
            <pc:docMk/>
            <pc:sldMasterMk cId="3852393756" sldId="2147483709"/>
            <pc:sldLayoutMk cId="1220030644" sldId="2147483706"/>
          </pc:sldLayoutMkLst>
        </pc:sldLayoutChg>
        <pc:sldLayoutChg chg="add del">
          <pc:chgData name="Anshu Sharma" userId="S::anshu.sharma@sibm.edu.in::f0093823-c5ac-4707-8f6f-ddb96cfa2ed6" providerId="AD" clId="Web-{AF58E049-DF05-4CA9-A23F-CD4F2A292751}" dt="2023-06-03T09:01:05.106" v="23"/>
          <pc:sldLayoutMkLst>
            <pc:docMk/>
            <pc:sldMasterMk cId="3852393756" sldId="2147483709"/>
            <pc:sldLayoutMk cId="3295197508" sldId="2147483707"/>
          </pc:sldLayoutMkLst>
        </pc:sldLayoutChg>
        <pc:sldLayoutChg chg="add del">
          <pc:chgData name="Anshu Sharma" userId="S::anshu.sharma@sibm.edu.in::f0093823-c5ac-4707-8f6f-ddb96cfa2ed6" providerId="AD" clId="Web-{AF58E049-DF05-4CA9-A23F-CD4F2A292751}" dt="2023-06-03T09:01:05.106" v="23"/>
          <pc:sldLayoutMkLst>
            <pc:docMk/>
            <pc:sldMasterMk cId="3852393756" sldId="2147483709"/>
            <pc:sldLayoutMk cId="849215611" sldId="2147483708"/>
          </pc:sldLayoutMkLst>
        </pc:sldLayoutChg>
      </pc:sldMasterChg>
      <pc:sldMasterChg chg="add addSldLayout">
        <pc:chgData name="Anshu Sharma" userId="S::anshu.sharma@sibm.edu.in::f0093823-c5ac-4707-8f6f-ddb96cfa2ed6" providerId="AD" clId="Web-{AF58E049-DF05-4CA9-A23F-CD4F2A292751}" dt="2023-06-03T09:01:05.106" v="23"/>
        <pc:sldMasterMkLst>
          <pc:docMk/>
          <pc:sldMasterMk cId="1910838786" sldId="2147483772"/>
        </pc:sldMasterMkLst>
        <pc:sldLayoutChg chg="add">
          <pc:chgData name="Anshu Sharma" userId="S::anshu.sharma@sibm.edu.in::f0093823-c5ac-4707-8f6f-ddb96cfa2ed6" providerId="AD" clId="Web-{AF58E049-DF05-4CA9-A23F-CD4F2A292751}" dt="2023-06-03T09:01:05.106" v="23"/>
          <pc:sldLayoutMkLst>
            <pc:docMk/>
            <pc:sldMasterMk cId="1910838786" sldId="2147483772"/>
            <pc:sldLayoutMk cId="2033105887" sldId="2147483761"/>
          </pc:sldLayoutMkLst>
        </pc:sldLayoutChg>
        <pc:sldLayoutChg chg="add">
          <pc:chgData name="Anshu Sharma" userId="S::anshu.sharma@sibm.edu.in::f0093823-c5ac-4707-8f6f-ddb96cfa2ed6" providerId="AD" clId="Web-{AF58E049-DF05-4CA9-A23F-CD4F2A292751}" dt="2023-06-03T09:01:05.106" v="23"/>
          <pc:sldLayoutMkLst>
            <pc:docMk/>
            <pc:sldMasterMk cId="1910838786" sldId="2147483772"/>
            <pc:sldLayoutMk cId="2193842270" sldId="2147483762"/>
          </pc:sldLayoutMkLst>
        </pc:sldLayoutChg>
        <pc:sldLayoutChg chg="add">
          <pc:chgData name="Anshu Sharma" userId="S::anshu.sharma@sibm.edu.in::f0093823-c5ac-4707-8f6f-ddb96cfa2ed6" providerId="AD" clId="Web-{AF58E049-DF05-4CA9-A23F-CD4F2A292751}" dt="2023-06-03T09:01:05.106" v="23"/>
          <pc:sldLayoutMkLst>
            <pc:docMk/>
            <pc:sldMasterMk cId="1910838786" sldId="2147483772"/>
            <pc:sldLayoutMk cId="2823999102" sldId="2147483763"/>
          </pc:sldLayoutMkLst>
        </pc:sldLayoutChg>
        <pc:sldLayoutChg chg="add">
          <pc:chgData name="Anshu Sharma" userId="S::anshu.sharma@sibm.edu.in::f0093823-c5ac-4707-8f6f-ddb96cfa2ed6" providerId="AD" clId="Web-{AF58E049-DF05-4CA9-A23F-CD4F2A292751}" dt="2023-06-03T09:01:05.106" v="23"/>
          <pc:sldLayoutMkLst>
            <pc:docMk/>
            <pc:sldMasterMk cId="1910838786" sldId="2147483772"/>
            <pc:sldLayoutMk cId="3586536350" sldId="2147483764"/>
          </pc:sldLayoutMkLst>
        </pc:sldLayoutChg>
        <pc:sldLayoutChg chg="add">
          <pc:chgData name="Anshu Sharma" userId="S::anshu.sharma@sibm.edu.in::f0093823-c5ac-4707-8f6f-ddb96cfa2ed6" providerId="AD" clId="Web-{AF58E049-DF05-4CA9-A23F-CD4F2A292751}" dt="2023-06-03T09:01:05.106" v="23"/>
          <pc:sldLayoutMkLst>
            <pc:docMk/>
            <pc:sldMasterMk cId="1910838786" sldId="2147483772"/>
            <pc:sldLayoutMk cId="359449556" sldId="2147483765"/>
          </pc:sldLayoutMkLst>
        </pc:sldLayoutChg>
        <pc:sldLayoutChg chg="add">
          <pc:chgData name="Anshu Sharma" userId="S::anshu.sharma@sibm.edu.in::f0093823-c5ac-4707-8f6f-ddb96cfa2ed6" providerId="AD" clId="Web-{AF58E049-DF05-4CA9-A23F-CD4F2A292751}" dt="2023-06-03T09:01:05.106" v="23"/>
          <pc:sldLayoutMkLst>
            <pc:docMk/>
            <pc:sldMasterMk cId="1910838786" sldId="2147483772"/>
            <pc:sldLayoutMk cId="1059966638" sldId="2147483766"/>
          </pc:sldLayoutMkLst>
        </pc:sldLayoutChg>
        <pc:sldLayoutChg chg="add">
          <pc:chgData name="Anshu Sharma" userId="S::anshu.sharma@sibm.edu.in::f0093823-c5ac-4707-8f6f-ddb96cfa2ed6" providerId="AD" clId="Web-{AF58E049-DF05-4CA9-A23F-CD4F2A292751}" dt="2023-06-03T09:01:05.106" v="23"/>
          <pc:sldLayoutMkLst>
            <pc:docMk/>
            <pc:sldMasterMk cId="1910838786" sldId="2147483772"/>
            <pc:sldLayoutMk cId="1677509009" sldId="2147483767"/>
          </pc:sldLayoutMkLst>
        </pc:sldLayoutChg>
        <pc:sldLayoutChg chg="add">
          <pc:chgData name="Anshu Sharma" userId="S::anshu.sharma@sibm.edu.in::f0093823-c5ac-4707-8f6f-ddb96cfa2ed6" providerId="AD" clId="Web-{AF58E049-DF05-4CA9-A23F-CD4F2A292751}" dt="2023-06-03T09:01:05.106" v="23"/>
          <pc:sldLayoutMkLst>
            <pc:docMk/>
            <pc:sldMasterMk cId="1910838786" sldId="2147483772"/>
            <pc:sldLayoutMk cId="4024744846" sldId="2147483768"/>
          </pc:sldLayoutMkLst>
        </pc:sldLayoutChg>
        <pc:sldLayoutChg chg="add">
          <pc:chgData name="Anshu Sharma" userId="S::anshu.sharma@sibm.edu.in::f0093823-c5ac-4707-8f6f-ddb96cfa2ed6" providerId="AD" clId="Web-{AF58E049-DF05-4CA9-A23F-CD4F2A292751}" dt="2023-06-03T09:01:05.106" v="23"/>
          <pc:sldLayoutMkLst>
            <pc:docMk/>
            <pc:sldMasterMk cId="1910838786" sldId="2147483772"/>
            <pc:sldLayoutMk cId="2442026912" sldId="2147483769"/>
          </pc:sldLayoutMkLst>
        </pc:sldLayoutChg>
        <pc:sldLayoutChg chg="add">
          <pc:chgData name="Anshu Sharma" userId="S::anshu.sharma@sibm.edu.in::f0093823-c5ac-4707-8f6f-ddb96cfa2ed6" providerId="AD" clId="Web-{AF58E049-DF05-4CA9-A23F-CD4F2A292751}" dt="2023-06-03T09:01:05.106" v="23"/>
          <pc:sldLayoutMkLst>
            <pc:docMk/>
            <pc:sldMasterMk cId="1910838786" sldId="2147483772"/>
            <pc:sldLayoutMk cId="2415027855" sldId="2147483770"/>
          </pc:sldLayoutMkLst>
        </pc:sldLayoutChg>
        <pc:sldLayoutChg chg="add">
          <pc:chgData name="Anshu Sharma" userId="S::anshu.sharma@sibm.edu.in::f0093823-c5ac-4707-8f6f-ddb96cfa2ed6" providerId="AD" clId="Web-{AF58E049-DF05-4CA9-A23F-CD4F2A292751}" dt="2023-06-03T09:01:05.106" v="23"/>
          <pc:sldLayoutMkLst>
            <pc:docMk/>
            <pc:sldMasterMk cId="1910838786" sldId="2147483772"/>
            <pc:sldLayoutMk cId="371297428" sldId="2147483771"/>
          </pc:sldLayoutMkLst>
        </pc:sldLayoutChg>
      </pc:sldMasterChg>
    </pc:docChg>
  </pc:docChgLst>
  <pc:docChgLst>
    <pc:chgData name="Anshu Sharma" userId="S::anshu.sharma@sibm.edu.in::f0093823-c5ac-4707-8f6f-ddb96cfa2ed6" providerId="AD" clId="Web-{8F9DD8DE-F7D9-03FD-5CDB-016B05FF2044}"/>
    <pc:docChg chg="addSld delSld modSld sldOrd addMainMaster delMainMaster">
      <pc:chgData name="Anshu Sharma" userId="S::anshu.sharma@sibm.edu.in::f0093823-c5ac-4707-8f6f-ddb96cfa2ed6" providerId="AD" clId="Web-{8F9DD8DE-F7D9-03FD-5CDB-016B05FF2044}" dt="2023-06-28T04:52:51.309" v="549"/>
      <pc:docMkLst>
        <pc:docMk/>
      </pc:docMkLst>
      <pc:sldChg chg="addSp delSp modSp mod modClrScheme delDesignElem chgLayout">
        <pc:chgData name="Anshu Sharma" userId="S::anshu.sharma@sibm.edu.in::f0093823-c5ac-4707-8f6f-ddb96cfa2ed6" providerId="AD" clId="Web-{8F9DD8DE-F7D9-03FD-5CDB-016B05FF2044}" dt="2023-06-28T04:20:40.618" v="170"/>
        <pc:sldMkLst>
          <pc:docMk/>
          <pc:sldMk cId="109857222" sldId="256"/>
        </pc:sldMkLst>
        <pc:spChg chg="mod ord">
          <ac:chgData name="Anshu Sharma" userId="S::anshu.sharma@sibm.edu.in::f0093823-c5ac-4707-8f6f-ddb96cfa2ed6" providerId="AD" clId="Web-{8F9DD8DE-F7D9-03FD-5CDB-016B05FF2044}" dt="2023-06-28T04:20:40.618" v="170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Anshu Sharma" userId="S::anshu.sharma@sibm.edu.in::f0093823-c5ac-4707-8f6f-ddb96cfa2ed6" providerId="AD" clId="Web-{8F9DD8DE-F7D9-03FD-5CDB-016B05FF2044}" dt="2023-06-28T04:20:40.618" v="170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Anshu Sharma" userId="S::anshu.sharma@sibm.edu.in::f0093823-c5ac-4707-8f6f-ddb96cfa2ed6" providerId="AD" clId="Web-{8F9DD8DE-F7D9-03FD-5CDB-016B05FF2044}" dt="2023-06-28T04:20:40.618" v="170"/>
          <ac:spMkLst>
            <pc:docMk/>
            <pc:sldMk cId="109857222" sldId="256"/>
            <ac:spMk id="24" creationId="{E91DC736-0EF8-4F87-9146-EBF1D2EE4D3D}"/>
          </ac:spMkLst>
        </pc:spChg>
        <pc:spChg chg="del">
          <ac:chgData name="Anshu Sharma" userId="S::anshu.sharma@sibm.edu.in::f0093823-c5ac-4707-8f6f-ddb96cfa2ed6" providerId="AD" clId="Web-{8F9DD8DE-F7D9-03FD-5CDB-016B05FF2044}" dt="2023-06-28T04:18:30.147" v="158"/>
          <ac:spMkLst>
            <pc:docMk/>
            <pc:sldMk cId="109857222" sldId="256"/>
            <ac:spMk id="25" creationId="{82950D9A-4705-4314-961A-4F88B2CE412D}"/>
          </ac:spMkLst>
        </pc:spChg>
        <pc:spChg chg="add">
          <ac:chgData name="Anshu Sharma" userId="S::anshu.sharma@sibm.edu.in::f0093823-c5ac-4707-8f6f-ddb96cfa2ed6" providerId="AD" clId="Web-{8F9DD8DE-F7D9-03FD-5CDB-016B05FF2044}" dt="2023-06-28T04:20:40.618" v="170"/>
          <ac:spMkLst>
            <pc:docMk/>
            <pc:sldMk cId="109857222" sldId="256"/>
            <ac:spMk id="26" creationId="{097CD68E-23E3-4007-8847-CD0944C4F7BE}"/>
          </ac:spMkLst>
        </pc:spChg>
        <pc:spChg chg="add">
          <ac:chgData name="Anshu Sharma" userId="S::anshu.sharma@sibm.edu.in::f0093823-c5ac-4707-8f6f-ddb96cfa2ed6" providerId="AD" clId="Web-{8F9DD8DE-F7D9-03FD-5CDB-016B05FF2044}" dt="2023-06-28T04:20:40.618" v="170"/>
          <ac:spMkLst>
            <pc:docMk/>
            <pc:sldMk cId="109857222" sldId="256"/>
            <ac:spMk id="31" creationId="{AF2F604E-43BE-4DC3-B983-E071523364F8}"/>
          </ac:spMkLst>
        </pc:spChg>
        <pc:spChg chg="add">
          <ac:chgData name="Anshu Sharma" userId="S::anshu.sharma@sibm.edu.in::f0093823-c5ac-4707-8f6f-ddb96cfa2ed6" providerId="AD" clId="Web-{8F9DD8DE-F7D9-03FD-5CDB-016B05FF2044}" dt="2023-06-28T04:20:40.618" v="170"/>
          <ac:spMkLst>
            <pc:docMk/>
            <pc:sldMk cId="109857222" sldId="256"/>
            <ac:spMk id="33" creationId="{08C9B587-E65E-4B52-B37C-ABEBB6E87928}"/>
          </ac:spMkLst>
        </pc:spChg>
        <pc:picChg chg="mod ord">
          <ac:chgData name="Anshu Sharma" userId="S::anshu.sharma@sibm.edu.in::f0093823-c5ac-4707-8f6f-ddb96cfa2ed6" providerId="AD" clId="Web-{8F9DD8DE-F7D9-03FD-5CDB-016B05FF2044}" dt="2023-06-28T04:20:40.618" v="170"/>
          <ac:picMkLst>
            <pc:docMk/>
            <pc:sldMk cId="109857222" sldId="256"/>
            <ac:picMk id="22" creationId="{E211542F-6332-9901-4EDE-2B328B6DA49F}"/>
          </ac:picMkLst>
        </pc:picChg>
        <pc:cxnChg chg="del">
          <ac:chgData name="Anshu Sharma" userId="S::anshu.sharma@sibm.edu.in::f0093823-c5ac-4707-8f6f-ddb96cfa2ed6" providerId="AD" clId="Web-{8F9DD8DE-F7D9-03FD-5CDB-016B05FF2044}" dt="2023-06-28T04:18:30.147" v="158"/>
          <ac:cxnSpMkLst>
            <pc:docMk/>
            <pc:sldMk cId="109857222" sldId="256"/>
            <ac:cxnSpMk id="27" creationId="{13AC671C-E66F-43C5-A66A-C477339DD232}"/>
          </ac:cxnSpMkLst>
        </pc:cxnChg>
        <pc:cxnChg chg="del">
          <ac:chgData name="Anshu Sharma" userId="S::anshu.sharma@sibm.edu.in::f0093823-c5ac-4707-8f6f-ddb96cfa2ed6" providerId="AD" clId="Web-{8F9DD8DE-F7D9-03FD-5CDB-016B05FF2044}" dt="2023-06-28T04:18:30.147" v="158"/>
          <ac:cxnSpMkLst>
            <pc:docMk/>
            <pc:sldMk cId="109857222" sldId="256"/>
            <ac:cxnSpMk id="29" creationId="{EEE10AC2-20ED-4628-9A8E-14F8437B55CB}"/>
          </ac:cxnSpMkLst>
        </pc:cxnChg>
      </pc:sldChg>
      <pc:sldChg chg="modSp mod modClrScheme chgLayout">
        <pc:chgData name="Anshu Sharma" userId="S::anshu.sharma@sibm.edu.in::f0093823-c5ac-4707-8f6f-ddb96cfa2ed6" providerId="AD" clId="Web-{8F9DD8DE-F7D9-03FD-5CDB-016B05FF2044}" dt="2023-06-28T04:38:35.762" v="389"/>
        <pc:sldMkLst>
          <pc:docMk/>
          <pc:sldMk cId="2894456606" sldId="258"/>
        </pc:sldMkLst>
        <pc:spChg chg="mod ord">
          <ac:chgData name="Anshu Sharma" userId="S::anshu.sharma@sibm.edu.in::f0093823-c5ac-4707-8f6f-ddb96cfa2ed6" providerId="AD" clId="Web-{8F9DD8DE-F7D9-03FD-5CDB-016B05FF2044}" dt="2023-06-28T04:18:30.147" v="158"/>
          <ac:spMkLst>
            <pc:docMk/>
            <pc:sldMk cId="2894456606" sldId="258"/>
            <ac:spMk id="2" creationId="{057A0F0E-31E7-DB8C-36A8-70BE5FB2CD17}"/>
          </ac:spMkLst>
        </pc:spChg>
        <pc:spChg chg="mod ord">
          <ac:chgData name="Anshu Sharma" userId="S::anshu.sharma@sibm.edu.in::f0093823-c5ac-4707-8f6f-ddb96cfa2ed6" providerId="AD" clId="Web-{8F9DD8DE-F7D9-03FD-5CDB-016B05FF2044}" dt="2023-06-28T04:38:35.762" v="389"/>
          <ac:spMkLst>
            <pc:docMk/>
            <pc:sldMk cId="2894456606" sldId="258"/>
            <ac:spMk id="3" creationId="{43A15325-9380-D5AE-AE21-E4C47334775F}"/>
          </ac:spMkLst>
        </pc:spChg>
      </pc:sldChg>
      <pc:sldChg chg="modSp mod modClrScheme chgLayout">
        <pc:chgData name="Anshu Sharma" userId="S::anshu.sharma@sibm.edu.in::f0093823-c5ac-4707-8f6f-ddb96cfa2ed6" providerId="AD" clId="Web-{8F9DD8DE-F7D9-03FD-5CDB-016B05FF2044}" dt="2023-06-28T04:18:30.147" v="158"/>
        <pc:sldMkLst>
          <pc:docMk/>
          <pc:sldMk cId="3605411125" sldId="259"/>
        </pc:sldMkLst>
        <pc:spChg chg="mod ord">
          <ac:chgData name="Anshu Sharma" userId="S::anshu.sharma@sibm.edu.in::f0093823-c5ac-4707-8f6f-ddb96cfa2ed6" providerId="AD" clId="Web-{8F9DD8DE-F7D9-03FD-5CDB-016B05FF2044}" dt="2023-06-28T04:18:30.147" v="158"/>
          <ac:spMkLst>
            <pc:docMk/>
            <pc:sldMk cId="3605411125" sldId="259"/>
            <ac:spMk id="2" creationId="{057A0F0E-31E7-DB8C-36A8-70BE5FB2CD17}"/>
          </ac:spMkLst>
        </pc:spChg>
        <pc:spChg chg="mod ord">
          <ac:chgData name="Anshu Sharma" userId="S::anshu.sharma@sibm.edu.in::f0093823-c5ac-4707-8f6f-ddb96cfa2ed6" providerId="AD" clId="Web-{8F9DD8DE-F7D9-03FD-5CDB-016B05FF2044}" dt="2023-06-28T04:18:30.147" v="158"/>
          <ac:spMkLst>
            <pc:docMk/>
            <pc:sldMk cId="3605411125" sldId="259"/>
            <ac:spMk id="3" creationId="{43A15325-9380-D5AE-AE21-E4C47334775F}"/>
          </ac:spMkLst>
        </pc:spChg>
      </pc:sldChg>
      <pc:sldChg chg="modSp mod modClrScheme chgLayout">
        <pc:chgData name="Anshu Sharma" userId="S::anshu.sharma@sibm.edu.in::f0093823-c5ac-4707-8f6f-ddb96cfa2ed6" providerId="AD" clId="Web-{8F9DD8DE-F7D9-03FD-5CDB-016B05FF2044}" dt="2023-06-28T04:18:30.147" v="158"/>
        <pc:sldMkLst>
          <pc:docMk/>
          <pc:sldMk cId="3650686978" sldId="260"/>
        </pc:sldMkLst>
        <pc:spChg chg="mod ord">
          <ac:chgData name="Anshu Sharma" userId="S::anshu.sharma@sibm.edu.in::f0093823-c5ac-4707-8f6f-ddb96cfa2ed6" providerId="AD" clId="Web-{8F9DD8DE-F7D9-03FD-5CDB-016B05FF2044}" dt="2023-06-28T04:18:30.147" v="158"/>
          <ac:spMkLst>
            <pc:docMk/>
            <pc:sldMk cId="3650686978" sldId="260"/>
            <ac:spMk id="2" creationId="{057A0F0E-31E7-DB8C-36A8-70BE5FB2CD17}"/>
          </ac:spMkLst>
        </pc:spChg>
        <pc:spChg chg="mod ord">
          <ac:chgData name="Anshu Sharma" userId="S::anshu.sharma@sibm.edu.in::f0093823-c5ac-4707-8f6f-ddb96cfa2ed6" providerId="AD" clId="Web-{8F9DD8DE-F7D9-03FD-5CDB-016B05FF2044}" dt="2023-06-28T04:18:30.147" v="158"/>
          <ac:spMkLst>
            <pc:docMk/>
            <pc:sldMk cId="3650686978" sldId="260"/>
            <ac:spMk id="3" creationId="{43A15325-9380-D5AE-AE21-E4C47334775F}"/>
          </ac:spMkLst>
        </pc:spChg>
      </pc:sldChg>
      <pc:sldChg chg="delSp modSp mod modClrScheme delDesignElem chgLayout">
        <pc:chgData name="Anshu Sharma" userId="S::anshu.sharma@sibm.edu.in::f0093823-c5ac-4707-8f6f-ddb96cfa2ed6" providerId="AD" clId="Web-{8F9DD8DE-F7D9-03FD-5CDB-016B05FF2044}" dt="2023-06-28T04:18:30.147" v="158"/>
        <pc:sldMkLst>
          <pc:docMk/>
          <pc:sldMk cId="3243413414" sldId="262"/>
        </pc:sldMkLst>
        <pc:spChg chg="mod ord">
          <ac:chgData name="Anshu Sharma" userId="S::anshu.sharma@sibm.edu.in::f0093823-c5ac-4707-8f6f-ddb96cfa2ed6" providerId="AD" clId="Web-{8F9DD8DE-F7D9-03FD-5CDB-016B05FF2044}" dt="2023-06-28T04:18:30.147" v="158"/>
          <ac:spMkLst>
            <pc:docMk/>
            <pc:sldMk cId="3243413414" sldId="262"/>
            <ac:spMk id="10" creationId="{40C3E3BF-B09C-7873-187E-417A0CC624D8}"/>
          </ac:spMkLst>
        </pc:spChg>
        <pc:spChg chg="mod ord">
          <ac:chgData name="Anshu Sharma" userId="S::anshu.sharma@sibm.edu.in::f0093823-c5ac-4707-8f6f-ddb96cfa2ed6" providerId="AD" clId="Web-{8F9DD8DE-F7D9-03FD-5CDB-016B05FF2044}" dt="2023-06-28T04:18:30.147" v="158"/>
          <ac:spMkLst>
            <pc:docMk/>
            <pc:sldMk cId="3243413414" sldId="262"/>
            <ac:spMk id="37" creationId="{1E0FFE95-5D54-B12D-CE08-FE0348B613F5}"/>
          </ac:spMkLst>
        </pc:spChg>
        <pc:spChg chg="del">
          <ac:chgData name="Anshu Sharma" userId="S::anshu.sharma@sibm.edu.in::f0093823-c5ac-4707-8f6f-ddb96cfa2ed6" providerId="AD" clId="Web-{8F9DD8DE-F7D9-03FD-5CDB-016B05FF2044}" dt="2023-06-28T04:18:30.147" v="158"/>
          <ac:spMkLst>
            <pc:docMk/>
            <pc:sldMk cId="3243413414" sldId="262"/>
            <ac:spMk id="40" creationId="{F8222250-799A-4AD0-9BD1-BE6EB7A06AD0}"/>
          </ac:spMkLst>
        </pc:spChg>
        <pc:spChg chg="del">
          <ac:chgData name="Anshu Sharma" userId="S::anshu.sharma@sibm.edu.in::f0093823-c5ac-4707-8f6f-ddb96cfa2ed6" providerId="AD" clId="Web-{8F9DD8DE-F7D9-03FD-5CDB-016B05FF2044}" dt="2023-06-28T04:18:30.147" v="158"/>
          <ac:spMkLst>
            <pc:docMk/>
            <pc:sldMk cId="3243413414" sldId="262"/>
            <ac:spMk id="42" creationId="{B770432A-C0A6-4D4F-AE2C-705049DAB85F}"/>
          </ac:spMkLst>
        </pc:spChg>
        <pc:cxnChg chg="del">
          <ac:chgData name="Anshu Sharma" userId="S::anshu.sharma@sibm.edu.in::f0093823-c5ac-4707-8f6f-ddb96cfa2ed6" providerId="AD" clId="Web-{8F9DD8DE-F7D9-03FD-5CDB-016B05FF2044}" dt="2023-06-28T04:18:30.147" v="158"/>
          <ac:cxnSpMkLst>
            <pc:docMk/>
            <pc:sldMk cId="3243413414" sldId="262"/>
            <ac:cxnSpMk id="44" creationId="{78FBE787-8B1D-40E5-8468-6F665BB5D7CB}"/>
          </ac:cxnSpMkLst>
        </pc:cxnChg>
      </pc:sldChg>
      <pc:sldChg chg="modSp mod ord modClrScheme chgLayout">
        <pc:chgData name="Anshu Sharma" userId="S::anshu.sharma@sibm.edu.in::f0093823-c5ac-4707-8f6f-ddb96cfa2ed6" providerId="AD" clId="Web-{8F9DD8DE-F7D9-03FD-5CDB-016B05FF2044}" dt="2023-06-28T04:18:30.147" v="158"/>
        <pc:sldMkLst>
          <pc:docMk/>
          <pc:sldMk cId="2958298245" sldId="263"/>
        </pc:sldMkLst>
        <pc:spChg chg="mod ord">
          <ac:chgData name="Anshu Sharma" userId="S::anshu.sharma@sibm.edu.in::f0093823-c5ac-4707-8f6f-ddb96cfa2ed6" providerId="AD" clId="Web-{8F9DD8DE-F7D9-03FD-5CDB-016B05FF2044}" dt="2023-06-28T04:18:30.147" v="158"/>
          <ac:spMkLst>
            <pc:docMk/>
            <pc:sldMk cId="2958298245" sldId="263"/>
            <ac:spMk id="2" creationId="{BAC871A4-3938-8991-23CC-47E0C37A3668}"/>
          </ac:spMkLst>
        </pc:spChg>
        <pc:spChg chg="mod ord">
          <ac:chgData name="Anshu Sharma" userId="S::anshu.sharma@sibm.edu.in::f0093823-c5ac-4707-8f6f-ddb96cfa2ed6" providerId="AD" clId="Web-{8F9DD8DE-F7D9-03FD-5CDB-016B05FF2044}" dt="2023-06-28T04:18:30.147" v="158"/>
          <ac:spMkLst>
            <pc:docMk/>
            <pc:sldMk cId="2958298245" sldId="263"/>
            <ac:spMk id="3" creationId="{7C99EB7C-BC90-433B-6114-D73D0991DECD}"/>
          </ac:spMkLst>
        </pc:spChg>
      </pc:sldChg>
      <pc:sldChg chg="modSp mod ord modClrScheme chgLayout">
        <pc:chgData name="Anshu Sharma" userId="S::anshu.sharma@sibm.edu.in::f0093823-c5ac-4707-8f6f-ddb96cfa2ed6" providerId="AD" clId="Web-{8F9DD8DE-F7D9-03FD-5CDB-016B05FF2044}" dt="2023-06-28T04:18:30.147" v="158"/>
        <pc:sldMkLst>
          <pc:docMk/>
          <pc:sldMk cId="788469508" sldId="264"/>
        </pc:sldMkLst>
        <pc:spChg chg="mod ord">
          <ac:chgData name="Anshu Sharma" userId="S::anshu.sharma@sibm.edu.in::f0093823-c5ac-4707-8f6f-ddb96cfa2ed6" providerId="AD" clId="Web-{8F9DD8DE-F7D9-03FD-5CDB-016B05FF2044}" dt="2023-06-28T04:18:30.147" v="158"/>
          <ac:spMkLst>
            <pc:docMk/>
            <pc:sldMk cId="788469508" sldId="264"/>
            <ac:spMk id="2" creationId="{970930C0-72CF-FBF6-3F39-05BB6EC82BD0}"/>
          </ac:spMkLst>
        </pc:spChg>
        <pc:spChg chg="mod ord">
          <ac:chgData name="Anshu Sharma" userId="S::anshu.sharma@sibm.edu.in::f0093823-c5ac-4707-8f6f-ddb96cfa2ed6" providerId="AD" clId="Web-{8F9DD8DE-F7D9-03FD-5CDB-016B05FF2044}" dt="2023-06-28T04:18:30.147" v="158"/>
          <ac:spMkLst>
            <pc:docMk/>
            <pc:sldMk cId="788469508" sldId="264"/>
            <ac:spMk id="3" creationId="{2179BE1D-8FA0-A9FF-16A1-9FE70D9EC6C2}"/>
          </ac:spMkLst>
        </pc:spChg>
      </pc:sldChg>
      <pc:sldChg chg="addSp delSp modSp new mod setBg modClrScheme addAnim modAnim setClrOvrMap chgLayout">
        <pc:chgData name="Anshu Sharma" userId="S::anshu.sharma@sibm.edu.in::f0093823-c5ac-4707-8f6f-ddb96cfa2ed6" providerId="AD" clId="Web-{8F9DD8DE-F7D9-03FD-5CDB-016B05FF2044}" dt="2023-06-28T04:21:12.150" v="173"/>
        <pc:sldMkLst>
          <pc:docMk/>
          <pc:sldMk cId="3910780700" sldId="265"/>
        </pc:sldMkLst>
        <pc:spChg chg="mod ord">
          <ac:chgData name="Anshu Sharma" userId="S::anshu.sharma@sibm.edu.in::f0093823-c5ac-4707-8f6f-ddb96cfa2ed6" providerId="AD" clId="Web-{8F9DD8DE-F7D9-03FD-5CDB-016B05FF2044}" dt="2023-06-28T04:21:00.024" v="171"/>
          <ac:spMkLst>
            <pc:docMk/>
            <pc:sldMk cId="3910780700" sldId="265"/>
            <ac:spMk id="2" creationId="{A8268EE1-277C-9237-800B-889E91E9F3CE}"/>
          </ac:spMkLst>
        </pc:spChg>
        <pc:spChg chg="del mod ord">
          <ac:chgData name="Anshu Sharma" userId="S::anshu.sharma@sibm.edu.in::f0093823-c5ac-4707-8f6f-ddb96cfa2ed6" providerId="AD" clId="Web-{8F9DD8DE-F7D9-03FD-5CDB-016B05FF2044}" dt="2023-06-28T04:21:00.024" v="171"/>
          <ac:spMkLst>
            <pc:docMk/>
            <pc:sldMk cId="3910780700" sldId="265"/>
            <ac:spMk id="3" creationId="{8EC838A4-3DB5-2B47-B4FE-E9FF6C9DB2FB}"/>
          </ac:spMkLst>
        </pc:spChg>
        <pc:spChg chg="add">
          <ac:chgData name="Anshu Sharma" userId="S::anshu.sharma@sibm.edu.in::f0093823-c5ac-4707-8f6f-ddb96cfa2ed6" providerId="AD" clId="Web-{8F9DD8DE-F7D9-03FD-5CDB-016B05FF2044}" dt="2023-06-28T04:21:00.024" v="171"/>
          <ac:spMkLst>
            <pc:docMk/>
            <pc:sldMk cId="3910780700" sldId="265"/>
            <ac:spMk id="10" creationId="{9228552E-C8B1-4A80-8448-0787CE0FC704}"/>
          </ac:spMkLst>
        </pc:spChg>
        <pc:graphicFrameChg chg="add">
          <ac:chgData name="Anshu Sharma" userId="S::anshu.sharma@sibm.edu.in::f0093823-c5ac-4707-8f6f-ddb96cfa2ed6" providerId="AD" clId="Web-{8F9DD8DE-F7D9-03FD-5CDB-016B05FF2044}" dt="2023-06-28T04:21:00.024" v="171"/>
          <ac:graphicFrameMkLst>
            <pc:docMk/>
            <pc:sldMk cId="3910780700" sldId="265"/>
            <ac:graphicFrameMk id="5" creationId="{C139BB6A-BA42-4D6F-DEED-9D73EE42BE6C}"/>
          </ac:graphicFrameMkLst>
        </pc:graphicFrameChg>
        <pc:picChg chg="add">
          <ac:chgData name="Anshu Sharma" userId="S::anshu.sharma@sibm.edu.in::f0093823-c5ac-4707-8f6f-ddb96cfa2ed6" providerId="AD" clId="Web-{8F9DD8DE-F7D9-03FD-5CDB-016B05FF2044}" dt="2023-06-28T04:21:00.024" v="171"/>
          <ac:picMkLst>
            <pc:docMk/>
            <pc:sldMk cId="3910780700" sldId="265"/>
            <ac:picMk id="6" creationId="{0B8D6B03-4AB5-2361-837D-4D7771B3D327}"/>
          </ac:picMkLst>
        </pc:picChg>
      </pc:sldChg>
      <pc:sldChg chg="addSp delSp modSp new mod setBg modClrScheme addAnim modAnim setClrOvrMap chgLayout">
        <pc:chgData name="Anshu Sharma" userId="S::anshu.sharma@sibm.edu.in::f0093823-c5ac-4707-8f6f-ddb96cfa2ed6" providerId="AD" clId="Web-{8F9DD8DE-F7D9-03FD-5CDB-016B05FF2044}" dt="2023-06-28T04:20:03.883" v="169"/>
        <pc:sldMkLst>
          <pc:docMk/>
          <pc:sldMk cId="1338720708" sldId="266"/>
        </pc:sldMkLst>
        <pc:spChg chg="mod ord">
          <ac:chgData name="Anshu Sharma" userId="S::anshu.sharma@sibm.edu.in::f0093823-c5ac-4707-8f6f-ddb96cfa2ed6" providerId="AD" clId="Web-{8F9DD8DE-F7D9-03FD-5CDB-016B05FF2044}" dt="2023-06-28T04:19:52.711" v="167"/>
          <ac:spMkLst>
            <pc:docMk/>
            <pc:sldMk cId="1338720708" sldId="266"/>
            <ac:spMk id="2" creationId="{16D7C7B7-3B64-38CA-7D0E-9D14979321DF}"/>
          </ac:spMkLst>
        </pc:spChg>
        <pc:spChg chg="del mod ord">
          <ac:chgData name="Anshu Sharma" userId="S::anshu.sharma@sibm.edu.in::f0093823-c5ac-4707-8f6f-ddb96cfa2ed6" providerId="AD" clId="Web-{8F9DD8DE-F7D9-03FD-5CDB-016B05FF2044}" dt="2023-06-28T04:19:20.601" v="163"/>
          <ac:spMkLst>
            <pc:docMk/>
            <pc:sldMk cId="1338720708" sldId="266"/>
            <ac:spMk id="3" creationId="{B71CF41F-1EB3-0FC7-DB10-F79FC4FA85E2}"/>
          </ac:spMkLst>
        </pc:spChg>
        <pc:spChg chg="add">
          <ac:chgData name="Anshu Sharma" userId="S::anshu.sharma@sibm.edu.in::f0093823-c5ac-4707-8f6f-ddb96cfa2ed6" providerId="AD" clId="Web-{8F9DD8DE-F7D9-03FD-5CDB-016B05FF2044}" dt="2023-06-28T04:19:52.711" v="167"/>
          <ac:spMkLst>
            <pc:docMk/>
            <pc:sldMk cId="1338720708" sldId="266"/>
            <ac:spMk id="9" creationId="{9228552E-C8B1-4A80-8448-0787CE0FC704}"/>
          </ac:spMkLst>
        </pc:spChg>
        <pc:spChg chg="add del mod">
          <ac:chgData name="Anshu Sharma" userId="S::anshu.sharma@sibm.edu.in::f0093823-c5ac-4707-8f6f-ddb96cfa2ed6" providerId="AD" clId="Web-{8F9DD8DE-F7D9-03FD-5CDB-016B05FF2044}" dt="2023-06-28T04:19:23.804" v="164"/>
          <ac:spMkLst>
            <pc:docMk/>
            <pc:sldMk cId="1338720708" sldId="266"/>
            <ac:spMk id="61" creationId="{AD1CC39A-5C96-8D7E-27BB-F6FAF5E8EC2A}"/>
          </ac:spMkLst>
        </pc:spChg>
        <pc:graphicFrameChg chg="add mod modGraphic">
          <ac:chgData name="Anshu Sharma" userId="S::anshu.sharma@sibm.edu.in::f0093823-c5ac-4707-8f6f-ddb96cfa2ed6" providerId="AD" clId="Web-{8F9DD8DE-F7D9-03FD-5CDB-016B05FF2044}" dt="2023-06-28T04:19:52.711" v="167"/>
          <ac:graphicFrameMkLst>
            <pc:docMk/>
            <pc:sldMk cId="1338720708" sldId="266"/>
            <ac:graphicFrameMk id="4" creationId="{CEA6DA48-4DF0-3E0B-3B54-8F3CAF471E0E}"/>
          </ac:graphicFrameMkLst>
        </pc:graphicFrameChg>
      </pc:sldChg>
      <pc:sldChg chg="modSp new">
        <pc:chgData name="Anshu Sharma" userId="S::anshu.sharma@sibm.edu.in::f0093823-c5ac-4707-8f6f-ddb96cfa2ed6" providerId="AD" clId="Web-{8F9DD8DE-F7D9-03FD-5CDB-016B05FF2044}" dt="2023-06-28T04:24:35.466" v="252" actId="20577"/>
        <pc:sldMkLst>
          <pc:docMk/>
          <pc:sldMk cId="2902610151" sldId="267"/>
        </pc:sldMkLst>
        <pc:spChg chg="mod">
          <ac:chgData name="Anshu Sharma" userId="S::anshu.sharma@sibm.edu.in::f0093823-c5ac-4707-8f6f-ddb96cfa2ed6" providerId="AD" clId="Web-{8F9DD8DE-F7D9-03FD-5CDB-016B05FF2044}" dt="2023-06-28T04:23:58.590" v="239" actId="20577"/>
          <ac:spMkLst>
            <pc:docMk/>
            <pc:sldMk cId="2902610151" sldId="267"/>
            <ac:spMk id="2" creationId="{8BD02DF8-F35C-2292-FCF3-98B0A1F7A6AE}"/>
          </ac:spMkLst>
        </pc:spChg>
        <pc:spChg chg="mod">
          <ac:chgData name="Anshu Sharma" userId="S::anshu.sharma@sibm.edu.in::f0093823-c5ac-4707-8f6f-ddb96cfa2ed6" providerId="AD" clId="Web-{8F9DD8DE-F7D9-03FD-5CDB-016B05FF2044}" dt="2023-06-28T04:24:35.466" v="252" actId="20577"/>
          <ac:spMkLst>
            <pc:docMk/>
            <pc:sldMk cId="2902610151" sldId="267"/>
            <ac:spMk id="3" creationId="{43D83EB4-7D56-E610-A85D-3AAD11206C2F}"/>
          </ac:spMkLst>
        </pc:spChg>
      </pc:sldChg>
      <pc:sldChg chg="modSp add replId">
        <pc:chgData name="Anshu Sharma" userId="S::anshu.sharma@sibm.edu.in::f0093823-c5ac-4707-8f6f-ddb96cfa2ed6" providerId="AD" clId="Web-{8F9DD8DE-F7D9-03FD-5CDB-016B05FF2044}" dt="2023-06-28T04:24:23.341" v="248" actId="20577"/>
        <pc:sldMkLst>
          <pc:docMk/>
          <pc:sldMk cId="3229729289" sldId="268"/>
        </pc:sldMkLst>
        <pc:spChg chg="mod">
          <ac:chgData name="Anshu Sharma" userId="S::anshu.sharma@sibm.edu.in::f0093823-c5ac-4707-8f6f-ddb96cfa2ed6" providerId="AD" clId="Web-{8F9DD8DE-F7D9-03FD-5CDB-016B05FF2044}" dt="2023-06-28T04:24:19.637" v="246" actId="20577"/>
          <ac:spMkLst>
            <pc:docMk/>
            <pc:sldMk cId="3229729289" sldId="268"/>
            <ac:spMk id="2" creationId="{8BD02DF8-F35C-2292-FCF3-98B0A1F7A6AE}"/>
          </ac:spMkLst>
        </pc:spChg>
        <pc:spChg chg="mod">
          <ac:chgData name="Anshu Sharma" userId="S::anshu.sharma@sibm.edu.in::f0093823-c5ac-4707-8f6f-ddb96cfa2ed6" providerId="AD" clId="Web-{8F9DD8DE-F7D9-03FD-5CDB-016B05FF2044}" dt="2023-06-28T04:24:23.341" v="248" actId="20577"/>
          <ac:spMkLst>
            <pc:docMk/>
            <pc:sldMk cId="3229729289" sldId="268"/>
            <ac:spMk id="3" creationId="{43D83EB4-7D56-E610-A85D-3AAD11206C2F}"/>
          </ac:spMkLst>
        </pc:spChg>
      </pc:sldChg>
      <pc:sldChg chg="addSp modSp new mod setBg">
        <pc:chgData name="Anshu Sharma" userId="S::anshu.sharma@sibm.edu.in::f0093823-c5ac-4707-8f6f-ddb96cfa2ed6" providerId="AD" clId="Web-{8F9DD8DE-F7D9-03FD-5CDB-016B05FF2044}" dt="2023-06-28T04:37:20.933" v="381"/>
        <pc:sldMkLst>
          <pc:docMk/>
          <pc:sldMk cId="3691421094" sldId="269"/>
        </pc:sldMkLst>
        <pc:spChg chg="mod">
          <ac:chgData name="Anshu Sharma" userId="S::anshu.sharma@sibm.edu.in::f0093823-c5ac-4707-8f6f-ddb96cfa2ed6" providerId="AD" clId="Web-{8F9DD8DE-F7D9-03FD-5CDB-016B05FF2044}" dt="2023-06-28T04:37:20.933" v="381"/>
          <ac:spMkLst>
            <pc:docMk/>
            <pc:sldMk cId="3691421094" sldId="269"/>
            <ac:spMk id="2" creationId="{5D7EDE34-F3BB-F252-ECD9-75F67978EA1A}"/>
          </ac:spMkLst>
        </pc:spChg>
        <pc:spChg chg="mod">
          <ac:chgData name="Anshu Sharma" userId="S::anshu.sharma@sibm.edu.in::f0093823-c5ac-4707-8f6f-ddb96cfa2ed6" providerId="AD" clId="Web-{8F9DD8DE-F7D9-03FD-5CDB-016B05FF2044}" dt="2023-06-28T04:37:20.933" v="381"/>
          <ac:spMkLst>
            <pc:docMk/>
            <pc:sldMk cId="3691421094" sldId="269"/>
            <ac:spMk id="3" creationId="{FD8F8C42-BBDF-4317-4E50-9BF8B21E11B3}"/>
          </ac:spMkLst>
        </pc:spChg>
        <pc:spChg chg="add">
          <ac:chgData name="Anshu Sharma" userId="S::anshu.sharma@sibm.edu.in::f0093823-c5ac-4707-8f6f-ddb96cfa2ed6" providerId="AD" clId="Web-{8F9DD8DE-F7D9-03FD-5CDB-016B05FF2044}" dt="2023-06-28T04:37:20.933" v="381"/>
          <ac:spMkLst>
            <pc:docMk/>
            <pc:sldMk cId="3691421094" sldId="269"/>
            <ac:spMk id="9" creationId="{2C61293E-6EBE-43EF-A52C-9BEBFD7679D4}"/>
          </ac:spMkLst>
        </pc:spChg>
        <pc:spChg chg="add">
          <ac:chgData name="Anshu Sharma" userId="S::anshu.sharma@sibm.edu.in::f0093823-c5ac-4707-8f6f-ddb96cfa2ed6" providerId="AD" clId="Web-{8F9DD8DE-F7D9-03FD-5CDB-016B05FF2044}" dt="2023-06-28T04:37:20.933" v="381"/>
          <ac:spMkLst>
            <pc:docMk/>
            <pc:sldMk cId="3691421094" sldId="269"/>
            <ac:spMk id="11" creationId="{21540236-BFD5-4A9D-8840-4703E7F76825}"/>
          </ac:spMkLst>
        </pc:spChg>
        <pc:picChg chg="add">
          <ac:chgData name="Anshu Sharma" userId="S::anshu.sharma@sibm.edu.in::f0093823-c5ac-4707-8f6f-ddb96cfa2ed6" providerId="AD" clId="Web-{8F9DD8DE-F7D9-03FD-5CDB-016B05FF2044}" dt="2023-06-28T04:37:20.933" v="381"/>
          <ac:picMkLst>
            <pc:docMk/>
            <pc:sldMk cId="3691421094" sldId="269"/>
            <ac:picMk id="5" creationId="{353185C6-1FF7-5E27-2EB6-9DC5CC79C3A1}"/>
          </ac:picMkLst>
        </pc:picChg>
      </pc:sldChg>
      <pc:sldChg chg="addSp delSp modSp new">
        <pc:chgData name="Anshu Sharma" userId="S::anshu.sharma@sibm.edu.in::f0093823-c5ac-4707-8f6f-ddb96cfa2ed6" providerId="AD" clId="Web-{8F9DD8DE-F7D9-03FD-5CDB-016B05FF2044}" dt="2023-06-28T04:52:51.309" v="549"/>
        <pc:sldMkLst>
          <pc:docMk/>
          <pc:sldMk cId="1095475776" sldId="270"/>
        </pc:sldMkLst>
        <pc:spChg chg="mod">
          <ac:chgData name="Anshu Sharma" userId="S::anshu.sharma@sibm.edu.in::f0093823-c5ac-4707-8f6f-ddb96cfa2ed6" providerId="AD" clId="Web-{8F9DD8DE-F7D9-03FD-5CDB-016B05FF2044}" dt="2023-06-28T04:39:05.747" v="394" actId="20577"/>
          <ac:spMkLst>
            <pc:docMk/>
            <pc:sldMk cId="1095475776" sldId="270"/>
            <ac:spMk id="2" creationId="{B4F2D1C5-25BC-5048-164B-118C8E8994E8}"/>
          </ac:spMkLst>
        </pc:spChg>
        <pc:spChg chg="mod">
          <ac:chgData name="Anshu Sharma" userId="S::anshu.sharma@sibm.edu.in::f0093823-c5ac-4707-8f6f-ddb96cfa2ed6" providerId="AD" clId="Web-{8F9DD8DE-F7D9-03FD-5CDB-016B05FF2044}" dt="2023-06-28T04:40:50.265" v="459" actId="20577"/>
          <ac:spMkLst>
            <pc:docMk/>
            <pc:sldMk cId="1095475776" sldId="270"/>
            <ac:spMk id="3" creationId="{7245882F-8733-E436-E246-C6EE19682F82}"/>
          </ac:spMkLst>
        </pc:spChg>
        <pc:spChg chg="add del mod">
          <ac:chgData name="Anshu Sharma" userId="S::anshu.sharma@sibm.edu.in::f0093823-c5ac-4707-8f6f-ddb96cfa2ed6" providerId="AD" clId="Web-{8F9DD8DE-F7D9-03FD-5CDB-016B05FF2044}" dt="2023-06-28T04:52:36.856" v="546"/>
          <ac:spMkLst>
            <pc:docMk/>
            <pc:sldMk cId="1095475776" sldId="270"/>
            <ac:spMk id="4" creationId="{664EE3B5-04A3-74B2-8882-6FE937A54BCF}"/>
          </ac:spMkLst>
        </pc:spChg>
        <pc:spChg chg="add del mod">
          <ac:chgData name="Anshu Sharma" userId="S::anshu.sharma@sibm.edu.in::f0093823-c5ac-4707-8f6f-ddb96cfa2ed6" providerId="AD" clId="Web-{8F9DD8DE-F7D9-03FD-5CDB-016B05FF2044}" dt="2023-06-28T04:52:51.309" v="549"/>
          <ac:spMkLst>
            <pc:docMk/>
            <pc:sldMk cId="1095475776" sldId="270"/>
            <ac:spMk id="5" creationId="{2CE4309A-F594-6894-CC29-B3D25E6C43FC}"/>
          </ac:spMkLst>
        </pc:spChg>
      </pc:sldChg>
      <pc:sldChg chg="modSp new del">
        <pc:chgData name="Anshu Sharma" userId="S::anshu.sharma@sibm.edu.in::f0093823-c5ac-4707-8f6f-ddb96cfa2ed6" providerId="AD" clId="Web-{8F9DD8DE-F7D9-03FD-5CDB-016B05FF2044}" dt="2023-06-28T04:41:24.156" v="475"/>
        <pc:sldMkLst>
          <pc:docMk/>
          <pc:sldMk cId="2139429521" sldId="271"/>
        </pc:sldMkLst>
        <pc:spChg chg="mod">
          <ac:chgData name="Anshu Sharma" userId="S::anshu.sharma@sibm.edu.in::f0093823-c5ac-4707-8f6f-ddb96cfa2ed6" providerId="AD" clId="Web-{8F9DD8DE-F7D9-03FD-5CDB-016B05FF2044}" dt="2023-06-28T04:41:20.187" v="474" actId="20577"/>
          <ac:spMkLst>
            <pc:docMk/>
            <pc:sldMk cId="2139429521" sldId="271"/>
            <ac:spMk id="2" creationId="{08E21008-9B01-777E-3188-50C1EC8F8FC0}"/>
          </ac:spMkLst>
        </pc:spChg>
      </pc:sldChg>
      <pc:sldChg chg="modSp add">
        <pc:chgData name="Anshu Sharma" userId="S::anshu.sharma@sibm.edu.in::f0093823-c5ac-4707-8f6f-ddb96cfa2ed6" providerId="AD" clId="Web-{8F9DD8DE-F7D9-03FD-5CDB-016B05FF2044}" dt="2023-06-28T04:42:06.079" v="500" actId="20577"/>
        <pc:sldMkLst>
          <pc:docMk/>
          <pc:sldMk cId="3548445603" sldId="271"/>
        </pc:sldMkLst>
        <pc:spChg chg="mod">
          <ac:chgData name="Anshu Sharma" userId="S::anshu.sharma@sibm.edu.in::f0093823-c5ac-4707-8f6f-ddb96cfa2ed6" providerId="AD" clId="Web-{8F9DD8DE-F7D9-03FD-5CDB-016B05FF2044}" dt="2023-06-28T04:42:06.079" v="500" actId="20577"/>
          <ac:spMkLst>
            <pc:docMk/>
            <pc:sldMk cId="3548445603" sldId="271"/>
            <ac:spMk id="3" creationId="{A60A1DDE-C349-007A-1FBC-BCDA3C74DA6C}"/>
          </ac:spMkLst>
        </pc:spChg>
      </pc:sldChg>
      <pc:sldChg chg="modSp new">
        <pc:chgData name="Anshu Sharma" userId="S::anshu.sharma@sibm.edu.in::f0093823-c5ac-4707-8f6f-ddb96cfa2ed6" providerId="AD" clId="Web-{8F9DD8DE-F7D9-03FD-5CDB-016B05FF2044}" dt="2023-06-28T04:45:57.208" v="543" actId="20577"/>
        <pc:sldMkLst>
          <pc:docMk/>
          <pc:sldMk cId="668446502" sldId="272"/>
        </pc:sldMkLst>
        <pc:spChg chg="mod">
          <ac:chgData name="Anshu Sharma" userId="S::anshu.sharma@sibm.edu.in::f0093823-c5ac-4707-8f6f-ddb96cfa2ed6" providerId="AD" clId="Web-{8F9DD8DE-F7D9-03FD-5CDB-016B05FF2044}" dt="2023-06-28T04:42:19.845" v="503" actId="20577"/>
          <ac:spMkLst>
            <pc:docMk/>
            <pc:sldMk cId="668446502" sldId="272"/>
            <ac:spMk id="2" creationId="{1C19B5F4-F904-67B9-046E-D7C1CADF71A3}"/>
          </ac:spMkLst>
        </pc:spChg>
        <pc:spChg chg="mod">
          <ac:chgData name="Anshu Sharma" userId="S::anshu.sharma@sibm.edu.in::f0093823-c5ac-4707-8f6f-ddb96cfa2ed6" providerId="AD" clId="Web-{8F9DD8DE-F7D9-03FD-5CDB-016B05FF2044}" dt="2023-06-28T04:45:57.208" v="543" actId="20577"/>
          <ac:spMkLst>
            <pc:docMk/>
            <pc:sldMk cId="668446502" sldId="272"/>
            <ac:spMk id="3" creationId="{150DBC39-49E2-6181-140A-84EFADACE152}"/>
          </ac:spMkLst>
        </pc:spChg>
      </pc:sldChg>
      <pc:sldMasterChg chg="del delSldLayout">
        <pc:chgData name="Anshu Sharma" userId="S::anshu.sharma@sibm.edu.in::f0093823-c5ac-4707-8f6f-ddb96cfa2ed6" providerId="AD" clId="Web-{8F9DD8DE-F7D9-03FD-5CDB-016B05FF2044}" dt="2023-06-28T04:18:30.147" v="158"/>
        <pc:sldMasterMkLst>
          <pc:docMk/>
          <pc:sldMasterMk cId="1910838786" sldId="2147483772"/>
        </pc:sldMasterMkLst>
        <pc:sldLayoutChg chg="del">
          <pc:chgData name="Anshu Sharma" userId="S::anshu.sharma@sibm.edu.in::f0093823-c5ac-4707-8f6f-ddb96cfa2ed6" providerId="AD" clId="Web-{8F9DD8DE-F7D9-03FD-5CDB-016B05FF2044}" dt="2023-06-28T04:18:30.147" v="158"/>
          <pc:sldLayoutMkLst>
            <pc:docMk/>
            <pc:sldMasterMk cId="1910838786" sldId="2147483772"/>
            <pc:sldLayoutMk cId="2033105887" sldId="2147483761"/>
          </pc:sldLayoutMkLst>
        </pc:sldLayoutChg>
        <pc:sldLayoutChg chg="del">
          <pc:chgData name="Anshu Sharma" userId="S::anshu.sharma@sibm.edu.in::f0093823-c5ac-4707-8f6f-ddb96cfa2ed6" providerId="AD" clId="Web-{8F9DD8DE-F7D9-03FD-5CDB-016B05FF2044}" dt="2023-06-28T04:18:30.147" v="158"/>
          <pc:sldLayoutMkLst>
            <pc:docMk/>
            <pc:sldMasterMk cId="1910838786" sldId="2147483772"/>
            <pc:sldLayoutMk cId="2193842270" sldId="2147483762"/>
          </pc:sldLayoutMkLst>
        </pc:sldLayoutChg>
        <pc:sldLayoutChg chg="del">
          <pc:chgData name="Anshu Sharma" userId="S::anshu.sharma@sibm.edu.in::f0093823-c5ac-4707-8f6f-ddb96cfa2ed6" providerId="AD" clId="Web-{8F9DD8DE-F7D9-03FD-5CDB-016B05FF2044}" dt="2023-06-28T04:18:30.147" v="158"/>
          <pc:sldLayoutMkLst>
            <pc:docMk/>
            <pc:sldMasterMk cId="1910838786" sldId="2147483772"/>
            <pc:sldLayoutMk cId="2823999102" sldId="2147483763"/>
          </pc:sldLayoutMkLst>
        </pc:sldLayoutChg>
        <pc:sldLayoutChg chg="del">
          <pc:chgData name="Anshu Sharma" userId="S::anshu.sharma@sibm.edu.in::f0093823-c5ac-4707-8f6f-ddb96cfa2ed6" providerId="AD" clId="Web-{8F9DD8DE-F7D9-03FD-5CDB-016B05FF2044}" dt="2023-06-28T04:18:30.147" v="158"/>
          <pc:sldLayoutMkLst>
            <pc:docMk/>
            <pc:sldMasterMk cId="1910838786" sldId="2147483772"/>
            <pc:sldLayoutMk cId="3586536350" sldId="2147483764"/>
          </pc:sldLayoutMkLst>
        </pc:sldLayoutChg>
        <pc:sldLayoutChg chg="del">
          <pc:chgData name="Anshu Sharma" userId="S::anshu.sharma@sibm.edu.in::f0093823-c5ac-4707-8f6f-ddb96cfa2ed6" providerId="AD" clId="Web-{8F9DD8DE-F7D9-03FD-5CDB-016B05FF2044}" dt="2023-06-28T04:18:30.147" v="158"/>
          <pc:sldLayoutMkLst>
            <pc:docMk/>
            <pc:sldMasterMk cId="1910838786" sldId="2147483772"/>
            <pc:sldLayoutMk cId="359449556" sldId="2147483765"/>
          </pc:sldLayoutMkLst>
        </pc:sldLayoutChg>
        <pc:sldLayoutChg chg="del">
          <pc:chgData name="Anshu Sharma" userId="S::anshu.sharma@sibm.edu.in::f0093823-c5ac-4707-8f6f-ddb96cfa2ed6" providerId="AD" clId="Web-{8F9DD8DE-F7D9-03FD-5CDB-016B05FF2044}" dt="2023-06-28T04:18:30.147" v="158"/>
          <pc:sldLayoutMkLst>
            <pc:docMk/>
            <pc:sldMasterMk cId="1910838786" sldId="2147483772"/>
            <pc:sldLayoutMk cId="1059966638" sldId="2147483766"/>
          </pc:sldLayoutMkLst>
        </pc:sldLayoutChg>
        <pc:sldLayoutChg chg="del">
          <pc:chgData name="Anshu Sharma" userId="S::anshu.sharma@sibm.edu.in::f0093823-c5ac-4707-8f6f-ddb96cfa2ed6" providerId="AD" clId="Web-{8F9DD8DE-F7D9-03FD-5CDB-016B05FF2044}" dt="2023-06-28T04:18:30.147" v="158"/>
          <pc:sldLayoutMkLst>
            <pc:docMk/>
            <pc:sldMasterMk cId="1910838786" sldId="2147483772"/>
            <pc:sldLayoutMk cId="1677509009" sldId="2147483767"/>
          </pc:sldLayoutMkLst>
        </pc:sldLayoutChg>
        <pc:sldLayoutChg chg="del">
          <pc:chgData name="Anshu Sharma" userId="S::anshu.sharma@sibm.edu.in::f0093823-c5ac-4707-8f6f-ddb96cfa2ed6" providerId="AD" clId="Web-{8F9DD8DE-F7D9-03FD-5CDB-016B05FF2044}" dt="2023-06-28T04:18:30.147" v="158"/>
          <pc:sldLayoutMkLst>
            <pc:docMk/>
            <pc:sldMasterMk cId="1910838786" sldId="2147483772"/>
            <pc:sldLayoutMk cId="4024744846" sldId="2147483768"/>
          </pc:sldLayoutMkLst>
        </pc:sldLayoutChg>
        <pc:sldLayoutChg chg="del">
          <pc:chgData name="Anshu Sharma" userId="S::anshu.sharma@sibm.edu.in::f0093823-c5ac-4707-8f6f-ddb96cfa2ed6" providerId="AD" clId="Web-{8F9DD8DE-F7D9-03FD-5CDB-016B05FF2044}" dt="2023-06-28T04:18:30.147" v="158"/>
          <pc:sldLayoutMkLst>
            <pc:docMk/>
            <pc:sldMasterMk cId="1910838786" sldId="2147483772"/>
            <pc:sldLayoutMk cId="2442026912" sldId="2147483769"/>
          </pc:sldLayoutMkLst>
        </pc:sldLayoutChg>
        <pc:sldLayoutChg chg="del">
          <pc:chgData name="Anshu Sharma" userId="S::anshu.sharma@sibm.edu.in::f0093823-c5ac-4707-8f6f-ddb96cfa2ed6" providerId="AD" clId="Web-{8F9DD8DE-F7D9-03FD-5CDB-016B05FF2044}" dt="2023-06-28T04:18:30.147" v="158"/>
          <pc:sldLayoutMkLst>
            <pc:docMk/>
            <pc:sldMasterMk cId="1910838786" sldId="2147483772"/>
            <pc:sldLayoutMk cId="2415027855" sldId="2147483770"/>
          </pc:sldLayoutMkLst>
        </pc:sldLayoutChg>
        <pc:sldLayoutChg chg="del">
          <pc:chgData name="Anshu Sharma" userId="S::anshu.sharma@sibm.edu.in::f0093823-c5ac-4707-8f6f-ddb96cfa2ed6" providerId="AD" clId="Web-{8F9DD8DE-F7D9-03FD-5CDB-016B05FF2044}" dt="2023-06-28T04:18:30.147" v="158"/>
          <pc:sldLayoutMkLst>
            <pc:docMk/>
            <pc:sldMasterMk cId="1910838786" sldId="2147483772"/>
            <pc:sldLayoutMk cId="371297428" sldId="2147483771"/>
          </pc:sldLayoutMkLst>
        </pc:sldLayoutChg>
      </pc:sldMasterChg>
      <pc:sldMasterChg chg="add addSldLayout modSldLayout">
        <pc:chgData name="Anshu Sharma" userId="S::anshu.sharma@sibm.edu.in::f0093823-c5ac-4707-8f6f-ddb96cfa2ed6" providerId="AD" clId="Web-{8F9DD8DE-F7D9-03FD-5CDB-016B05FF2044}" dt="2023-06-28T04:18:30.147" v="158"/>
        <pc:sldMasterMkLst>
          <pc:docMk/>
          <pc:sldMasterMk cId="1371210487" sldId="2147483773"/>
        </pc:sldMasterMkLst>
        <pc:sldLayoutChg chg="add mod replId">
          <pc:chgData name="Anshu Sharma" userId="S::anshu.sharma@sibm.edu.in::f0093823-c5ac-4707-8f6f-ddb96cfa2ed6" providerId="AD" clId="Web-{8F9DD8DE-F7D9-03FD-5CDB-016B05FF2044}" dt="2023-06-28T04:18:30.147" v="158"/>
          <pc:sldLayoutMkLst>
            <pc:docMk/>
            <pc:sldMasterMk cId="1371210487" sldId="2147483773"/>
            <pc:sldLayoutMk cId="784599962" sldId="2147483774"/>
          </pc:sldLayoutMkLst>
        </pc:sldLayoutChg>
        <pc:sldLayoutChg chg="add mod replId">
          <pc:chgData name="Anshu Sharma" userId="S::anshu.sharma@sibm.edu.in::f0093823-c5ac-4707-8f6f-ddb96cfa2ed6" providerId="AD" clId="Web-{8F9DD8DE-F7D9-03FD-5CDB-016B05FF2044}" dt="2023-06-28T04:18:30.147" v="158"/>
          <pc:sldLayoutMkLst>
            <pc:docMk/>
            <pc:sldMasterMk cId="1371210487" sldId="2147483773"/>
            <pc:sldLayoutMk cId="3606798295" sldId="2147483775"/>
          </pc:sldLayoutMkLst>
        </pc:sldLayoutChg>
        <pc:sldLayoutChg chg="add mod replId">
          <pc:chgData name="Anshu Sharma" userId="S::anshu.sharma@sibm.edu.in::f0093823-c5ac-4707-8f6f-ddb96cfa2ed6" providerId="AD" clId="Web-{8F9DD8DE-F7D9-03FD-5CDB-016B05FF2044}" dt="2023-06-28T04:18:30.147" v="158"/>
          <pc:sldLayoutMkLst>
            <pc:docMk/>
            <pc:sldMasterMk cId="1371210487" sldId="2147483773"/>
            <pc:sldLayoutMk cId="1492863149" sldId="2147483776"/>
          </pc:sldLayoutMkLst>
        </pc:sldLayoutChg>
        <pc:sldLayoutChg chg="add mod replId">
          <pc:chgData name="Anshu Sharma" userId="S::anshu.sharma@sibm.edu.in::f0093823-c5ac-4707-8f6f-ddb96cfa2ed6" providerId="AD" clId="Web-{8F9DD8DE-F7D9-03FD-5CDB-016B05FF2044}" dt="2023-06-28T04:18:30.147" v="158"/>
          <pc:sldLayoutMkLst>
            <pc:docMk/>
            <pc:sldMasterMk cId="1371210487" sldId="2147483773"/>
            <pc:sldLayoutMk cId="3589638059" sldId="2147483777"/>
          </pc:sldLayoutMkLst>
        </pc:sldLayoutChg>
        <pc:sldLayoutChg chg="add mod replId">
          <pc:chgData name="Anshu Sharma" userId="S::anshu.sharma@sibm.edu.in::f0093823-c5ac-4707-8f6f-ddb96cfa2ed6" providerId="AD" clId="Web-{8F9DD8DE-F7D9-03FD-5CDB-016B05FF2044}" dt="2023-06-28T04:18:30.147" v="158"/>
          <pc:sldLayoutMkLst>
            <pc:docMk/>
            <pc:sldMasterMk cId="1371210487" sldId="2147483773"/>
            <pc:sldLayoutMk cId="96724507" sldId="2147483778"/>
          </pc:sldLayoutMkLst>
        </pc:sldLayoutChg>
        <pc:sldLayoutChg chg="add mod replId">
          <pc:chgData name="Anshu Sharma" userId="S::anshu.sharma@sibm.edu.in::f0093823-c5ac-4707-8f6f-ddb96cfa2ed6" providerId="AD" clId="Web-{8F9DD8DE-F7D9-03FD-5CDB-016B05FF2044}" dt="2023-06-28T04:18:30.147" v="158"/>
          <pc:sldLayoutMkLst>
            <pc:docMk/>
            <pc:sldMasterMk cId="1371210487" sldId="2147483773"/>
            <pc:sldLayoutMk cId="1082749936" sldId="2147483779"/>
          </pc:sldLayoutMkLst>
        </pc:sldLayoutChg>
        <pc:sldLayoutChg chg="add mod replId">
          <pc:chgData name="Anshu Sharma" userId="S::anshu.sharma@sibm.edu.in::f0093823-c5ac-4707-8f6f-ddb96cfa2ed6" providerId="AD" clId="Web-{8F9DD8DE-F7D9-03FD-5CDB-016B05FF2044}" dt="2023-06-28T04:18:30.147" v="158"/>
          <pc:sldLayoutMkLst>
            <pc:docMk/>
            <pc:sldMasterMk cId="1371210487" sldId="2147483773"/>
            <pc:sldLayoutMk cId="541918473" sldId="2147483780"/>
          </pc:sldLayoutMkLst>
        </pc:sldLayoutChg>
        <pc:sldLayoutChg chg="add mod replId">
          <pc:chgData name="Anshu Sharma" userId="S::anshu.sharma@sibm.edu.in::f0093823-c5ac-4707-8f6f-ddb96cfa2ed6" providerId="AD" clId="Web-{8F9DD8DE-F7D9-03FD-5CDB-016B05FF2044}" dt="2023-06-28T04:18:30.147" v="158"/>
          <pc:sldLayoutMkLst>
            <pc:docMk/>
            <pc:sldMasterMk cId="1371210487" sldId="2147483773"/>
            <pc:sldLayoutMk cId="1456378633" sldId="2147483781"/>
          </pc:sldLayoutMkLst>
        </pc:sldLayoutChg>
        <pc:sldLayoutChg chg="add mod replId">
          <pc:chgData name="Anshu Sharma" userId="S::anshu.sharma@sibm.edu.in::f0093823-c5ac-4707-8f6f-ddb96cfa2ed6" providerId="AD" clId="Web-{8F9DD8DE-F7D9-03FD-5CDB-016B05FF2044}" dt="2023-06-28T04:18:30.147" v="158"/>
          <pc:sldLayoutMkLst>
            <pc:docMk/>
            <pc:sldMasterMk cId="1371210487" sldId="2147483773"/>
            <pc:sldLayoutMk cId="1985186948" sldId="2147483782"/>
          </pc:sldLayoutMkLst>
        </pc:sldLayoutChg>
        <pc:sldLayoutChg chg="add mod replId">
          <pc:chgData name="Anshu Sharma" userId="S::anshu.sharma@sibm.edu.in::f0093823-c5ac-4707-8f6f-ddb96cfa2ed6" providerId="AD" clId="Web-{8F9DD8DE-F7D9-03FD-5CDB-016B05FF2044}" dt="2023-06-28T04:18:30.147" v="158"/>
          <pc:sldLayoutMkLst>
            <pc:docMk/>
            <pc:sldMasterMk cId="1371210487" sldId="2147483773"/>
            <pc:sldLayoutMk cId="3922213556" sldId="2147483783"/>
          </pc:sldLayoutMkLst>
        </pc:sldLayoutChg>
        <pc:sldLayoutChg chg="add mod replId">
          <pc:chgData name="Anshu Sharma" userId="S::anshu.sharma@sibm.edu.in::f0093823-c5ac-4707-8f6f-ddb96cfa2ed6" providerId="AD" clId="Web-{8F9DD8DE-F7D9-03FD-5CDB-016B05FF2044}" dt="2023-06-28T04:18:30.147" v="158"/>
          <pc:sldLayoutMkLst>
            <pc:docMk/>
            <pc:sldMasterMk cId="1371210487" sldId="2147483773"/>
            <pc:sldLayoutMk cId="2043730891" sldId="2147483784"/>
          </pc:sldLayoutMkLst>
        </pc:sldLayoutChg>
      </pc:sldMasterChg>
    </pc:docChg>
  </pc:docChgLst>
  <pc:docChgLst>
    <pc:chgData name="Anshu Sharma" userId="S::anshu.sharma@sibm.edu.in::f0093823-c5ac-4707-8f6f-ddb96cfa2ed6" providerId="AD" clId="Web-{7F9C8B7D-593E-39D1-54D1-F340FE491D1D}"/>
    <pc:docChg chg="modSld">
      <pc:chgData name="Anshu Sharma" userId="S::anshu.sharma@sibm.edu.in::f0093823-c5ac-4707-8f6f-ddb96cfa2ed6" providerId="AD" clId="Web-{7F9C8B7D-593E-39D1-54D1-F340FE491D1D}" dt="2023-06-03T10:08:05.973" v="59" actId="20577"/>
      <pc:docMkLst>
        <pc:docMk/>
      </pc:docMkLst>
      <pc:sldChg chg="modSp">
        <pc:chgData name="Anshu Sharma" userId="S::anshu.sharma@sibm.edu.in::f0093823-c5ac-4707-8f6f-ddb96cfa2ed6" providerId="AD" clId="Web-{7F9C8B7D-593E-39D1-54D1-F340FE491D1D}" dt="2023-06-03T10:08:05.973" v="59" actId="20577"/>
        <pc:sldMkLst>
          <pc:docMk/>
          <pc:sldMk cId="2958298245" sldId="263"/>
        </pc:sldMkLst>
        <pc:spChg chg="mod">
          <ac:chgData name="Anshu Sharma" userId="S::anshu.sharma@sibm.edu.in::f0093823-c5ac-4707-8f6f-ddb96cfa2ed6" providerId="AD" clId="Web-{7F9C8B7D-593E-39D1-54D1-F340FE491D1D}" dt="2023-06-03T10:08:05.973" v="59" actId="20577"/>
          <ac:spMkLst>
            <pc:docMk/>
            <pc:sldMk cId="2958298245" sldId="263"/>
            <ac:spMk id="3" creationId="{7C99EB7C-BC90-433B-6114-D73D0991DEC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DE56E0-BE34-4AD8-AAEB-7CDB750D3C05}" type="doc">
      <dgm:prSet loTypeId="urn:microsoft.com/office/officeart/2005/8/layout/default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6D18771-017B-42A3-8827-329C7A597E1F}">
      <dgm:prSet phldr="0"/>
      <dgm:spPr/>
      <dgm:t>
        <a:bodyPr/>
        <a:lstStyle/>
        <a:p>
          <a:pPr rtl="0"/>
          <a:r>
            <a:rPr lang="en-US">
              <a:latin typeface="Calibri"/>
              <a:cs typeface="Calibri"/>
            </a:rPr>
            <a:t>User experience</a:t>
          </a:r>
        </a:p>
      </dgm:t>
    </dgm:pt>
    <dgm:pt modelId="{7335433F-5AE6-4E46-AC99-502A6B6F0745}" type="parTrans" cxnId="{AE896AE1-F669-45F2-9FA8-CDF08C56B663}">
      <dgm:prSet/>
      <dgm:spPr/>
    </dgm:pt>
    <dgm:pt modelId="{175836F4-05C3-45FA-8537-0082EBFF249D}" type="sibTrans" cxnId="{AE896AE1-F669-45F2-9FA8-CDF08C56B663}">
      <dgm:prSet/>
      <dgm:spPr/>
    </dgm:pt>
    <dgm:pt modelId="{BB5C1401-6941-493A-A96F-E15E7D167DCC}">
      <dgm:prSet phldr="0"/>
      <dgm:spPr/>
      <dgm:t>
        <a:bodyPr/>
        <a:lstStyle/>
        <a:p>
          <a:r>
            <a:rPr lang="en-US">
              <a:latin typeface="Calibri"/>
              <a:cs typeface="Calibri"/>
            </a:rPr>
            <a:t>CTR</a:t>
          </a:r>
        </a:p>
      </dgm:t>
    </dgm:pt>
    <dgm:pt modelId="{DA572F60-8CA6-4184-BE9C-87631775B28E}" type="parTrans" cxnId="{AFB8F81C-D7B8-4E21-A5DC-14A3EA7AFD0C}">
      <dgm:prSet/>
      <dgm:spPr/>
    </dgm:pt>
    <dgm:pt modelId="{7362DC77-6357-4761-A4A3-DE9B33AE9EDB}" type="sibTrans" cxnId="{AFB8F81C-D7B8-4E21-A5DC-14A3EA7AFD0C}">
      <dgm:prSet/>
      <dgm:spPr/>
    </dgm:pt>
    <dgm:pt modelId="{2A0BB137-82ED-4B00-871D-A0C0D8F189D9}">
      <dgm:prSet phldr="0"/>
      <dgm:spPr/>
      <dgm:t>
        <a:bodyPr/>
        <a:lstStyle/>
        <a:p>
          <a:r>
            <a:rPr lang="en-US">
              <a:latin typeface="Calibri"/>
              <a:cs typeface="Calibri"/>
            </a:rPr>
            <a:t>Content-&gt;Search Intent</a:t>
          </a:r>
        </a:p>
      </dgm:t>
    </dgm:pt>
    <dgm:pt modelId="{6440AC70-5D41-4095-8C37-BCDDA98BCF7A}" type="parTrans" cxnId="{70A04560-D416-45B3-8C18-0F7A781DEBE6}">
      <dgm:prSet/>
      <dgm:spPr/>
    </dgm:pt>
    <dgm:pt modelId="{998417FD-599F-4325-BD02-EAAC3AACF731}" type="sibTrans" cxnId="{70A04560-D416-45B3-8C18-0F7A781DEBE6}">
      <dgm:prSet/>
      <dgm:spPr/>
    </dgm:pt>
    <dgm:pt modelId="{4F07B23C-C438-4CAC-90E2-7DE476EF2795}">
      <dgm:prSet phldr="0"/>
      <dgm:spPr/>
      <dgm:t>
        <a:bodyPr/>
        <a:lstStyle/>
        <a:p>
          <a:r>
            <a:rPr lang="en-US">
              <a:latin typeface="Calibri"/>
              <a:cs typeface="Calibri"/>
            </a:rPr>
            <a:t>Page loading speed</a:t>
          </a:r>
        </a:p>
      </dgm:t>
    </dgm:pt>
    <dgm:pt modelId="{6DEF4473-F755-434F-9174-6A60A07546F0}" type="parTrans" cxnId="{F66542D1-429A-4ECC-8D2D-682959D07F71}">
      <dgm:prSet/>
      <dgm:spPr/>
    </dgm:pt>
    <dgm:pt modelId="{6F73A6AA-6990-4FF2-9664-156F838D3568}" type="sibTrans" cxnId="{F66542D1-429A-4ECC-8D2D-682959D07F71}">
      <dgm:prSet/>
      <dgm:spPr/>
    </dgm:pt>
    <dgm:pt modelId="{B4BCDFF9-D363-4A67-8A32-0F8244CD4BD6}">
      <dgm:prSet phldr="0"/>
      <dgm:spPr/>
      <dgm:t>
        <a:bodyPr/>
        <a:lstStyle/>
        <a:p>
          <a:r>
            <a:rPr lang="en-US">
              <a:latin typeface="Calibri"/>
              <a:cs typeface="Calibri"/>
            </a:rPr>
            <a:t>Content depth</a:t>
          </a:r>
        </a:p>
      </dgm:t>
    </dgm:pt>
    <dgm:pt modelId="{10F41E7E-21EA-4AF9-9AEB-C85884196532}" type="parTrans" cxnId="{F2B49260-9BF2-4B6C-BAB9-98A12209BBE1}">
      <dgm:prSet/>
      <dgm:spPr/>
    </dgm:pt>
    <dgm:pt modelId="{FE3A561A-12A3-4927-901A-273B84BF4BF3}" type="sibTrans" cxnId="{F2B49260-9BF2-4B6C-BAB9-98A12209BBE1}">
      <dgm:prSet/>
      <dgm:spPr/>
    </dgm:pt>
    <dgm:pt modelId="{8190D573-1298-43C3-95D1-ECE5859DB8F9}">
      <dgm:prSet phldr="0"/>
      <dgm:spPr/>
      <dgm:t>
        <a:bodyPr/>
        <a:lstStyle/>
        <a:p>
          <a:r>
            <a:rPr lang="en-US">
              <a:latin typeface="Calibri"/>
              <a:cs typeface="Calibri"/>
            </a:rPr>
            <a:t>Engagement</a:t>
          </a:r>
        </a:p>
      </dgm:t>
    </dgm:pt>
    <dgm:pt modelId="{53D8728F-80A0-4155-AB74-C4970DE06239}" type="parTrans" cxnId="{A804445F-6626-43DE-88B8-24F2CB7688AF}">
      <dgm:prSet/>
      <dgm:spPr/>
    </dgm:pt>
    <dgm:pt modelId="{929F3E26-E3DB-47F4-A119-9B468442C31A}" type="sibTrans" cxnId="{A804445F-6626-43DE-88B8-24F2CB7688AF}">
      <dgm:prSet/>
      <dgm:spPr/>
    </dgm:pt>
    <dgm:pt modelId="{74D21C95-D5BC-4939-B295-5EB6D15F53CC}">
      <dgm:prSet phldr="0"/>
      <dgm:spPr/>
      <dgm:t>
        <a:bodyPr/>
        <a:lstStyle/>
        <a:p>
          <a:r>
            <a:rPr lang="en-US">
              <a:latin typeface="Calibri"/>
              <a:cs typeface="Calibri"/>
            </a:rPr>
            <a:t>EAT</a:t>
          </a:r>
        </a:p>
      </dgm:t>
    </dgm:pt>
    <dgm:pt modelId="{590839AA-8FD2-4C5F-874B-E3F2A8C040CD}" type="parTrans" cxnId="{C83F1B88-8BB4-4EDC-B6BA-88B88EA55C12}">
      <dgm:prSet/>
      <dgm:spPr/>
    </dgm:pt>
    <dgm:pt modelId="{C40F62B3-8FEA-44DD-85CD-DDC7DFB306A3}" type="sibTrans" cxnId="{C83F1B88-8BB4-4EDC-B6BA-88B88EA55C12}">
      <dgm:prSet/>
      <dgm:spPr/>
    </dgm:pt>
    <dgm:pt modelId="{2C99412E-2F53-4DA0-8A0C-22656C774A69}" type="pres">
      <dgm:prSet presAssocID="{F9DE56E0-BE34-4AD8-AAEB-7CDB750D3C05}" presName="diagram" presStyleCnt="0">
        <dgm:presLayoutVars>
          <dgm:dir/>
          <dgm:resizeHandles val="exact"/>
        </dgm:presLayoutVars>
      </dgm:prSet>
      <dgm:spPr/>
    </dgm:pt>
    <dgm:pt modelId="{603EFDC0-7002-47A0-985F-35BC5FAA047C}" type="pres">
      <dgm:prSet presAssocID="{B6D18771-017B-42A3-8827-329C7A597E1F}" presName="node" presStyleLbl="node1" presStyleIdx="0" presStyleCnt="7">
        <dgm:presLayoutVars>
          <dgm:bulletEnabled val="1"/>
        </dgm:presLayoutVars>
      </dgm:prSet>
      <dgm:spPr/>
    </dgm:pt>
    <dgm:pt modelId="{93652BD4-A28D-42FA-B8CE-5FD74EEA2020}" type="pres">
      <dgm:prSet presAssocID="{175836F4-05C3-45FA-8537-0082EBFF249D}" presName="sibTrans" presStyleCnt="0"/>
      <dgm:spPr/>
    </dgm:pt>
    <dgm:pt modelId="{01FA9638-2DFA-4C1B-A81B-5DCC23DD901B}" type="pres">
      <dgm:prSet presAssocID="{BB5C1401-6941-493A-A96F-E15E7D167DCC}" presName="node" presStyleLbl="node1" presStyleIdx="1" presStyleCnt="7">
        <dgm:presLayoutVars>
          <dgm:bulletEnabled val="1"/>
        </dgm:presLayoutVars>
      </dgm:prSet>
      <dgm:spPr/>
    </dgm:pt>
    <dgm:pt modelId="{8AC80571-2045-44BD-BE30-09810DAA1AAF}" type="pres">
      <dgm:prSet presAssocID="{7362DC77-6357-4761-A4A3-DE9B33AE9EDB}" presName="sibTrans" presStyleCnt="0"/>
      <dgm:spPr/>
    </dgm:pt>
    <dgm:pt modelId="{C88F6F82-68A5-4E88-9316-FABFD2D1C1E3}" type="pres">
      <dgm:prSet presAssocID="{2A0BB137-82ED-4B00-871D-A0C0D8F189D9}" presName="node" presStyleLbl="node1" presStyleIdx="2" presStyleCnt="7">
        <dgm:presLayoutVars>
          <dgm:bulletEnabled val="1"/>
        </dgm:presLayoutVars>
      </dgm:prSet>
      <dgm:spPr/>
    </dgm:pt>
    <dgm:pt modelId="{5ED35B34-1870-4D2E-BF9D-CC9212E6486F}" type="pres">
      <dgm:prSet presAssocID="{998417FD-599F-4325-BD02-EAAC3AACF731}" presName="sibTrans" presStyleCnt="0"/>
      <dgm:spPr/>
    </dgm:pt>
    <dgm:pt modelId="{3FADC8AD-B4B3-4E72-9DBC-A34DD1262EFE}" type="pres">
      <dgm:prSet presAssocID="{4F07B23C-C438-4CAC-90E2-7DE476EF2795}" presName="node" presStyleLbl="node1" presStyleIdx="3" presStyleCnt="7">
        <dgm:presLayoutVars>
          <dgm:bulletEnabled val="1"/>
        </dgm:presLayoutVars>
      </dgm:prSet>
      <dgm:spPr/>
    </dgm:pt>
    <dgm:pt modelId="{F9D435E1-02C3-4224-B878-AFC0FD846264}" type="pres">
      <dgm:prSet presAssocID="{6F73A6AA-6990-4FF2-9664-156F838D3568}" presName="sibTrans" presStyleCnt="0"/>
      <dgm:spPr/>
    </dgm:pt>
    <dgm:pt modelId="{6A789511-92AC-48B6-9563-BE6FC2DAAEE0}" type="pres">
      <dgm:prSet presAssocID="{B4BCDFF9-D363-4A67-8A32-0F8244CD4BD6}" presName="node" presStyleLbl="node1" presStyleIdx="4" presStyleCnt="7">
        <dgm:presLayoutVars>
          <dgm:bulletEnabled val="1"/>
        </dgm:presLayoutVars>
      </dgm:prSet>
      <dgm:spPr/>
    </dgm:pt>
    <dgm:pt modelId="{DFEA0C1B-3A3B-46DE-AF6D-0AB3CD0CC93D}" type="pres">
      <dgm:prSet presAssocID="{FE3A561A-12A3-4927-901A-273B84BF4BF3}" presName="sibTrans" presStyleCnt="0"/>
      <dgm:spPr/>
    </dgm:pt>
    <dgm:pt modelId="{EF8037C8-24CE-4310-9E2C-3E421C161EB9}" type="pres">
      <dgm:prSet presAssocID="{8190D573-1298-43C3-95D1-ECE5859DB8F9}" presName="node" presStyleLbl="node1" presStyleIdx="5" presStyleCnt="7">
        <dgm:presLayoutVars>
          <dgm:bulletEnabled val="1"/>
        </dgm:presLayoutVars>
      </dgm:prSet>
      <dgm:spPr/>
    </dgm:pt>
    <dgm:pt modelId="{99872CD7-08C9-4D06-95CC-8DA0996AECC3}" type="pres">
      <dgm:prSet presAssocID="{929F3E26-E3DB-47F4-A119-9B468442C31A}" presName="sibTrans" presStyleCnt="0"/>
      <dgm:spPr/>
    </dgm:pt>
    <dgm:pt modelId="{E1EBDE66-3172-4005-8776-21E316F76CEE}" type="pres">
      <dgm:prSet presAssocID="{74D21C95-D5BC-4939-B295-5EB6D15F53CC}" presName="node" presStyleLbl="node1" presStyleIdx="6" presStyleCnt="7">
        <dgm:presLayoutVars>
          <dgm:bulletEnabled val="1"/>
        </dgm:presLayoutVars>
      </dgm:prSet>
      <dgm:spPr/>
    </dgm:pt>
  </dgm:ptLst>
  <dgm:cxnLst>
    <dgm:cxn modelId="{DBF96C0B-759C-49CA-A901-A247AA7A6C17}" type="presOf" srcId="{F9DE56E0-BE34-4AD8-AAEB-7CDB750D3C05}" destId="{2C99412E-2F53-4DA0-8A0C-22656C774A69}" srcOrd="0" destOrd="0" presId="urn:microsoft.com/office/officeart/2005/8/layout/default"/>
    <dgm:cxn modelId="{AFB8F81C-D7B8-4E21-A5DC-14A3EA7AFD0C}" srcId="{F9DE56E0-BE34-4AD8-AAEB-7CDB750D3C05}" destId="{BB5C1401-6941-493A-A96F-E15E7D167DCC}" srcOrd="1" destOrd="0" parTransId="{DA572F60-8CA6-4184-BE9C-87631775B28E}" sibTransId="{7362DC77-6357-4761-A4A3-DE9B33AE9EDB}"/>
    <dgm:cxn modelId="{0FB4E83B-13DD-46DF-8832-B8E78355AF0D}" type="presOf" srcId="{74D21C95-D5BC-4939-B295-5EB6D15F53CC}" destId="{E1EBDE66-3172-4005-8776-21E316F76CEE}" srcOrd="0" destOrd="0" presId="urn:microsoft.com/office/officeart/2005/8/layout/default"/>
    <dgm:cxn modelId="{EA417B3C-E001-474B-8271-D2689CE3C99B}" type="presOf" srcId="{BB5C1401-6941-493A-A96F-E15E7D167DCC}" destId="{01FA9638-2DFA-4C1B-A81B-5DCC23DD901B}" srcOrd="0" destOrd="0" presId="urn:microsoft.com/office/officeart/2005/8/layout/default"/>
    <dgm:cxn modelId="{A804445F-6626-43DE-88B8-24F2CB7688AF}" srcId="{F9DE56E0-BE34-4AD8-AAEB-7CDB750D3C05}" destId="{8190D573-1298-43C3-95D1-ECE5859DB8F9}" srcOrd="5" destOrd="0" parTransId="{53D8728F-80A0-4155-AB74-C4970DE06239}" sibTransId="{929F3E26-E3DB-47F4-A119-9B468442C31A}"/>
    <dgm:cxn modelId="{70A04560-D416-45B3-8C18-0F7A781DEBE6}" srcId="{F9DE56E0-BE34-4AD8-AAEB-7CDB750D3C05}" destId="{2A0BB137-82ED-4B00-871D-A0C0D8F189D9}" srcOrd="2" destOrd="0" parTransId="{6440AC70-5D41-4095-8C37-BCDDA98BCF7A}" sibTransId="{998417FD-599F-4325-BD02-EAAC3AACF731}"/>
    <dgm:cxn modelId="{F2B49260-9BF2-4B6C-BAB9-98A12209BBE1}" srcId="{F9DE56E0-BE34-4AD8-AAEB-7CDB750D3C05}" destId="{B4BCDFF9-D363-4A67-8A32-0F8244CD4BD6}" srcOrd="4" destOrd="0" parTransId="{10F41E7E-21EA-4AF9-9AEB-C85884196532}" sibTransId="{FE3A561A-12A3-4927-901A-273B84BF4BF3}"/>
    <dgm:cxn modelId="{4B73CD4B-B6E0-450E-802A-2EDE0EA35B8E}" type="presOf" srcId="{B6D18771-017B-42A3-8827-329C7A597E1F}" destId="{603EFDC0-7002-47A0-985F-35BC5FAA047C}" srcOrd="0" destOrd="0" presId="urn:microsoft.com/office/officeart/2005/8/layout/default"/>
    <dgm:cxn modelId="{3ABECC79-FBCA-4859-8D99-7998CFF004A6}" type="presOf" srcId="{4F07B23C-C438-4CAC-90E2-7DE476EF2795}" destId="{3FADC8AD-B4B3-4E72-9DBC-A34DD1262EFE}" srcOrd="0" destOrd="0" presId="urn:microsoft.com/office/officeart/2005/8/layout/default"/>
    <dgm:cxn modelId="{BB5E5E82-EF0E-45BF-B24B-667479FF1269}" type="presOf" srcId="{2A0BB137-82ED-4B00-871D-A0C0D8F189D9}" destId="{C88F6F82-68A5-4E88-9316-FABFD2D1C1E3}" srcOrd="0" destOrd="0" presId="urn:microsoft.com/office/officeart/2005/8/layout/default"/>
    <dgm:cxn modelId="{C83F1B88-8BB4-4EDC-B6BA-88B88EA55C12}" srcId="{F9DE56E0-BE34-4AD8-AAEB-7CDB750D3C05}" destId="{74D21C95-D5BC-4939-B295-5EB6D15F53CC}" srcOrd="6" destOrd="0" parTransId="{590839AA-8FD2-4C5F-874B-E3F2A8C040CD}" sibTransId="{C40F62B3-8FEA-44DD-85CD-DDC7DFB306A3}"/>
    <dgm:cxn modelId="{54DC38C3-C758-426F-8260-C5C955AB97D3}" type="presOf" srcId="{B4BCDFF9-D363-4A67-8A32-0F8244CD4BD6}" destId="{6A789511-92AC-48B6-9563-BE6FC2DAAEE0}" srcOrd="0" destOrd="0" presId="urn:microsoft.com/office/officeart/2005/8/layout/default"/>
    <dgm:cxn modelId="{F66542D1-429A-4ECC-8D2D-682959D07F71}" srcId="{F9DE56E0-BE34-4AD8-AAEB-7CDB750D3C05}" destId="{4F07B23C-C438-4CAC-90E2-7DE476EF2795}" srcOrd="3" destOrd="0" parTransId="{6DEF4473-F755-434F-9174-6A60A07546F0}" sibTransId="{6F73A6AA-6990-4FF2-9664-156F838D3568}"/>
    <dgm:cxn modelId="{C62276D1-4670-46C4-9294-CD74F3A4B094}" type="presOf" srcId="{8190D573-1298-43C3-95D1-ECE5859DB8F9}" destId="{EF8037C8-24CE-4310-9E2C-3E421C161EB9}" srcOrd="0" destOrd="0" presId="urn:microsoft.com/office/officeart/2005/8/layout/default"/>
    <dgm:cxn modelId="{AE896AE1-F669-45F2-9FA8-CDF08C56B663}" srcId="{F9DE56E0-BE34-4AD8-AAEB-7CDB750D3C05}" destId="{B6D18771-017B-42A3-8827-329C7A597E1F}" srcOrd="0" destOrd="0" parTransId="{7335433F-5AE6-4E46-AC99-502A6B6F0745}" sibTransId="{175836F4-05C3-45FA-8537-0082EBFF249D}"/>
    <dgm:cxn modelId="{54E525F1-6255-4324-BD8D-CFFD31CA5BBD}" type="presParOf" srcId="{2C99412E-2F53-4DA0-8A0C-22656C774A69}" destId="{603EFDC0-7002-47A0-985F-35BC5FAA047C}" srcOrd="0" destOrd="0" presId="urn:microsoft.com/office/officeart/2005/8/layout/default"/>
    <dgm:cxn modelId="{1258DFA6-E64E-46E2-9F63-342F9B5BD700}" type="presParOf" srcId="{2C99412E-2F53-4DA0-8A0C-22656C774A69}" destId="{93652BD4-A28D-42FA-B8CE-5FD74EEA2020}" srcOrd="1" destOrd="0" presId="urn:microsoft.com/office/officeart/2005/8/layout/default"/>
    <dgm:cxn modelId="{A8DD2EA3-A628-4FA7-8F25-130CEB5BEAE3}" type="presParOf" srcId="{2C99412E-2F53-4DA0-8A0C-22656C774A69}" destId="{01FA9638-2DFA-4C1B-A81B-5DCC23DD901B}" srcOrd="2" destOrd="0" presId="urn:microsoft.com/office/officeart/2005/8/layout/default"/>
    <dgm:cxn modelId="{05890345-12DA-455B-AB0C-37694EFDE4DF}" type="presParOf" srcId="{2C99412E-2F53-4DA0-8A0C-22656C774A69}" destId="{8AC80571-2045-44BD-BE30-09810DAA1AAF}" srcOrd="3" destOrd="0" presId="urn:microsoft.com/office/officeart/2005/8/layout/default"/>
    <dgm:cxn modelId="{5A277546-E3B0-4A37-BC12-036502D65292}" type="presParOf" srcId="{2C99412E-2F53-4DA0-8A0C-22656C774A69}" destId="{C88F6F82-68A5-4E88-9316-FABFD2D1C1E3}" srcOrd="4" destOrd="0" presId="urn:microsoft.com/office/officeart/2005/8/layout/default"/>
    <dgm:cxn modelId="{85787BC0-E526-4FEF-9AD5-9729A791E399}" type="presParOf" srcId="{2C99412E-2F53-4DA0-8A0C-22656C774A69}" destId="{5ED35B34-1870-4D2E-BF9D-CC9212E6486F}" srcOrd="5" destOrd="0" presId="urn:microsoft.com/office/officeart/2005/8/layout/default"/>
    <dgm:cxn modelId="{3E239625-ABC0-440A-BA55-CE23B79A9328}" type="presParOf" srcId="{2C99412E-2F53-4DA0-8A0C-22656C774A69}" destId="{3FADC8AD-B4B3-4E72-9DBC-A34DD1262EFE}" srcOrd="6" destOrd="0" presId="urn:microsoft.com/office/officeart/2005/8/layout/default"/>
    <dgm:cxn modelId="{754A2A80-CFDE-442F-8420-6731CD2C7861}" type="presParOf" srcId="{2C99412E-2F53-4DA0-8A0C-22656C774A69}" destId="{F9D435E1-02C3-4224-B878-AFC0FD846264}" srcOrd="7" destOrd="0" presId="urn:microsoft.com/office/officeart/2005/8/layout/default"/>
    <dgm:cxn modelId="{E580C3B3-AF61-4EC6-88C2-0B77F9659BD7}" type="presParOf" srcId="{2C99412E-2F53-4DA0-8A0C-22656C774A69}" destId="{6A789511-92AC-48B6-9563-BE6FC2DAAEE0}" srcOrd="8" destOrd="0" presId="urn:microsoft.com/office/officeart/2005/8/layout/default"/>
    <dgm:cxn modelId="{880A0B59-F6D1-4F3F-A858-24D21FA17CF5}" type="presParOf" srcId="{2C99412E-2F53-4DA0-8A0C-22656C774A69}" destId="{DFEA0C1B-3A3B-46DE-AF6D-0AB3CD0CC93D}" srcOrd="9" destOrd="0" presId="urn:microsoft.com/office/officeart/2005/8/layout/default"/>
    <dgm:cxn modelId="{BF0AFBC8-1658-4ACE-9BF4-DD06416ADBBD}" type="presParOf" srcId="{2C99412E-2F53-4DA0-8A0C-22656C774A69}" destId="{EF8037C8-24CE-4310-9E2C-3E421C161EB9}" srcOrd="10" destOrd="0" presId="urn:microsoft.com/office/officeart/2005/8/layout/default"/>
    <dgm:cxn modelId="{5F45BEB0-3102-4DF9-8C36-4BC836506241}" type="presParOf" srcId="{2C99412E-2F53-4DA0-8A0C-22656C774A69}" destId="{99872CD7-08C9-4D06-95CC-8DA0996AECC3}" srcOrd="11" destOrd="0" presId="urn:microsoft.com/office/officeart/2005/8/layout/default"/>
    <dgm:cxn modelId="{30BAED8F-1621-478D-8922-E55C2D880F87}" type="presParOf" srcId="{2C99412E-2F53-4DA0-8A0C-22656C774A69}" destId="{E1EBDE66-3172-4005-8776-21E316F76CEE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8C1C043-6D8D-40C6-9A3A-618C67A5C158}" type="doc">
      <dgm:prSet loTypeId="urn:microsoft.com/office/officeart/2005/8/layout/defaul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308B6A8-C6D5-4475-A7E0-D5FC4C2DD16D}">
      <dgm:prSet/>
      <dgm:spPr/>
      <dgm:t>
        <a:bodyPr/>
        <a:lstStyle/>
        <a:p>
          <a:r>
            <a:rPr lang="en-US"/>
            <a:t>Structure of content</a:t>
          </a:r>
        </a:p>
      </dgm:t>
    </dgm:pt>
    <dgm:pt modelId="{7F774BE8-2570-4A1F-A1A6-8E9DA35F09A4}" type="parTrans" cxnId="{523566EC-96A5-4ED5-9C11-97859F68A43C}">
      <dgm:prSet/>
      <dgm:spPr/>
      <dgm:t>
        <a:bodyPr/>
        <a:lstStyle/>
        <a:p>
          <a:endParaRPr lang="en-US"/>
        </a:p>
      </dgm:t>
    </dgm:pt>
    <dgm:pt modelId="{58E1183F-385E-40AA-A15D-CCCF61C5F5C2}" type="sibTrans" cxnId="{523566EC-96A5-4ED5-9C11-97859F68A43C}">
      <dgm:prSet/>
      <dgm:spPr/>
      <dgm:t>
        <a:bodyPr/>
        <a:lstStyle/>
        <a:p>
          <a:endParaRPr lang="en-US"/>
        </a:p>
      </dgm:t>
    </dgm:pt>
    <dgm:pt modelId="{7B3EF2AE-1FDD-4143-A6AD-7FEBCE72B2C5}">
      <dgm:prSet/>
      <dgm:spPr/>
      <dgm:t>
        <a:bodyPr/>
        <a:lstStyle/>
        <a:p>
          <a:r>
            <a:rPr lang="en-US"/>
            <a:t>Keywords in title – optimized title</a:t>
          </a:r>
        </a:p>
      </dgm:t>
    </dgm:pt>
    <dgm:pt modelId="{09E1FC8E-89D5-44FE-B84E-B74C2997BEE9}" type="parTrans" cxnId="{40016E2F-6DBC-41D0-8AE3-5682BE724C9A}">
      <dgm:prSet/>
      <dgm:spPr/>
      <dgm:t>
        <a:bodyPr/>
        <a:lstStyle/>
        <a:p>
          <a:endParaRPr lang="en-US"/>
        </a:p>
      </dgm:t>
    </dgm:pt>
    <dgm:pt modelId="{DC93E054-BEE8-4C7B-BC9C-1E7F9399CD2C}" type="sibTrans" cxnId="{40016E2F-6DBC-41D0-8AE3-5682BE724C9A}">
      <dgm:prSet/>
      <dgm:spPr/>
      <dgm:t>
        <a:bodyPr/>
        <a:lstStyle/>
        <a:p>
          <a:endParaRPr lang="en-US"/>
        </a:p>
      </dgm:t>
    </dgm:pt>
    <dgm:pt modelId="{F5D49DF7-7FF2-4363-9FF9-3436806CC271}">
      <dgm:prSet/>
      <dgm:spPr/>
      <dgm:t>
        <a:bodyPr/>
        <a:lstStyle/>
        <a:p>
          <a:r>
            <a:rPr lang="en-US"/>
            <a:t>Keywords in description</a:t>
          </a:r>
        </a:p>
      </dgm:t>
    </dgm:pt>
    <dgm:pt modelId="{61D55388-F3C4-4F02-8632-EC9C97A32EB4}" type="parTrans" cxnId="{600C157C-A1B1-44F0-9A8A-90039F6D4E4F}">
      <dgm:prSet/>
      <dgm:spPr/>
      <dgm:t>
        <a:bodyPr/>
        <a:lstStyle/>
        <a:p>
          <a:endParaRPr lang="en-US"/>
        </a:p>
      </dgm:t>
    </dgm:pt>
    <dgm:pt modelId="{B62FDEE3-3231-410B-999F-7F715CBB615A}" type="sibTrans" cxnId="{600C157C-A1B1-44F0-9A8A-90039F6D4E4F}">
      <dgm:prSet/>
      <dgm:spPr/>
      <dgm:t>
        <a:bodyPr/>
        <a:lstStyle/>
        <a:p>
          <a:endParaRPr lang="en-US"/>
        </a:p>
      </dgm:t>
    </dgm:pt>
    <dgm:pt modelId="{5B41F8D1-B987-4B7C-B722-A37806F7DAE0}">
      <dgm:prSet/>
      <dgm:spPr/>
      <dgm:t>
        <a:bodyPr/>
        <a:lstStyle/>
        <a:p>
          <a:r>
            <a:rPr lang="en-US"/>
            <a:t>Header Tags – headings, paragraphs</a:t>
          </a:r>
        </a:p>
      </dgm:t>
    </dgm:pt>
    <dgm:pt modelId="{F7988E3E-F14A-483F-B381-1261E6620C85}" type="parTrans" cxnId="{225B2646-46F6-491E-A16A-D7759FA9BC56}">
      <dgm:prSet/>
      <dgm:spPr/>
      <dgm:t>
        <a:bodyPr/>
        <a:lstStyle/>
        <a:p>
          <a:endParaRPr lang="en-US"/>
        </a:p>
      </dgm:t>
    </dgm:pt>
    <dgm:pt modelId="{4E9AB58E-9532-4C6A-818A-8E86127B8335}" type="sibTrans" cxnId="{225B2646-46F6-491E-A16A-D7759FA9BC56}">
      <dgm:prSet/>
      <dgm:spPr/>
      <dgm:t>
        <a:bodyPr/>
        <a:lstStyle/>
        <a:p>
          <a:endParaRPr lang="en-US"/>
        </a:p>
      </dgm:t>
    </dgm:pt>
    <dgm:pt modelId="{BD8CECCB-8B6E-405E-ABBF-D20E664173BD}">
      <dgm:prSet/>
      <dgm:spPr/>
      <dgm:t>
        <a:bodyPr/>
        <a:lstStyle/>
        <a:p>
          <a:r>
            <a:rPr lang="en-US"/>
            <a:t>Image optimization</a:t>
          </a:r>
        </a:p>
      </dgm:t>
    </dgm:pt>
    <dgm:pt modelId="{81255813-D870-43AE-8240-2EDD4CD4CD7B}" type="parTrans" cxnId="{80413C3F-1F1B-4B84-9506-4689445169DA}">
      <dgm:prSet/>
      <dgm:spPr/>
      <dgm:t>
        <a:bodyPr/>
        <a:lstStyle/>
        <a:p>
          <a:endParaRPr lang="en-US"/>
        </a:p>
      </dgm:t>
    </dgm:pt>
    <dgm:pt modelId="{D7DBA03E-B9D3-4A5A-994E-6E8A284A5494}" type="sibTrans" cxnId="{80413C3F-1F1B-4B84-9506-4689445169DA}">
      <dgm:prSet/>
      <dgm:spPr/>
      <dgm:t>
        <a:bodyPr/>
        <a:lstStyle/>
        <a:p>
          <a:endParaRPr lang="en-US"/>
        </a:p>
      </dgm:t>
    </dgm:pt>
    <dgm:pt modelId="{EE87114A-5E96-403D-9859-CB1D7DFA7ACB}">
      <dgm:prSet/>
      <dgm:spPr/>
      <dgm:t>
        <a:bodyPr/>
        <a:lstStyle/>
        <a:p>
          <a:r>
            <a:rPr lang="en-US"/>
            <a:t>Internal linking</a:t>
          </a:r>
        </a:p>
      </dgm:t>
    </dgm:pt>
    <dgm:pt modelId="{E465AF5D-B6AC-4B02-9A74-533A822EBCA6}" type="parTrans" cxnId="{3DEFD392-E1C5-482E-98E8-EA678AA0ABBD}">
      <dgm:prSet/>
      <dgm:spPr/>
      <dgm:t>
        <a:bodyPr/>
        <a:lstStyle/>
        <a:p>
          <a:endParaRPr lang="en-US"/>
        </a:p>
      </dgm:t>
    </dgm:pt>
    <dgm:pt modelId="{316EA8BD-010D-4341-8201-6B024F8B1241}" type="sibTrans" cxnId="{3DEFD392-E1C5-482E-98E8-EA678AA0ABBD}">
      <dgm:prSet/>
      <dgm:spPr/>
      <dgm:t>
        <a:bodyPr/>
        <a:lstStyle/>
        <a:p>
          <a:endParaRPr lang="en-US"/>
        </a:p>
      </dgm:t>
    </dgm:pt>
    <dgm:pt modelId="{730BCE64-46B3-4239-BEFA-CA7804297E5D}">
      <dgm:prSet/>
      <dgm:spPr/>
      <dgm:t>
        <a:bodyPr/>
        <a:lstStyle/>
        <a:p>
          <a:r>
            <a:rPr lang="en-US"/>
            <a:t>Depth of content</a:t>
          </a:r>
        </a:p>
      </dgm:t>
    </dgm:pt>
    <dgm:pt modelId="{C3109277-1DC1-412C-B69D-D6B7575D6459}" type="parTrans" cxnId="{AB49FCC2-7FC4-405B-B3AB-65DC6E4952B9}">
      <dgm:prSet/>
      <dgm:spPr/>
      <dgm:t>
        <a:bodyPr/>
        <a:lstStyle/>
        <a:p>
          <a:endParaRPr lang="en-US"/>
        </a:p>
      </dgm:t>
    </dgm:pt>
    <dgm:pt modelId="{54A4006F-5504-454E-8387-0A592FD404D0}" type="sibTrans" cxnId="{AB49FCC2-7FC4-405B-B3AB-65DC6E4952B9}">
      <dgm:prSet/>
      <dgm:spPr/>
      <dgm:t>
        <a:bodyPr/>
        <a:lstStyle/>
        <a:p>
          <a:endParaRPr lang="en-US"/>
        </a:p>
      </dgm:t>
    </dgm:pt>
    <dgm:pt modelId="{CBD5CB91-FBD3-4D9C-93A1-CB536A0535A5}">
      <dgm:prSet/>
      <dgm:spPr/>
      <dgm:t>
        <a:bodyPr/>
        <a:lstStyle/>
        <a:p>
          <a:r>
            <a:rPr lang="en-US"/>
            <a:t>Schema</a:t>
          </a:r>
        </a:p>
      </dgm:t>
    </dgm:pt>
    <dgm:pt modelId="{39FFBF04-5B86-4F61-976C-5E4A4AAC4098}" type="parTrans" cxnId="{4305BC72-E285-4DC4-8CF0-EBA22B97DE2C}">
      <dgm:prSet/>
      <dgm:spPr/>
      <dgm:t>
        <a:bodyPr/>
        <a:lstStyle/>
        <a:p>
          <a:endParaRPr lang="en-US"/>
        </a:p>
      </dgm:t>
    </dgm:pt>
    <dgm:pt modelId="{F2C9CDAA-AC6A-4D02-89DC-225CC6F2246C}" type="sibTrans" cxnId="{4305BC72-E285-4DC4-8CF0-EBA22B97DE2C}">
      <dgm:prSet/>
      <dgm:spPr/>
      <dgm:t>
        <a:bodyPr/>
        <a:lstStyle/>
        <a:p>
          <a:endParaRPr lang="en-US"/>
        </a:p>
      </dgm:t>
    </dgm:pt>
    <dgm:pt modelId="{F7BF30F1-F588-46D3-9F63-9C1F4298E4AA}">
      <dgm:prSet/>
      <dgm:spPr/>
      <dgm:t>
        <a:bodyPr/>
        <a:lstStyle/>
        <a:p>
          <a:r>
            <a:rPr lang="en-US"/>
            <a:t>Optimized URLs</a:t>
          </a:r>
        </a:p>
      </dgm:t>
    </dgm:pt>
    <dgm:pt modelId="{8B0639E7-8A3F-4C46-B285-50CCA3E6E022}" type="parTrans" cxnId="{BA2E41FC-B05F-4F0C-8439-22C0DACAC9A6}">
      <dgm:prSet/>
      <dgm:spPr/>
      <dgm:t>
        <a:bodyPr/>
        <a:lstStyle/>
        <a:p>
          <a:endParaRPr lang="en-US"/>
        </a:p>
      </dgm:t>
    </dgm:pt>
    <dgm:pt modelId="{F2C65A1A-38BB-4F1B-8754-CC60DC538622}" type="sibTrans" cxnId="{BA2E41FC-B05F-4F0C-8439-22C0DACAC9A6}">
      <dgm:prSet/>
      <dgm:spPr/>
      <dgm:t>
        <a:bodyPr/>
        <a:lstStyle/>
        <a:p>
          <a:endParaRPr lang="en-US"/>
        </a:p>
      </dgm:t>
    </dgm:pt>
    <dgm:pt modelId="{CAAF9125-5A44-4B59-B36D-3CB0EC86A589}" type="pres">
      <dgm:prSet presAssocID="{18C1C043-6D8D-40C6-9A3A-618C67A5C158}" presName="diagram" presStyleCnt="0">
        <dgm:presLayoutVars>
          <dgm:dir/>
          <dgm:resizeHandles val="exact"/>
        </dgm:presLayoutVars>
      </dgm:prSet>
      <dgm:spPr/>
    </dgm:pt>
    <dgm:pt modelId="{4BE08DDA-E267-432B-BEB5-0CF42052C61A}" type="pres">
      <dgm:prSet presAssocID="{5308B6A8-C6D5-4475-A7E0-D5FC4C2DD16D}" presName="node" presStyleLbl="node1" presStyleIdx="0" presStyleCnt="9">
        <dgm:presLayoutVars>
          <dgm:bulletEnabled val="1"/>
        </dgm:presLayoutVars>
      </dgm:prSet>
      <dgm:spPr/>
    </dgm:pt>
    <dgm:pt modelId="{312BF07C-7DD0-4FD0-880A-E2332E9F6B85}" type="pres">
      <dgm:prSet presAssocID="{58E1183F-385E-40AA-A15D-CCCF61C5F5C2}" presName="sibTrans" presStyleCnt="0"/>
      <dgm:spPr/>
    </dgm:pt>
    <dgm:pt modelId="{35DB7E56-C134-4EC4-AF1A-D9E9040F0DAF}" type="pres">
      <dgm:prSet presAssocID="{7B3EF2AE-1FDD-4143-A6AD-7FEBCE72B2C5}" presName="node" presStyleLbl="node1" presStyleIdx="1" presStyleCnt="9">
        <dgm:presLayoutVars>
          <dgm:bulletEnabled val="1"/>
        </dgm:presLayoutVars>
      </dgm:prSet>
      <dgm:spPr/>
    </dgm:pt>
    <dgm:pt modelId="{3026F55D-3901-4F82-BC02-936EEA60F6C1}" type="pres">
      <dgm:prSet presAssocID="{DC93E054-BEE8-4C7B-BC9C-1E7F9399CD2C}" presName="sibTrans" presStyleCnt="0"/>
      <dgm:spPr/>
    </dgm:pt>
    <dgm:pt modelId="{B3FF6D1D-C07C-4412-89B4-1707A84A2642}" type="pres">
      <dgm:prSet presAssocID="{F5D49DF7-7FF2-4363-9FF9-3436806CC271}" presName="node" presStyleLbl="node1" presStyleIdx="2" presStyleCnt="9">
        <dgm:presLayoutVars>
          <dgm:bulletEnabled val="1"/>
        </dgm:presLayoutVars>
      </dgm:prSet>
      <dgm:spPr/>
    </dgm:pt>
    <dgm:pt modelId="{BF40203D-A1B5-400D-9514-853190704390}" type="pres">
      <dgm:prSet presAssocID="{B62FDEE3-3231-410B-999F-7F715CBB615A}" presName="sibTrans" presStyleCnt="0"/>
      <dgm:spPr/>
    </dgm:pt>
    <dgm:pt modelId="{6EE1DA7B-D46A-4BBD-BFC3-4AA99996699F}" type="pres">
      <dgm:prSet presAssocID="{5B41F8D1-B987-4B7C-B722-A37806F7DAE0}" presName="node" presStyleLbl="node1" presStyleIdx="3" presStyleCnt="9">
        <dgm:presLayoutVars>
          <dgm:bulletEnabled val="1"/>
        </dgm:presLayoutVars>
      </dgm:prSet>
      <dgm:spPr/>
    </dgm:pt>
    <dgm:pt modelId="{B1D23BBA-BDAA-405B-9DD5-E02D807FA6CF}" type="pres">
      <dgm:prSet presAssocID="{4E9AB58E-9532-4C6A-818A-8E86127B8335}" presName="sibTrans" presStyleCnt="0"/>
      <dgm:spPr/>
    </dgm:pt>
    <dgm:pt modelId="{1C819FDB-656E-4779-AE1C-8A77108C1CAD}" type="pres">
      <dgm:prSet presAssocID="{BD8CECCB-8B6E-405E-ABBF-D20E664173BD}" presName="node" presStyleLbl="node1" presStyleIdx="4" presStyleCnt="9">
        <dgm:presLayoutVars>
          <dgm:bulletEnabled val="1"/>
        </dgm:presLayoutVars>
      </dgm:prSet>
      <dgm:spPr/>
    </dgm:pt>
    <dgm:pt modelId="{513B516D-B68D-42E6-A646-4C9DC3FE34CA}" type="pres">
      <dgm:prSet presAssocID="{D7DBA03E-B9D3-4A5A-994E-6E8A284A5494}" presName="sibTrans" presStyleCnt="0"/>
      <dgm:spPr/>
    </dgm:pt>
    <dgm:pt modelId="{CA20653F-F8AF-4A11-9B3C-D6799E4CA6DE}" type="pres">
      <dgm:prSet presAssocID="{EE87114A-5E96-403D-9859-CB1D7DFA7ACB}" presName="node" presStyleLbl="node1" presStyleIdx="5" presStyleCnt="9">
        <dgm:presLayoutVars>
          <dgm:bulletEnabled val="1"/>
        </dgm:presLayoutVars>
      </dgm:prSet>
      <dgm:spPr/>
    </dgm:pt>
    <dgm:pt modelId="{C1894D34-BEA1-41BB-8A98-C868B95A5D56}" type="pres">
      <dgm:prSet presAssocID="{316EA8BD-010D-4341-8201-6B024F8B1241}" presName="sibTrans" presStyleCnt="0"/>
      <dgm:spPr/>
    </dgm:pt>
    <dgm:pt modelId="{CB561A74-C569-4DEA-99C8-1FA8B33593AB}" type="pres">
      <dgm:prSet presAssocID="{730BCE64-46B3-4239-BEFA-CA7804297E5D}" presName="node" presStyleLbl="node1" presStyleIdx="6" presStyleCnt="9">
        <dgm:presLayoutVars>
          <dgm:bulletEnabled val="1"/>
        </dgm:presLayoutVars>
      </dgm:prSet>
      <dgm:spPr/>
    </dgm:pt>
    <dgm:pt modelId="{AE9E25AE-61B9-4100-875B-5191BF6708D5}" type="pres">
      <dgm:prSet presAssocID="{54A4006F-5504-454E-8387-0A592FD404D0}" presName="sibTrans" presStyleCnt="0"/>
      <dgm:spPr/>
    </dgm:pt>
    <dgm:pt modelId="{4C6C8618-15D3-4986-BBCF-86CB155A2370}" type="pres">
      <dgm:prSet presAssocID="{CBD5CB91-FBD3-4D9C-93A1-CB536A0535A5}" presName="node" presStyleLbl="node1" presStyleIdx="7" presStyleCnt="9">
        <dgm:presLayoutVars>
          <dgm:bulletEnabled val="1"/>
        </dgm:presLayoutVars>
      </dgm:prSet>
      <dgm:spPr/>
    </dgm:pt>
    <dgm:pt modelId="{5A97A35B-7FC2-47E8-B305-97F60E196B1A}" type="pres">
      <dgm:prSet presAssocID="{F2C9CDAA-AC6A-4D02-89DC-225CC6F2246C}" presName="sibTrans" presStyleCnt="0"/>
      <dgm:spPr/>
    </dgm:pt>
    <dgm:pt modelId="{06949220-8A75-4D47-86F5-A92A8296E303}" type="pres">
      <dgm:prSet presAssocID="{F7BF30F1-F588-46D3-9F63-9C1F4298E4AA}" presName="node" presStyleLbl="node1" presStyleIdx="8" presStyleCnt="9">
        <dgm:presLayoutVars>
          <dgm:bulletEnabled val="1"/>
        </dgm:presLayoutVars>
      </dgm:prSet>
      <dgm:spPr/>
    </dgm:pt>
  </dgm:ptLst>
  <dgm:cxnLst>
    <dgm:cxn modelId="{7C76F619-D110-42A7-860A-C5F78B8DDE13}" type="presOf" srcId="{5B41F8D1-B987-4B7C-B722-A37806F7DAE0}" destId="{6EE1DA7B-D46A-4BBD-BFC3-4AA99996699F}" srcOrd="0" destOrd="0" presId="urn:microsoft.com/office/officeart/2005/8/layout/default"/>
    <dgm:cxn modelId="{40016E2F-6DBC-41D0-8AE3-5682BE724C9A}" srcId="{18C1C043-6D8D-40C6-9A3A-618C67A5C158}" destId="{7B3EF2AE-1FDD-4143-A6AD-7FEBCE72B2C5}" srcOrd="1" destOrd="0" parTransId="{09E1FC8E-89D5-44FE-B84E-B74C2997BEE9}" sibTransId="{DC93E054-BEE8-4C7B-BC9C-1E7F9399CD2C}"/>
    <dgm:cxn modelId="{80413C3F-1F1B-4B84-9506-4689445169DA}" srcId="{18C1C043-6D8D-40C6-9A3A-618C67A5C158}" destId="{BD8CECCB-8B6E-405E-ABBF-D20E664173BD}" srcOrd="4" destOrd="0" parTransId="{81255813-D870-43AE-8240-2EDD4CD4CD7B}" sibTransId="{D7DBA03E-B9D3-4A5A-994E-6E8A284A5494}"/>
    <dgm:cxn modelId="{B231145F-6B67-486F-8959-F7FF46CFA418}" type="presOf" srcId="{EE87114A-5E96-403D-9859-CB1D7DFA7ACB}" destId="{CA20653F-F8AF-4A11-9B3C-D6799E4CA6DE}" srcOrd="0" destOrd="0" presId="urn:microsoft.com/office/officeart/2005/8/layout/default"/>
    <dgm:cxn modelId="{35184364-3666-4A5B-88C3-A79BA7D1F52D}" type="presOf" srcId="{CBD5CB91-FBD3-4D9C-93A1-CB536A0535A5}" destId="{4C6C8618-15D3-4986-BBCF-86CB155A2370}" srcOrd="0" destOrd="0" presId="urn:microsoft.com/office/officeart/2005/8/layout/default"/>
    <dgm:cxn modelId="{C89D4444-0A77-41AF-98C7-14E356C260B8}" type="presOf" srcId="{F5D49DF7-7FF2-4363-9FF9-3436806CC271}" destId="{B3FF6D1D-C07C-4412-89B4-1707A84A2642}" srcOrd="0" destOrd="0" presId="urn:microsoft.com/office/officeart/2005/8/layout/default"/>
    <dgm:cxn modelId="{225B2646-46F6-491E-A16A-D7759FA9BC56}" srcId="{18C1C043-6D8D-40C6-9A3A-618C67A5C158}" destId="{5B41F8D1-B987-4B7C-B722-A37806F7DAE0}" srcOrd="3" destOrd="0" parTransId="{F7988E3E-F14A-483F-B381-1261E6620C85}" sibTransId="{4E9AB58E-9532-4C6A-818A-8E86127B8335}"/>
    <dgm:cxn modelId="{220AE36C-CBE5-4CE9-9BA6-774B075CB88D}" type="presOf" srcId="{730BCE64-46B3-4239-BEFA-CA7804297E5D}" destId="{CB561A74-C569-4DEA-99C8-1FA8B33593AB}" srcOrd="0" destOrd="0" presId="urn:microsoft.com/office/officeart/2005/8/layout/default"/>
    <dgm:cxn modelId="{4305BC72-E285-4DC4-8CF0-EBA22B97DE2C}" srcId="{18C1C043-6D8D-40C6-9A3A-618C67A5C158}" destId="{CBD5CB91-FBD3-4D9C-93A1-CB536A0535A5}" srcOrd="7" destOrd="0" parTransId="{39FFBF04-5B86-4F61-976C-5E4A4AAC4098}" sibTransId="{F2C9CDAA-AC6A-4D02-89DC-225CC6F2246C}"/>
    <dgm:cxn modelId="{3F053875-9352-4413-B001-426B45A998FE}" type="presOf" srcId="{BD8CECCB-8B6E-405E-ABBF-D20E664173BD}" destId="{1C819FDB-656E-4779-AE1C-8A77108C1CAD}" srcOrd="0" destOrd="0" presId="urn:microsoft.com/office/officeart/2005/8/layout/default"/>
    <dgm:cxn modelId="{2A065158-C1EB-4A77-B3CC-4FB08A699946}" type="presOf" srcId="{5308B6A8-C6D5-4475-A7E0-D5FC4C2DD16D}" destId="{4BE08DDA-E267-432B-BEB5-0CF42052C61A}" srcOrd="0" destOrd="0" presId="urn:microsoft.com/office/officeart/2005/8/layout/default"/>
    <dgm:cxn modelId="{600C157C-A1B1-44F0-9A8A-90039F6D4E4F}" srcId="{18C1C043-6D8D-40C6-9A3A-618C67A5C158}" destId="{F5D49DF7-7FF2-4363-9FF9-3436806CC271}" srcOrd="2" destOrd="0" parTransId="{61D55388-F3C4-4F02-8632-EC9C97A32EB4}" sibTransId="{B62FDEE3-3231-410B-999F-7F715CBB615A}"/>
    <dgm:cxn modelId="{3DEFD392-E1C5-482E-98E8-EA678AA0ABBD}" srcId="{18C1C043-6D8D-40C6-9A3A-618C67A5C158}" destId="{EE87114A-5E96-403D-9859-CB1D7DFA7ACB}" srcOrd="5" destOrd="0" parTransId="{E465AF5D-B6AC-4B02-9A74-533A822EBCA6}" sibTransId="{316EA8BD-010D-4341-8201-6B024F8B1241}"/>
    <dgm:cxn modelId="{ED6D72AA-4457-4B08-AD0C-2A5F45F74D65}" type="presOf" srcId="{18C1C043-6D8D-40C6-9A3A-618C67A5C158}" destId="{CAAF9125-5A44-4B59-B36D-3CB0EC86A589}" srcOrd="0" destOrd="0" presId="urn:microsoft.com/office/officeart/2005/8/layout/default"/>
    <dgm:cxn modelId="{31461DC0-5C05-4DA6-99C1-45B771E33E94}" type="presOf" srcId="{F7BF30F1-F588-46D3-9F63-9C1F4298E4AA}" destId="{06949220-8A75-4D47-86F5-A92A8296E303}" srcOrd="0" destOrd="0" presId="urn:microsoft.com/office/officeart/2005/8/layout/default"/>
    <dgm:cxn modelId="{AB49FCC2-7FC4-405B-B3AB-65DC6E4952B9}" srcId="{18C1C043-6D8D-40C6-9A3A-618C67A5C158}" destId="{730BCE64-46B3-4239-BEFA-CA7804297E5D}" srcOrd="6" destOrd="0" parTransId="{C3109277-1DC1-412C-B69D-D6B7575D6459}" sibTransId="{54A4006F-5504-454E-8387-0A592FD404D0}"/>
    <dgm:cxn modelId="{AF9E23E1-2872-4D23-95CB-327DAEF14FBA}" type="presOf" srcId="{7B3EF2AE-1FDD-4143-A6AD-7FEBCE72B2C5}" destId="{35DB7E56-C134-4EC4-AF1A-D9E9040F0DAF}" srcOrd="0" destOrd="0" presId="urn:microsoft.com/office/officeart/2005/8/layout/default"/>
    <dgm:cxn modelId="{523566EC-96A5-4ED5-9C11-97859F68A43C}" srcId="{18C1C043-6D8D-40C6-9A3A-618C67A5C158}" destId="{5308B6A8-C6D5-4475-A7E0-D5FC4C2DD16D}" srcOrd="0" destOrd="0" parTransId="{7F774BE8-2570-4A1F-A1A6-8E9DA35F09A4}" sibTransId="{58E1183F-385E-40AA-A15D-CCCF61C5F5C2}"/>
    <dgm:cxn modelId="{BA2E41FC-B05F-4F0C-8439-22C0DACAC9A6}" srcId="{18C1C043-6D8D-40C6-9A3A-618C67A5C158}" destId="{F7BF30F1-F588-46D3-9F63-9C1F4298E4AA}" srcOrd="8" destOrd="0" parTransId="{8B0639E7-8A3F-4C46-B285-50CCA3E6E022}" sibTransId="{F2C65A1A-38BB-4F1B-8754-CC60DC538622}"/>
    <dgm:cxn modelId="{488A9659-1D5E-4668-BDA2-FE81B1EC0F3E}" type="presParOf" srcId="{CAAF9125-5A44-4B59-B36D-3CB0EC86A589}" destId="{4BE08DDA-E267-432B-BEB5-0CF42052C61A}" srcOrd="0" destOrd="0" presId="urn:microsoft.com/office/officeart/2005/8/layout/default"/>
    <dgm:cxn modelId="{E5FD3D33-2A84-495E-A0A0-2199D3187034}" type="presParOf" srcId="{CAAF9125-5A44-4B59-B36D-3CB0EC86A589}" destId="{312BF07C-7DD0-4FD0-880A-E2332E9F6B85}" srcOrd="1" destOrd="0" presId="urn:microsoft.com/office/officeart/2005/8/layout/default"/>
    <dgm:cxn modelId="{CBADF374-1C15-4250-B4FF-927E4B723810}" type="presParOf" srcId="{CAAF9125-5A44-4B59-B36D-3CB0EC86A589}" destId="{35DB7E56-C134-4EC4-AF1A-D9E9040F0DAF}" srcOrd="2" destOrd="0" presId="urn:microsoft.com/office/officeart/2005/8/layout/default"/>
    <dgm:cxn modelId="{A536BA99-5917-4459-AF48-3B2D9D23DB55}" type="presParOf" srcId="{CAAF9125-5A44-4B59-B36D-3CB0EC86A589}" destId="{3026F55D-3901-4F82-BC02-936EEA60F6C1}" srcOrd="3" destOrd="0" presId="urn:microsoft.com/office/officeart/2005/8/layout/default"/>
    <dgm:cxn modelId="{2494AE82-265F-4AE4-9ABA-A5B8D9CD4FFF}" type="presParOf" srcId="{CAAF9125-5A44-4B59-B36D-3CB0EC86A589}" destId="{B3FF6D1D-C07C-4412-89B4-1707A84A2642}" srcOrd="4" destOrd="0" presId="urn:microsoft.com/office/officeart/2005/8/layout/default"/>
    <dgm:cxn modelId="{0E78AEA2-C7C3-40DD-A3D8-CA50AF8A55B4}" type="presParOf" srcId="{CAAF9125-5A44-4B59-B36D-3CB0EC86A589}" destId="{BF40203D-A1B5-400D-9514-853190704390}" srcOrd="5" destOrd="0" presId="urn:microsoft.com/office/officeart/2005/8/layout/default"/>
    <dgm:cxn modelId="{8626217F-3F3E-48F3-AA20-4F1E020FADB2}" type="presParOf" srcId="{CAAF9125-5A44-4B59-B36D-3CB0EC86A589}" destId="{6EE1DA7B-D46A-4BBD-BFC3-4AA99996699F}" srcOrd="6" destOrd="0" presId="urn:microsoft.com/office/officeart/2005/8/layout/default"/>
    <dgm:cxn modelId="{AB1B8C9F-A3B0-48BE-81C3-06D12AC7D1FA}" type="presParOf" srcId="{CAAF9125-5A44-4B59-B36D-3CB0EC86A589}" destId="{B1D23BBA-BDAA-405B-9DD5-E02D807FA6CF}" srcOrd="7" destOrd="0" presId="urn:microsoft.com/office/officeart/2005/8/layout/default"/>
    <dgm:cxn modelId="{E0A69AA6-64ED-4325-80B5-440A063D349C}" type="presParOf" srcId="{CAAF9125-5A44-4B59-B36D-3CB0EC86A589}" destId="{1C819FDB-656E-4779-AE1C-8A77108C1CAD}" srcOrd="8" destOrd="0" presId="urn:microsoft.com/office/officeart/2005/8/layout/default"/>
    <dgm:cxn modelId="{7B9769D7-4539-4A60-B6E7-6AB4A90097B4}" type="presParOf" srcId="{CAAF9125-5A44-4B59-B36D-3CB0EC86A589}" destId="{513B516D-B68D-42E6-A646-4C9DC3FE34CA}" srcOrd="9" destOrd="0" presId="urn:microsoft.com/office/officeart/2005/8/layout/default"/>
    <dgm:cxn modelId="{03D8B4FB-4C55-4EFC-87E2-5E94163A4F62}" type="presParOf" srcId="{CAAF9125-5A44-4B59-B36D-3CB0EC86A589}" destId="{CA20653F-F8AF-4A11-9B3C-D6799E4CA6DE}" srcOrd="10" destOrd="0" presId="urn:microsoft.com/office/officeart/2005/8/layout/default"/>
    <dgm:cxn modelId="{7A2C9389-E9CA-423E-9233-EFCC2FF9594A}" type="presParOf" srcId="{CAAF9125-5A44-4B59-B36D-3CB0EC86A589}" destId="{C1894D34-BEA1-41BB-8A98-C868B95A5D56}" srcOrd="11" destOrd="0" presId="urn:microsoft.com/office/officeart/2005/8/layout/default"/>
    <dgm:cxn modelId="{049FFA0C-9E85-412C-AFEB-638498369834}" type="presParOf" srcId="{CAAF9125-5A44-4B59-B36D-3CB0EC86A589}" destId="{CB561A74-C569-4DEA-99C8-1FA8B33593AB}" srcOrd="12" destOrd="0" presId="urn:microsoft.com/office/officeart/2005/8/layout/default"/>
    <dgm:cxn modelId="{6543E4A0-30E0-4B53-9D0D-E3FBDC4C4414}" type="presParOf" srcId="{CAAF9125-5A44-4B59-B36D-3CB0EC86A589}" destId="{AE9E25AE-61B9-4100-875B-5191BF6708D5}" srcOrd="13" destOrd="0" presId="urn:microsoft.com/office/officeart/2005/8/layout/default"/>
    <dgm:cxn modelId="{4ABAE0FD-174E-4A71-A18F-1D075D0435E6}" type="presParOf" srcId="{CAAF9125-5A44-4B59-B36D-3CB0EC86A589}" destId="{4C6C8618-15D3-4986-BBCF-86CB155A2370}" srcOrd="14" destOrd="0" presId="urn:microsoft.com/office/officeart/2005/8/layout/default"/>
    <dgm:cxn modelId="{F49234F1-5CED-470E-891D-3DA14FA2C29D}" type="presParOf" srcId="{CAAF9125-5A44-4B59-B36D-3CB0EC86A589}" destId="{5A97A35B-7FC2-47E8-B305-97F60E196B1A}" srcOrd="15" destOrd="0" presId="urn:microsoft.com/office/officeart/2005/8/layout/default"/>
    <dgm:cxn modelId="{BA440C3C-FC12-4B5B-96B5-4CAA4894A427}" type="presParOf" srcId="{CAAF9125-5A44-4B59-B36D-3CB0EC86A589}" destId="{06949220-8A75-4D47-86F5-A92A8296E303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3EFDC0-7002-47A0-985F-35BC5FAA047C}">
      <dsp:nvSpPr>
        <dsp:cNvPr id="0" name=""/>
        <dsp:cNvSpPr/>
      </dsp:nvSpPr>
      <dsp:spPr>
        <a:xfrm>
          <a:off x="3080" y="587032"/>
          <a:ext cx="2444055" cy="14664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Calibri"/>
              <a:cs typeface="Calibri"/>
            </a:rPr>
            <a:t>User experience</a:t>
          </a:r>
        </a:p>
      </dsp:txBody>
      <dsp:txXfrm>
        <a:off x="3080" y="587032"/>
        <a:ext cx="2444055" cy="1466433"/>
      </dsp:txXfrm>
    </dsp:sp>
    <dsp:sp modelId="{01FA9638-2DFA-4C1B-A81B-5DCC23DD901B}">
      <dsp:nvSpPr>
        <dsp:cNvPr id="0" name=""/>
        <dsp:cNvSpPr/>
      </dsp:nvSpPr>
      <dsp:spPr>
        <a:xfrm>
          <a:off x="2691541" y="587032"/>
          <a:ext cx="2444055" cy="14664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Calibri"/>
              <a:cs typeface="Calibri"/>
            </a:rPr>
            <a:t>CTR</a:t>
          </a:r>
        </a:p>
      </dsp:txBody>
      <dsp:txXfrm>
        <a:off x="2691541" y="587032"/>
        <a:ext cx="2444055" cy="1466433"/>
      </dsp:txXfrm>
    </dsp:sp>
    <dsp:sp modelId="{C88F6F82-68A5-4E88-9316-FABFD2D1C1E3}">
      <dsp:nvSpPr>
        <dsp:cNvPr id="0" name=""/>
        <dsp:cNvSpPr/>
      </dsp:nvSpPr>
      <dsp:spPr>
        <a:xfrm>
          <a:off x="5380002" y="587032"/>
          <a:ext cx="2444055" cy="146643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Calibri"/>
              <a:cs typeface="Calibri"/>
            </a:rPr>
            <a:t>Content-&gt;Search Intent</a:t>
          </a:r>
        </a:p>
      </dsp:txBody>
      <dsp:txXfrm>
        <a:off x="5380002" y="587032"/>
        <a:ext cx="2444055" cy="1466433"/>
      </dsp:txXfrm>
    </dsp:sp>
    <dsp:sp modelId="{3FADC8AD-B4B3-4E72-9DBC-A34DD1262EFE}">
      <dsp:nvSpPr>
        <dsp:cNvPr id="0" name=""/>
        <dsp:cNvSpPr/>
      </dsp:nvSpPr>
      <dsp:spPr>
        <a:xfrm>
          <a:off x="8068463" y="587032"/>
          <a:ext cx="2444055" cy="146643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Calibri"/>
              <a:cs typeface="Calibri"/>
            </a:rPr>
            <a:t>Page loading speed</a:t>
          </a:r>
        </a:p>
      </dsp:txBody>
      <dsp:txXfrm>
        <a:off x="8068463" y="587032"/>
        <a:ext cx="2444055" cy="1466433"/>
      </dsp:txXfrm>
    </dsp:sp>
    <dsp:sp modelId="{6A789511-92AC-48B6-9563-BE6FC2DAAEE0}">
      <dsp:nvSpPr>
        <dsp:cNvPr id="0" name=""/>
        <dsp:cNvSpPr/>
      </dsp:nvSpPr>
      <dsp:spPr>
        <a:xfrm>
          <a:off x="1347311" y="2297871"/>
          <a:ext cx="2444055" cy="146643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Calibri"/>
              <a:cs typeface="Calibri"/>
            </a:rPr>
            <a:t>Content depth</a:t>
          </a:r>
        </a:p>
      </dsp:txBody>
      <dsp:txXfrm>
        <a:off x="1347311" y="2297871"/>
        <a:ext cx="2444055" cy="1466433"/>
      </dsp:txXfrm>
    </dsp:sp>
    <dsp:sp modelId="{EF8037C8-24CE-4310-9E2C-3E421C161EB9}">
      <dsp:nvSpPr>
        <dsp:cNvPr id="0" name=""/>
        <dsp:cNvSpPr/>
      </dsp:nvSpPr>
      <dsp:spPr>
        <a:xfrm>
          <a:off x="4035772" y="2297871"/>
          <a:ext cx="2444055" cy="14664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Calibri"/>
              <a:cs typeface="Calibri"/>
            </a:rPr>
            <a:t>Engagement</a:t>
          </a:r>
        </a:p>
      </dsp:txBody>
      <dsp:txXfrm>
        <a:off x="4035772" y="2297871"/>
        <a:ext cx="2444055" cy="1466433"/>
      </dsp:txXfrm>
    </dsp:sp>
    <dsp:sp modelId="{E1EBDE66-3172-4005-8776-21E316F76CEE}">
      <dsp:nvSpPr>
        <dsp:cNvPr id="0" name=""/>
        <dsp:cNvSpPr/>
      </dsp:nvSpPr>
      <dsp:spPr>
        <a:xfrm>
          <a:off x="6724233" y="2297871"/>
          <a:ext cx="2444055" cy="14664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Calibri"/>
              <a:cs typeface="Calibri"/>
            </a:rPr>
            <a:t>EAT</a:t>
          </a:r>
        </a:p>
      </dsp:txBody>
      <dsp:txXfrm>
        <a:off x="6724233" y="2297871"/>
        <a:ext cx="2444055" cy="14664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E08DDA-E267-432B-BEB5-0CF42052C61A}">
      <dsp:nvSpPr>
        <dsp:cNvPr id="0" name=""/>
        <dsp:cNvSpPr/>
      </dsp:nvSpPr>
      <dsp:spPr>
        <a:xfrm>
          <a:off x="582645" y="1178"/>
          <a:ext cx="2174490" cy="130469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Structure of content</a:t>
          </a:r>
        </a:p>
      </dsp:txBody>
      <dsp:txXfrm>
        <a:off x="582645" y="1178"/>
        <a:ext cx="2174490" cy="1304694"/>
      </dsp:txXfrm>
    </dsp:sp>
    <dsp:sp modelId="{35DB7E56-C134-4EC4-AF1A-D9E9040F0DAF}">
      <dsp:nvSpPr>
        <dsp:cNvPr id="0" name=""/>
        <dsp:cNvSpPr/>
      </dsp:nvSpPr>
      <dsp:spPr>
        <a:xfrm>
          <a:off x="2974584" y="1178"/>
          <a:ext cx="2174490" cy="1304694"/>
        </a:xfrm>
        <a:prstGeom prst="rect">
          <a:avLst/>
        </a:prstGeom>
        <a:gradFill rotWithShape="0">
          <a:gsLst>
            <a:gs pos="0">
              <a:schemeClr val="accent5">
                <a:hueOff val="-844818"/>
                <a:satOff val="-2177"/>
                <a:lumOff val="-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44818"/>
                <a:satOff val="-2177"/>
                <a:lumOff val="-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44818"/>
                <a:satOff val="-2177"/>
                <a:lumOff val="-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Keywords in title – optimized title</a:t>
          </a:r>
        </a:p>
      </dsp:txBody>
      <dsp:txXfrm>
        <a:off x="2974584" y="1178"/>
        <a:ext cx="2174490" cy="1304694"/>
      </dsp:txXfrm>
    </dsp:sp>
    <dsp:sp modelId="{B3FF6D1D-C07C-4412-89B4-1707A84A2642}">
      <dsp:nvSpPr>
        <dsp:cNvPr id="0" name=""/>
        <dsp:cNvSpPr/>
      </dsp:nvSpPr>
      <dsp:spPr>
        <a:xfrm>
          <a:off x="5366524" y="1178"/>
          <a:ext cx="2174490" cy="1304694"/>
        </a:xfrm>
        <a:prstGeom prst="rect">
          <a:avLst/>
        </a:prstGeom>
        <a:gradFill rotWithShape="0">
          <a:gsLst>
            <a:gs pos="0">
              <a:schemeClr val="accent5">
                <a:hueOff val="-1689636"/>
                <a:satOff val="-4355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689636"/>
                <a:satOff val="-4355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689636"/>
                <a:satOff val="-4355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Keywords in description</a:t>
          </a:r>
        </a:p>
      </dsp:txBody>
      <dsp:txXfrm>
        <a:off x="5366524" y="1178"/>
        <a:ext cx="2174490" cy="1304694"/>
      </dsp:txXfrm>
    </dsp:sp>
    <dsp:sp modelId="{6EE1DA7B-D46A-4BBD-BFC3-4AA99996699F}">
      <dsp:nvSpPr>
        <dsp:cNvPr id="0" name=""/>
        <dsp:cNvSpPr/>
      </dsp:nvSpPr>
      <dsp:spPr>
        <a:xfrm>
          <a:off x="7758464" y="1178"/>
          <a:ext cx="2174490" cy="1304694"/>
        </a:xfrm>
        <a:prstGeom prst="rect">
          <a:avLst/>
        </a:prstGeom>
        <a:gradFill rotWithShape="0">
          <a:gsLst>
            <a:gs pos="0">
              <a:schemeClr val="accent5">
                <a:hueOff val="-2534453"/>
                <a:satOff val="-6532"/>
                <a:lumOff val="-441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534453"/>
                <a:satOff val="-6532"/>
                <a:lumOff val="-441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534453"/>
                <a:satOff val="-6532"/>
                <a:lumOff val="-441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Header Tags – headings, paragraphs</a:t>
          </a:r>
        </a:p>
      </dsp:txBody>
      <dsp:txXfrm>
        <a:off x="7758464" y="1178"/>
        <a:ext cx="2174490" cy="1304694"/>
      </dsp:txXfrm>
    </dsp:sp>
    <dsp:sp modelId="{1C819FDB-656E-4779-AE1C-8A77108C1CAD}">
      <dsp:nvSpPr>
        <dsp:cNvPr id="0" name=""/>
        <dsp:cNvSpPr/>
      </dsp:nvSpPr>
      <dsp:spPr>
        <a:xfrm>
          <a:off x="582645" y="1523321"/>
          <a:ext cx="2174490" cy="1304694"/>
        </a:xfrm>
        <a:prstGeom prst="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Image optimization</a:t>
          </a:r>
        </a:p>
      </dsp:txBody>
      <dsp:txXfrm>
        <a:off x="582645" y="1523321"/>
        <a:ext cx="2174490" cy="1304694"/>
      </dsp:txXfrm>
    </dsp:sp>
    <dsp:sp modelId="{CA20653F-F8AF-4A11-9B3C-D6799E4CA6DE}">
      <dsp:nvSpPr>
        <dsp:cNvPr id="0" name=""/>
        <dsp:cNvSpPr/>
      </dsp:nvSpPr>
      <dsp:spPr>
        <a:xfrm>
          <a:off x="2974584" y="1523321"/>
          <a:ext cx="2174490" cy="1304694"/>
        </a:xfrm>
        <a:prstGeom prst="rect">
          <a:avLst/>
        </a:prstGeom>
        <a:gradFill rotWithShape="0">
          <a:gsLst>
            <a:gs pos="0">
              <a:schemeClr val="accent5">
                <a:hueOff val="-4224089"/>
                <a:satOff val="-10887"/>
                <a:lumOff val="-735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224089"/>
                <a:satOff val="-10887"/>
                <a:lumOff val="-735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224089"/>
                <a:satOff val="-10887"/>
                <a:lumOff val="-735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Internal linking</a:t>
          </a:r>
        </a:p>
      </dsp:txBody>
      <dsp:txXfrm>
        <a:off x="2974584" y="1523321"/>
        <a:ext cx="2174490" cy="1304694"/>
      </dsp:txXfrm>
    </dsp:sp>
    <dsp:sp modelId="{CB561A74-C569-4DEA-99C8-1FA8B33593AB}">
      <dsp:nvSpPr>
        <dsp:cNvPr id="0" name=""/>
        <dsp:cNvSpPr/>
      </dsp:nvSpPr>
      <dsp:spPr>
        <a:xfrm>
          <a:off x="5366524" y="1523321"/>
          <a:ext cx="2174490" cy="1304694"/>
        </a:xfrm>
        <a:prstGeom prst="rect">
          <a:avLst/>
        </a:prstGeom>
        <a:gradFill rotWithShape="0">
          <a:gsLst>
            <a:gs pos="0">
              <a:schemeClr val="accent5">
                <a:hueOff val="-5068907"/>
                <a:satOff val="-13064"/>
                <a:lumOff val="-88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068907"/>
                <a:satOff val="-13064"/>
                <a:lumOff val="-88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068907"/>
                <a:satOff val="-13064"/>
                <a:lumOff val="-88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Depth of content</a:t>
          </a:r>
        </a:p>
      </dsp:txBody>
      <dsp:txXfrm>
        <a:off x="5366524" y="1523321"/>
        <a:ext cx="2174490" cy="1304694"/>
      </dsp:txXfrm>
    </dsp:sp>
    <dsp:sp modelId="{4C6C8618-15D3-4986-BBCF-86CB155A2370}">
      <dsp:nvSpPr>
        <dsp:cNvPr id="0" name=""/>
        <dsp:cNvSpPr/>
      </dsp:nvSpPr>
      <dsp:spPr>
        <a:xfrm>
          <a:off x="7758464" y="1523321"/>
          <a:ext cx="2174490" cy="1304694"/>
        </a:xfrm>
        <a:prstGeom prst="rect">
          <a:avLst/>
        </a:prstGeom>
        <a:gradFill rotWithShape="0">
          <a:gsLst>
            <a:gs pos="0">
              <a:schemeClr val="accent5">
                <a:hueOff val="-5913725"/>
                <a:satOff val="-15242"/>
                <a:lumOff val="-1029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913725"/>
                <a:satOff val="-15242"/>
                <a:lumOff val="-1029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913725"/>
                <a:satOff val="-15242"/>
                <a:lumOff val="-1029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Schema</a:t>
          </a:r>
        </a:p>
      </dsp:txBody>
      <dsp:txXfrm>
        <a:off x="7758464" y="1523321"/>
        <a:ext cx="2174490" cy="1304694"/>
      </dsp:txXfrm>
    </dsp:sp>
    <dsp:sp modelId="{06949220-8A75-4D47-86F5-A92A8296E303}">
      <dsp:nvSpPr>
        <dsp:cNvPr id="0" name=""/>
        <dsp:cNvSpPr/>
      </dsp:nvSpPr>
      <dsp:spPr>
        <a:xfrm>
          <a:off x="4170554" y="3045465"/>
          <a:ext cx="2174490" cy="1304694"/>
        </a:xfrm>
        <a:prstGeom prst="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Optimized URLs</a:t>
          </a:r>
        </a:p>
      </dsp:txBody>
      <dsp:txXfrm>
        <a:off x="4170554" y="3045465"/>
        <a:ext cx="2174490" cy="13046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599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798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863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638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24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749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918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378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186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213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730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210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rtent.com/serp-preview-tool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search.google.com/test/mobile-friendly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trends.google.com/trends/explore?q=leadership%20development&amp;date=now%201-d&amp;geo=IN&amp;hl=en" TargetMode="External"/><Relationship Id="rId2" Type="http://schemas.openxmlformats.org/officeDocument/2006/relationships/hyperlink" Target="https://moz.com/domain-analysis?site=indianleadershipacademy.com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technicalseo.com/tools/schema-markup-generator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871A4-3938-8991-23CC-47E0C37A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Meiryo"/>
              </a:rPr>
              <a:t>How to bring customers to your web presence?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9EB7C-BC90-433B-6114-D73D0991D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/>
          <a:lstStyle/>
          <a:p>
            <a:r>
              <a:rPr lang="en-US" dirty="0">
                <a:ea typeface="Meiryo"/>
              </a:rPr>
              <a:t>Organic Search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Ads</a:t>
            </a:r>
          </a:p>
          <a:p>
            <a:r>
              <a:rPr lang="en-US" dirty="0">
                <a:ea typeface="Meiryo"/>
              </a:rPr>
              <a:t>Direct</a:t>
            </a:r>
            <a:endParaRPr lang="en-US" dirty="0"/>
          </a:p>
          <a:p>
            <a:r>
              <a:rPr lang="en-US" dirty="0">
                <a:ea typeface="Meiryo"/>
              </a:rPr>
              <a:t>Referral</a:t>
            </a:r>
          </a:p>
          <a:p>
            <a:r>
              <a:rPr lang="en-US" dirty="0">
                <a:ea typeface="Meiryo"/>
              </a:rPr>
              <a:t>Social Media Campaigns</a:t>
            </a:r>
          </a:p>
          <a:p>
            <a:r>
              <a:rPr lang="en-US" dirty="0">
                <a:ea typeface="Meiryo"/>
              </a:rPr>
              <a:t>Email Campaigns</a:t>
            </a:r>
          </a:p>
        </p:txBody>
      </p:sp>
    </p:spTree>
    <p:extLst>
      <p:ext uri="{BB962C8B-B14F-4D97-AF65-F5344CB8AC3E}">
        <p14:creationId xmlns:p14="http://schemas.microsoft.com/office/powerpoint/2010/main" val="2958298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930C0-72CF-FBF6-3F39-05BB6EC82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Meiryo"/>
              </a:rPr>
              <a:t>Is your website ready?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9BE1D-8FA0-A9FF-16A1-9FE70D9EC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/>
          <a:lstStyle/>
          <a:p>
            <a:pPr marL="0" indent="0">
              <a:buNone/>
            </a:pPr>
            <a:r>
              <a:rPr lang="en-US" dirty="0">
                <a:ea typeface="Meiryo"/>
              </a:rPr>
              <a:t>Website basics</a:t>
            </a:r>
          </a:p>
        </p:txBody>
      </p:sp>
    </p:spTree>
    <p:extLst>
      <p:ext uri="{BB962C8B-B14F-4D97-AF65-F5344CB8AC3E}">
        <p14:creationId xmlns:p14="http://schemas.microsoft.com/office/powerpoint/2010/main" val="788469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0C3E3BF-B09C-7873-187E-417A0CC62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705" y="542926"/>
            <a:ext cx="4439894" cy="1668143"/>
          </a:xfrm>
        </p:spPr>
        <p:txBody>
          <a:bodyPr>
            <a:normAutofit/>
          </a:bodyPr>
          <a:lstStyle/>
          <a:p>
            <a:r>
              <a:rPr lang="en-US" dirty="0">
                <a:ea typeface="Meiryo"/>
              </a:rPr>
              <a:t>How Search works?</a:t>
            </a:r>
            <a:endParaRPr lang="en-US" dirty="0"/>
          </a:p>
        </p:txBody>
      </p:sp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1E0FFE95-5D54-B12D-CE08-FE0348B61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8706" y="2211069"/>
            <a:ext cx="4439894" cy="4113531"/>
          </a:xfrm>
        </p:spPr>
        <p:txBody>
          <a:bodyPr lIns="109728" tIns="109728" rIns="109728" bIns="91440" anchor="t">
            <a:normAutofit/>
          </a:bodyPr>
          <a:lstStyle/>
          <a:p>
            <a:r>
              <a:rPr lang="en-US" dirty="0">
                <a:ea typeface="Meiryo"/>
              </a:rPr>
              <a:t>Pages not Website</a:t>
            </a:r>
          </a:p>
          <a:p>
            <a:r>
              <a:rPr lang="en-US" dirty="0">
                <a:ea typeface="Meiryo"/>
              </a:rPr>
              <a:t>Crawling</a:t>
            </a:r>
            <a:endParaRPr lang="en-US" dirty="0"/>
          </a:p>
          <a:p>
            <a:r>
              <a:rPr lang="en-US" dirty="0">
                <a:ea typeface="Meiryo"/>
              </a:rPr>
              <a:t>Indexing</a:t>
            </a:r>
          </a:p>
          <a:p>
            <a:r>
              <a:rPr lang="en-US" dirty="0">
                <a:ea typeface="Meiryo"/>
              </a:rPr>
              <a:t>Ranking Algorithms</a:t>
            </a:r>
          </a:p>
          <a:p>
            <a:r>
              <a:rPr lang="en-US" dirty="0">
                <a:ea typeface="Meiryo"/>
              </a:rPr>
              <a:t>SERPs</a:t>
            </a:r>
          </a:p>
          <a:p>
            <a:r>
              <a:rPr lang="en-US" dirty="0">
                <a:ea typeface="Meiryo"/>
              </a:rPr>
              <a:t>Google Search Console</a:t>
            </a:r>
          </a:p>
        </p:txBody>
      </p:sp>
      <p:pic>
        <p:nvPicPr>
          <p:cNvPr id="7" name="Picture 7" descr="Icon&#10;&#10;Description automatically generated">
            <a:extLst>
              <a:ext uri="{FF2B5EF4-FFF2-40B4-BE49-F238E27FC236}">
                <a16:creationId xmlns:a16="http://schemas.microsoft.com/office/drawing/2014/main" id="{C2855211-E6B7-181C-5D7A-DF222CDAD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67747"/>
            <a:ext cx="5270053" cy="312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413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6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3">
            <a:extLst>
              <a:ext uri="{FF2B5EF4-FFF2-40B4-BE49-F238E27FC236}">
                <a16:creationId xmlns:a16="http://schemas.microsoft.com/office/drawing/2014/main" id="{E211542F-6332-9901-4EDE-2B328B6DA4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128" t="6484" r="3290" b="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6" name="Rectangle 28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cs typeface="Calibri Light"/>
              </a:rPr>
              <a:t>Search Engine Optimization (SEO)</a:t>
            </a:r>
            <a:endParaRPr lang="en-US" sz="4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000">
                <a:cs typeface="Calibri"/>
              </a:rPr>
              <a:t>Anshu Sharma</a:t>
            </a:r>
            <a:endParaRPr lang="en-US" sz="20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A0F0E-31E7-DB8C-36A8-70BE5FB2C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Meiryo"/>
              </a:rPr>
              <a:t>Topics to cover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15325-9380-D5AE-AE21-E4C473347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>
            <a:normAutofit/>
          </a:bodyPr>
          <a:lstStyle/>
          <a:p>
            <a:r>
              <a:rPr lang="en-US" sz="3200" dirty="0">
                <a:ea typeface="+mn-lt"/>
                <a:cs typeface="+mn-lt"/>
              </a:rPr>
              <a:t>What is SEO?</a:t>
            </a:r>
            <a:endParaRPr lang="en-US" sz="3200" dirty="0">
              <a:ea typeface="Meiryo"/>
            </a:endParaRPr>
          </a:p>
          <a:p>
            <a:r>
              <a:rPr lang="en-US" sz="3200" dirty="0">
                <a:ea typeface="+mn-lt"/>
                <a:cs typeface="+mn-lt"/>
              </a:rPr>
              <a:t>Types of SEO</a:t>
            </a:r>
          </a:p>
          <a:p>
            <a:r>
              <a:rPr lang="en-US" sz="3200" dirty="0">
                <a:ea typeface="+mn-lt"/>
                <a:cs typeface="+mn-lt"/>
              </a:rPr>
              <a:t>What is On- Page SEO?</a:t>
            </a:r>
            <a:endParaRPr lang="en-US" sz="3200" dirty="0">
              <a:ea typeface="Meiryo"/>
            </a:endParaRPr>
          </a:p>
          <a:p>
            <a:r>
              <a:rPr lang="en-US" sz="3200" dirty="0">
                <a:ea typeface="+mn-lt"/>
                <a:cs typeface="+mn-lt"/>
              </a:rPr>
              <a:t>Keywords</a:t>
            </a:r>
            <a:endParaRPr lang="en-US" sz="3200" dirty="0">
              <a:ea typeface="Meiryo"/>
            </a:endParaRPr>
          </a:p>
          <a:p>
            <a:r>
              <a:rPr lang="en-US" sz="3200" dirty="0">
                <a:ea typeface="+mn-lt"/>
                <a:cs typeface="+mn-lt"/>
              </a:rPr>
              <a:t>Website Design</a:t>
            </a:r>
          </a:p>
          <a:p>
            <a:r>
              <a:rPr lang="en-US" sz="3200" dirty="0">
                <a:ea typeface="+mn-lt"/>
                <a:cs typeface="+mn-lt"/>
              </a:rPr>
              <a:t>On Page SEO factors</a:t>
            </a:r>
            <a:endParaRPr lang="en-US" sz="3200"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2894456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D7C7B7-3B64-38CA-7D0E-9D149793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Meiryo"/>
              </a:rPr>
              <a:t>Google's priorities</a:t>
            </a:r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4" name="Diagram 4">
            <a:extLst>
              <a:ext uri="{FF2B5EF4-FFF2-40B4-BE49-F238E27FC236}">
                <a16:creationId xmlns:a16="http://schemas.microsoft.com/office/drawing/2014/main" id="{CEA6DA48-4DF0-3E0B-3B54-8F3CAF471E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543881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8720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03EFDC0-7002-47A0-985F-35BC5FAA04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603EFDC0-7002-47A0-985F-35BC5FAA04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603EFDC0-7002-47A0-985F-35BC5FAA04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1FA9638-2DFA-4C1B-A81B-5DCC23DD9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01FA9638-2DFA-4C1B-A81B-5DCC23DD9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01FA9638-2DFA-4C1B-A81B-5DCC23DD9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88F6F82-68A5-4E88-9316-FABFD2D1C1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graphicEl>
                                              <a:dgm id="{C88F6F82-68A5-4E88-9316-FABFD2D1C1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graphicEl>
                                              <a:dgm id="{C88F6F82-68A5-4E88-9316-FABFD2D1C1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FADC8AD-B4B3-4E72-9DBC-A34DD1262E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graphicEl>
                                              <a:dgm id="{3FADC8AD-B4B3-4E72-9DBC-A34DD1262E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graphicEl>
                                              <a:dgm id="{3FADC8AD-B4B3-4E72-9DBC-A34DD1262E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A789511-92AC-48B6-9563-BE6FC2DAAE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graphicEl>
                                              <a:dgm id="{6A789511-92AC-48B6-9563-BE6FC2DAAE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graphicEl>
                                              <a:dgm id="{6A789511-92AC-48B6-9563-BE6FC2DAAE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F8037C8-24CE-4310-9E2C-3E421C161E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graphicEl>
                                              <a:dgm id="{EF8037C8-24CE-4310-9E2C-3E421C161E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graphicEl>
                                              <a:dgm id="{EF8037C8-24CE-4310-9E2C-3E421C161E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1EBDE66-3172-4005-8776-21E316F76C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graphicEl>
                                              <a:dgm id="{E1EBDE66-3172-4005-8776-21E316F76C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graphicEl>
                                              <a:dgm id="{E1EBDE66-3172-4005-8776-21E316F76C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8D6B03-4AB5-2361-837D-4D7771B3D3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14286" r="-2" b="-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268EE1-277C-9237-800B-889E91E9F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Meiryo"/>
              </a:rPr>
              <a:t>On-page SEO factors</a:t>
            </a:r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39BB6A-BA42-4D6F-DEED-9D73EE42BE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028966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10780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BE08DDA-E267-432B-BEB5-0CF42052C6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4BE08DDA-E267-432B-BEB5-0CF42052C6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4BE08DDA-E267-432B-BEB5-0CF42052C6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5DB7E56-C134-4EC4-AF1A-D9E9040F0D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graphicEl>
                                              <a:dgm id="{35DB7E56-C134-4EC4-AF1A-D9E9040F0D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graphicEl>
                                              <a:dgm id="{35DB7E56-C134-4EC4-AF1A-D9E9040F0D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3FF6D1D-C07C-4412-89B4-1707A84A26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graphicEl>
                                              <a:dgm id="{B3FF6D1D-C07C-4412-89B4-1707A84A26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graphicEl>
                                              <a:dgm id="{B3FF6D1D-C07C-4412-89B4-1707A84A26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EE1DA7B-D46A-4BBD-BFC3-4AA9999669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6EE1DA7B-D46A-4BBD-BFC3-4AA9999669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6EE1DA7B-D46A-4BBD-BFC3-4AA9999669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C819FDB-656E-4779-AE1C-8A77108C1C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graphicEl>
                                              <a:dgm id="{1C819FDB-656E-4779-AE1C-8A77108C1C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graphicEl>
                                              <a:dgm id="{1C819FDB-656E-4779-AE1C-8A77108C1C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A20653F-F8AF-4A11-9B3C-D6799E4CA6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graphicEl>
                                              <a:dgm id="{CA20653F-F8AF-4A11-9B3C-D6799E4CA6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graphicEl>
                                              <a:dgm id="{CA20653F-F8AF-4A11-9B3C-D6799E4CA6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B561A74-C569-4DEA-99C8-1FA8B33593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CB561A74-C569-4DEA-99C8-1FA8B33593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CB561A74-C569-4DEA-99C8-1FA8B33593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C6C8618-15D3-4986-BBCF-86CB155A23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graphicEl>
                                              <a:dgm id="{4C6C8618-15D3-4986-BBCF-86CB155A23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graphicEl>
                                              <a:dgm id="{4C6C8618-15D3-4986-BBCF-86CB155A23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6949220-8A75-4D47-86F5-A92A8296E3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graphicEl>
                                              <a:dgm id="{06949220-8A75-4D47-86F5-A92A8296E3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graphicEl>
                                              <a:dgm id="{06949220-8A75-4D47-86F5-A92A8296E3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02DF8-F35C-2292-FCF3-98B0A1F7A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Importance of Keywords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83EB4-7D56-E610-A85D-3AAD11206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Keyword vs search query</a:t>
            </a:r>
          </a:p>
          <a:p>
            <a:r>
              <a:rPr lang="en-US" dirty="0">
                <a:cs typeface="Calibri"/>
              </a:rPr>
              <a:t>Keyword research</a:t>
            </a:r>
          </a:p>
          <a:p>
            <a:r>
              <a:rPr lang="en-US" dirty="0">
                <a:cs typeface="Calibri"/>
              </a:rPr>
              <a:t>How many keywords should I optimize for (more the better)</a:t>
            </a:r>
          </a:p>
          <a:p>
            <a:r>
              <a:rPr lang="en-US" dirty="0">
                <a:cs typeface="Calibri"/>
              </a:rPr>
              <a:t>Content Marketing</a:t>
            </a:r>
          </a:p>
        </p:txBody>
      </p:sp>
    </p:spTree>
    <p:extLst>
      <p:ext uri="{BB962C8B-B14F-4D97-AF65-F5344CB8AC3E}">
        <p14:creationId xmlns:p14="http://schemas.microsoft.com/office/powerpoint/2010/main" val="2902610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02DF8-F35C-2292-FCF3-98B0A1F7A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 Light"/>
                <a:cs typeface="Calibri Light"/>
              </a:rPr>
              <a:t>Where to put keywords?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83EB4-7D56-E610-A85D-3AAD11206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cs typeface="Calibri"/>
              </a:rPr>
              <a:t>Title</a:t>
            </a:r>
            <a:endParaRPr lang="en-US"/>
          </a:p>
          <a:p>
            <a:r>
              <a:rPr lang="en-US" dirty="0">
                <a:cs typeface="Calibri"/>
              </a:rPr>
              <a:t>Description</a:t>
            </a:r>
          </a:p>
          <a:p>
            <a:r>
              <a:rPr lang="en-US" dirty="0">
                <a:cs typeface="Calibri"/>
              </a:rPr>
              <a:t>Headings</a:t>
            </a:r>
          </a:p>
          <a:p>
            <a:r>
              <a:rPr lang="en-US" dirty="0">
                <a:cs typeface="Calibri"/>
              </a:rPr>
              <a:t>Header Tags</a:t>
            </a:r>
          </a:p>
          <a:p>
            <a:r>
              <a:rPr lang="en-US" dirty="0">
                <a:cs typeface="Calibri"/>
              </a:rPr>
              <a:t>URL</a:t>
            </a:r>
          </a:p>
          <a:p>
            <a:r>
              <a:rPr lang="en-US" dirty="0">
                <a:cs typeface="Calibri"/>
              </a:rPr>
              <a:t>Images</a:t>
            </a:r>
          </a:p>
          <a:p>
            <a:r>
              <a:rPr lang="en-US" dirty="0">
                <a:cs typeface="Calibri"/>
              </a:rPr>
              <a:t>Formatted text</a:t>
            </a:r>
          </a:p>
          <a:p>
            <a:r>
              <a:rPr lang="en-US" dirty="0">
                <a:cs typeface="Calibri"/>
              </a:rPr>
              <a:t>Internal links</a:t>
            </a:r>
          </a:p>
          <a:p>
            <a:r>
              <a:rPr lang="en-US" dirty="0">
                <a:cs typeface="Calibri"/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3229729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2D1C5-25BC-5048-164B-118C8E899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Title Tags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5882F-8733-E436-E246-C6EE19682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cs typeface="Calibri"/>
              </a:rPr>
              <a:t>50-60 characters in length</a:t>
            </a:r>
          </a:p>
          <a:p>
            <a:r>
              <a:rPr lang="en-US" dirty="0">
                <a:cs typeface="Calibri"/>
              </a:rPr>
              <a:t>Optimized for keywords</a:t>
            </a:r>
          </a:p>
          <a:p>
            <a:r>
              <a:rPr lang="en-US" dirty="0">
                <a:cs typeface="Calibri"/>
              </a:rPr>
              <a:t>Primary keywords</a:t>
            </a:r>
          </a:p>
          <a:p>
            <a:r>
              <a:rPr lang="en-US" dirty="0">
                <a:cs typeface="Calibri"/>
              </a:rPr>
              <a:t>Start with the keyword</a:t>
            </a:r>
          </a:p>
          <a:p>
            <a:r>
              <a:rPr lang="en-US" dirty="0">
                <a:cs typeface="Calibri"/>
              </a:rPr>
              <a:t>Structure the title</a:t>
            </a:r>
          </a:p>
          <a:p>
            <a:r>
              <a:rPr lang="en-US" dirty="0">
                <a:cs typeface="Calibri"/>
              </a:rPr>
              <a:t>Don't over stuff keywords</a:t>
            </a:r>
          </a:p>
          <a:p>
            <a:r>
              <a:rPr lang="en-US" dirty="0">
                <a:cs typeface="Calibri"/>
              </a:rPr>
              <a:t>Avoid stopping words</a:t>
            </a:r>
          </a:p>
          <a:p>
            <a:r>
              <a:rPr lang="en-US" dirty="0">
                <a:cs typeface="Calibri"/>
              </a:rPr>
              <a:t>Dates?</a:t>
            </a:r>
          </a:p>
          <a:p>
            <a:r>
              <a:rPr lang="en-US" dirty="0">
                <a:cs typeface="Calibri"/>
              </a:rPr>
              <a:t>Brands?</a:t>
            </a:r>
          </a:p>
          <a:p>
            <a:r>
              <a:rPr lang="en-US" dirty="0">
                <a:cs typeface="Calibri"/>
              </a:rPr>
              <a:t>Action words?</a:t>
            </a: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5475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9B5F4-F904-67B9-046E-D7C1CADF7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Description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DBC39-49E2-6181-140A-84EFADACE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1-2 sentences</a:t>
            </a:r>
          </a:p>
          <a:p>
            <a:r>
              <a:rPr lang="en-US" dirty="0">
                <a:cs typeface="Calibri"/>
              </a:rPr>
              <a:t>Target keyword in the beginning</a:t>
            </a:r>
          </a:p>
          <a:p>
            <a:r>
              <a:rPr lang="en-US" dirty="0">
                <a:cs typeface="Calibri"/>
              </a:rPr>
              <a:t>CTA at the end</a:t>
            </a:r>
          </a:p>
          <a:p>
            <a:r>
              <a:rPr lang="en-US" dirty="0">
                <a:cs typeface="Calibri"/>
              </a:rPr>
              <a:t>Meaningful and relevant to landing page</a:t>
            </a:r>
          </a:p>
          <a:p>
            <a:r>
              <a:rPr lang="en-US" dirty="0">
                <a:cs typeface="Calibri"/>
              </a:rPr>
              <a:t>Preview tools (</a:t>
            </a:r>
            <a:r>
              <a:rPr lang="en-US" dirty="0">
                <a:ea typeface="+mn-lt"/>
                <a:cs typeface="+mn-lt"/>
                <a:hlinkClick r:id="rId2"/>
              </a:rPr>
              <a:t>Portent's SERP Snippet Preview Tool for Titles &amp; Descriptions)</a:t>
            </a:r>
          </a:p>
        </p:txBody>
      </p:sp>
    </p:spTree>
    <p:extLst>
      <p:ext uri="{BB962C8B-B14F-4D97-AF65-F5344CB8AC3E}">
        <p14:creationId xmlns:p14="http://schemas.microsoft.com/office/powerpoint/2010/main" val="668446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783B5-7A35-2198-52C6-D8AD676C9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Off page SEO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8FC2F-344B-6806-138A-83EE2A7F2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Calibri"/>
                <a:cs typeface="Calibri"/>
              </a:rPr>
              <a:t>Utility of Links</a:t>
            </a:r>
            <a:endParaRPr lang="en-US" dirty="0">
              <a:latin typeface="Calibri"/>
              <a:cs typeface="Calibri"/>
            </a:endParaRPr>
          </a:p>
          <a:p>
            <a:r>
              <a:rPr lang="en-US">
                <a:cs typeface="Calibri"/>
              </a:rPr>
              <a:t>Internal Links</a:t>
            </a:r>
            <a:endParaRPr lang="en-US"/>
          </a:p>
          <a:p>
            <a:r>
              <a:rPr lang="en-US" dirty="0">
                <a:cs typeface="Calibri"/>
              </a:rPr>
              <a:t>External Links</a:t>
            </a:r>
          </a:p>
        </p:txBody>
      </p:sp>
    </p:spTree>
    <p:extLst>
      <p:ext uri="{BB962C8B-B14F-4D97-AF65-F5344CB8AC3E}">
        <p14:creationId xmlns:p14="http://schemas.microsoft.com/office/powerpoint/2010/main" val="2170089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EFE4F-9E6D-C469-CADA-382D23B8E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Sitemap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254F1-205D-41E0-21FC-2D32A01C0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842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FC4026-89AC-688C-214D-C35D33B0F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Content Marketing </a:t>
            </a:r>
            <a:r>
              <a:rPr lang="en-US" sz="2600">
                <a:solidFill>
                  <a:srgbClr val="FFFFFF"/>
                </a:solidFill>
              </a:rPr>
              <a:t>Funnel</a:t>
            </a:r>
            <a:endParaRPr lang="en-US" sz="2600" kern="1200" dirty="0">
              <a:solidFill>
                <a:srgbClr val="FFFFFF"/>
              </a:solidFill>
              <a:latin typeface="+mj-lt"/>
              <a:cs typeface="Calibri Light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A53CCEC-2D8B-50D7-56B2-BDADA201A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856050"/>
              </p:ext>
            </p:extLst>
          </p:nvPr>
        </p:nvGraphicFramePr>
        <p:xfrm>
          <a:off x="4006272" y="150090"/>
          <a:ext cx="6390798" cy="6673283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661624">
                  <a:extLst>
                    <a:ext uri="{9D8B030D-6E8A-4147-A177-3AD203B41FA5}">
                      <a16:colId xmlns:a16="http://schemas.microsoft.com/office/drawing/2014/main" val="1244066753"/>
                    </a:ext>
                  </a:extLst>
                </a:gridCol>
                <a:gridCol w="2473732">
                  <a:extLst>
                    <a:ext uri="{9D8B030D-6E8A-4147-A177-3AD203B41FA5}">
                      <a16:colId xmlns:a16="http://schemas.microsoft.com/office/drawing/2014/main" val="2860461215"/>
                    </a:ext>
                  </a:extLst>
                </a:gridCol>
                <a:gridCol w="2255442">
                  <a:extLst>
                    <a:ext uri="{9D8B030D-6E8A-4147-A177-3AD203B41FA5}">
                      <a16:colId xmlns:a16="http://schemas.microsoft.com/office/drawing/2014/main" val="474227327"/>
                    </a:ext>
                  </a:extLst>
                </a:gridCol>
              </a:tblGrid>
              <a:tr h="28250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Your Goal</a:t>
                      </a:r>
                    </a:p>
                  </a:txBody>
                  <a:tcPr marL="50835" marR="50835" marT="25417" marB="254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Content</a:t>
                      </a:r>
                    </a:p>
                  </a:txBody>
                  <a:tcPr marL="50835" marR="50835" marT="25417" marB="254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Your Audience's Goal</a:t>
                      </a:r>
                    </a:p>
                  </a:txBody>
                  <a:tcPr marL="50835" marR="50835" marT="25417" marB="25417"/>
                </a:tc>
                <a:extLst>
                  <a:ext uri="{0D108BD9-81ED-4DB2-BD59-A6C34878D82A}">
                    <a16:rowId xmlns:a16="http://schemas.microsoft.com/office/drawing/2014/main" val="3834323324"/>
                  </a:ext>
                </a:extLst>
              </a:tr>
              <a:tr h="180491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Attract</a:t>
                      </a:r>
                    </a:p>
                  </a:txBody>
                  <a:tcPr marL="50835" marR="50835" marT="25417" marB="254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How-Tos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Tips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E-Books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Social Updates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Contests/PR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Infographics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Cold Emails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Quizzes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Podcasts</a:t>
                      </a:r>
                    </a:p>
                  </a:txBody>
                  <a:tcPr marL="50835" marR="50835" marT="25417" marB="254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Learn</a:t>
                      </a:r>
                    </a:p>
                  </a:txBody>
                  <a:tcPr marL="50835" marR="50835" marT="25417" marB="25417"/>
                </a:tc>
                <a:extLst>
                  <a:ext uri="{0D108BD9-81ED-4DB2-BD59-A6C34878D82A}">
                    <a16:rowId xmlns:a16="http://schemas.microsoft.com/office/drawing/2014/main" val="897035518"/>
                  </a:ext>
                </a:extLst>
              </a:tr>
              <a:tr h="180491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Engage</a:t>
                      </a:r>
                    </a:p>
                  </a:txBody>
                  <a:tcPr marL="50835" marR="50835" marT="25417" marB="254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Benchmarking Reports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Guides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Free Tools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Webinars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Case Studies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Testimonials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Newsletters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Explainer Videos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Alternatives</a:t>
                      </a:r>
                    </a:p>
                  </a:txBody>
                  <a:tcPr marL="50835" marR="50835" marT="25417" marB="254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Evaluate</a:t>
                      </a:r>
                    </a:p>
                  </a:txBody>
                  <a:tcPr marL="50835" marR="50835" marT="25417" marB="25417"/>
                </a:tc>
                <a:extLst>
                  <a:ext uri="{0D108BD9-81ED-4DB2-BD59-A6C34878D82A}">
                    <a16:rowId xmlns:a16="http://schemas.microsoft.com/office/drawing/2014/main" val="2267206286"/>
                  </a:ext>
                </a:extLst>
              </a:tr>
              <a:tr h="105155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Convert</a:t>
                      </a:r>
                    </a:p>
                  </a:txBody>
                  <a:tcPr marL="50835" marR="50835" marT="25417" marB="254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Spec Sheets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Pitch Decks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Product Page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Pricing Page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Comparison Tools</a:t>
                      </a:r>
                    </a:p>
                  </a:txBody>
                  <a:tcPr marL="50835" marR="50835" marT="25417" marB="254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Decide</a:t>
                      </a:r>
                    </a:p>
                  </a:txBody>
                  <a:tcPr marL="50835" marR="50835" marT="25417" marB="25417"/>
                </a:tc>
                <a:extLst>
                  <a:ext uri="{0D108BD9-81ED-4DB2-BD59-A6C34878D82A}">
                    <a16:rowId xmlns:a16="http://schemas.microsoft.com/office/drawing/2014/main" val="299091790"/>
                  </a:ext>
                </a:extLst>
              </a:tr>
              <a:tr h="123989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Retain</a:t>
                      </a:r>
                    </a:p>
                  </a:txBody>
                  <a:tcPr marL="50835" marR="50835" marT="25417" marB="254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Help Articles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User Forums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Surveys/Polls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Performance Reports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Product Updates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New Product Announcement</a:t>
                      </a:r>
                    </a:p>
                  </a:txBody>
                  <a:tcPr marL="50835" marR="50835" marT="25417" marB="254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Succeed</a:t>
                      </a:r>
                    </a:p>
                  </a:txBody>
                  <a:tcPr marL="50835" marR="50835" marT="25417" marB="25417"/>
                </a:tc>
                <a:extLst>
                  <a:ext uri="{0D108BD9-81ED-4DB2-BD59-A6C34878D82A}">
                    <a16:rowId xmlns:a16="http://schemas.microsoft.com/office/drawing/2014/main" val="3847045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5266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30EAB-AEFE-16D7-6F76-1C2BE7A6A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Is your website mobile friendly?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D0DA5-6403-833E-FFFD-F6084E252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  <a:hlinkClick r:id="rId2"/>
              </a:rPr>
              <a:t>Mobile-Friendly Test - Google Search Console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143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806C8-C203-BE71-0F72-777A91B9C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What is your dream job?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65A91-6EBB-9B07-C109-A8742481E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What specific skills do recruiters look for?</a:t>
            </a:r>
          </a:p>
          <a:p>
            <a:r>
              <a:rPr lang="en-US" dirty="0">
                <a:cs typeface="Calibri"/>
              </a:rPr>
              <a:t>How do you make sure in your resume that you have those skills?</a:t>
            </a:r>
          </a:p>
          <a:p>
            <a:r>
              <a:rPr lang="en-US" dirty="0">
                <a:cs typeface="Calibri"/>
              </a:rPr>
              <a:t>How can you leverage your LinkedIn page to further strengthen your claim?</a:t>
            </a:r>
          </a:p>
        </p:txBody>
      </p:sp>
    </p:spTree>
    <p:extLst>
      <p:ext uri="{BB962C8B-B14F-4D97-AF65-F5344CB8AC3E}">
        <p14:creationId xmlns:p14="http://schemas.microsoft.com/office/powerpoint/2010/main" val="2679215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7EDE34-F3BB-F252-ECD9-75F67978E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SEO Assignment 1</a:t>
            </a:r>
            <a:endParaRPr lang="en-US" sz="5400"/>
          </a:p>
        </p:txBody>
      </p:sp>
      <p:pic>
        <p:nvPicPr>
          <p:cNvPr id="5" name="Picture 4" descr="Calendar on table">
            <a:extLst>
              <a:ext uri="{FF2B5EF4-FFF2-40B4-BE49-F238E27FC236}">
                <a16:creationId xmlns:a16="http://schemas.microsoft.com/office/drawing/2014/main" id="{353185C6-1FF7-5E27-2EB6-9DC5CC79C3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57" r="46078" b="-3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F8C42-BBDF-4317-4E50-9BF8B21E1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>
                <a:cs typeface="Calibri"/>
              </a:rPr>
              <a:t>A one-page PDF document (12 font 1.5 spacing) having the following:</a:t>
            </a:r>
          </a:p>
          <a:p>
            <a:pPr lvl="1"/>
            <a:r>
              <a:rPr lang="en-US" sz="2200">
                <a:cs typeface="Calibri"/>
              </a:rPr>
              <a:t>Link to your optimized webpage</a:t>
            </a:r>
          </a:p>
          <a:p>
            <a:pPr lvl="1"/>
            <a:r>
              <a:rPr lang="en-US" sz="2200">
                <a:cs typeface="Calibri"/>
              </a:rPr>
              <a:t>List of 4-5 keywords you are optimizing for</a:t>
            </a:r>
          </a:p>
          <a:p>
            <a:pPr lvl="1"/>
            <a:r>
              <a:rPr lang="en-US" sz="2200">
                <a:cs typeface="Calibri"/>
              </a:rPr>
              <a:t>Highlight the SEO actions taken</a:t>
            </a:r>
          </a:p>
          <a:p>
            <a:r>
              <a:rPr lang="en-US" sz="2200">
                <a:cs typeface="Calibri"/>
              </a:rPr>
              <a:t>Deadline: 3rd July midnight</a:t>
            </a:r>
          </a:p>
        </p:txBody>
      </p:sp>
    </p:spTree>
    <p:extLst>
      <p:ext uri="{BB962C8B-B14F-4D97-AF65-F5344CB8AC3E}">
        <p14:creationId xmlns:p14="http://schemas.microsoft.com/office/powerpoint/2010/main" val="3691421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D02B3-9D76-96AE-5842-70161770B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Observations from Assignments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65D7F-E846-55F1-B259-66D368428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Google Search Console linkage?</a:t>
            </a:r>
          </a:p>
          <a:p>
            <a:r>
              <a:rPr lang="en-US" dirty="0">
                <a:cs typeface="Calibri" panose="020F0502020204030204"/>
              </a:rPr>
              <a:t>Too broad keywords (broad and long-tailed keywords)</a:t>
            </a:r>
          </a:p>
          <a:p>
            <a:r>
              <a:rPr lang="en-US" dirty="0">
                <a:cs typeface="Calibri" panose="020F0502020204030204"/>
              </a:rPr>
              <a:t>Usage of primary and secondary keywords in content</a:t>
            </a:r>
          </a:p>
          <a:p>
            <a:r>
              <a:rPr lang="en-US" dirty="0">
                <a:cs typeface="Calibri" panose="020F0502020204030204"/>
              </a:rPr>
              <a:t>Headings – H1, H2, ...</a:t>
            </a:r>
          </a:p>
          <a:p>
            <a:r>
              <a:rPr lang="en-US" dirty="0">
                <a:cs typeface="Calibri" panose="020F0502020204030204"/>
              </a:rPr>
              <a:t>Alt Text of Images</a:t>
            </a:r>
          </a:p>
          <a:p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76940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21008-9B01-777E-3188-50C1EC8F8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How much time does it take to rank?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A1DDE-C349-007A-1FBC-BCDA3C74D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Age</a:t>
            </a:r>
          </a:p>
          <a:p>
            <a:r>
              <a:rPr lang="en-US" dirty="0">
                <a:cs typeface="Calibri"/>
              </a:rPr>
              <a:t>Keywords</a:t>
            </a:r>
          </a:p>
          <a:p>
            <a:r>
              <a:rPr lang="en-US" dirty="0">
                <a:cs typeface="Calibri"/>
              </a:rPr>
              <a:t>Competition</a:t>
            </a:r>
          </a:p>
          <a:p>
            <a:r>
              <a:rPr lang="en-US" dirty="0">
                <a:cs typeface="Calibri"/>
              </a:rPr>
              <a:t>Budget</a:t>
            </a:r>
          </a:p>
          <a:p>
            <a:r>
              <a:rPr lang="en-US" dirty="0">
                <a:cs typeface="Calibri"/>
              </a:rPr>
              <a:t>Skillset (EAT)</a:t>
            </a:r>
          </a:p>
        </p:txBody>
      </p:sp>
    </p:spTree>
    <p:extLst>
      <p:ext uri="{BB962C8B-B14F-4D97-AF65-F5344CB8AC3E}">
        <p14:creationId xmlns:p14="http://schemas.microsoft.com/office/powerpoint/2010/main" val="35484456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E9421-E843-C828-6718-E1735DF3D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Various ways you can show in SERPs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ECD12-9DB9-72EF-0E45-33CB75045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dirty="0">
                <a:cs typeface="Calibri"/>
              </a:rPr>
              <a:t>Ads</a:t>
            </a:r>
          </a:p>
          <a:p>
            <a:pPr marL="514350" indent="-514350">
              <a:buAutoNum type="arabicPeriod"/>
            </a:pPr>
            <a:r>
              <a:rPr lang="en-US" dirty="0">
                <a:cs typeface="Calibri"/>
              </a:rPr>
              <a:t>Featured Snippets</a:t>
            </a:r>
          </a:p>
          <a:p>
            <a:pPr marL="514350" indent="-514350">
              <a:buAutoNum type="arabicPeriod"/>
            </a:pPr>
            <a:r>
              <a:rPr lang="en-US" dirty="0">
                <a:cs typeface="Calibri"/>
              </a:rPr>
              <a:t>People Also Asked For</a:t>
            </a:r>
          </a:p>
          <a:p>
            <a:pPr marL="514350" indent="-514350">
              <a:buAutoNum type="arabicPeriod"/>
            </a:pPr>
            <a:r>
              <a:rPr lang="en-US" dirty="0">
                <a:cs typeface="Calibri"/>
              </a:rPr>
              <a:t>Image/Video/News</a:t>
            </a:r>
          </a:p>
          <a:p>
            <a:pPr marL="514350" indent="-514350">
              <a:buAutoNum type="arabicPeriod"/>
            </a:pPr>
            <a:r>
              <a:rPr lang="en-US" dirty="0">
                <a:cs typeface="Calibri"/>
              </a:rPr>
              <a:t>Video Carousel</a:t>
            </a:r>
          </a:p>
          <a:p>
            <a:pPr marL="514350" indent="-514350">
              <a:buAutoNum type="arabicPeriod"/>
            </a:pPr>
            <a:r>
              <a:rPr lang="en-US" dirty="0">
                <a:cs typeface="Calibri"/>
              </a:rPr>
              <a:t>Google My Business</a:t>
            </a:r>
          </a:p>
          <a:p>
            <a:pPr marL="514350" indent="-514350">
              <a:buAutoNum type="arabicPeriod"/>
            </a:pPr>
            <a:r>
              <a:rPr lang="en-US" dirty="0">
                <a:cs typeface="Calibri"/>
              </a:rPr>
              <a:t>Knowledge Panel</a:t>
            </a:r>
          </a:p>
          <a:p>
            <a:pPr marL="514350" indent="-514350">
              <a:buAutoNum type="arabicPeriod"/>
            </a:pPr>
            <a:r>
              <a:rPr lang="en-US" dirty="0">
                <a:cs typeface="Calibri"/>
              </a:rPr>
              <a:t>Top Stories</a:t>
            </a:r>
          </a:p>
          <a:p>
            <a:pPr marL="514350" indent="-514350">
              <a:buAutoNum type="arabicPeriod"/>
            </a:pPr>
            <a:r>
              <a:rPr lang="en-US" dirty="0">
                <a:cs typeface="Calibri"/>
              </a:rPr>
              <a:t>Rich Snippets</a:t>
            </a: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0652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D02B3-9D76-96AE-5842-70161770B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Helpful Tools for SEO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65D7F-E846-55F1-B259-66D368428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dirty="0" err="1">
                <a:ea typeface="+mn-lt"/>
                <a:cs typeface="+mn-lt"/>
              </a:rPr>
              <a:t>SEOquake</a:t>
            </a:r>
            <a:endParaRPr lang="en-US" dirty="0" err="1">
              <a:cs typeface="Calibri"/>
            </a:endParaRPr>
          </a:p>
          <a:p>
            <a:r>
              <a:rPr lang="en-US" dirty="0" err="1">
                <a:ea typeface="+mn-lt"/>
                <a:cs typeface="+mn-lt"/>
              </a:rPr>
              <a:t>Semrush</a:t>
            </a:r>
          </a:p>
          <a:p>
            <a:r>
              <a:rPr lang="en-US" dirty="0">
                <a:ea typeface="+mn-lt"/>
                <a:cs typeface="+mn-lt"/>
              </a:rPr>
              <a:t>Moz</a:t>
            </a:r>
          </a:p>
          <a:p>
            <a:r>
              <a:rPr lang="en-US" dirty="0">
                <a:ea typeface="+mn-lt"/>
                <a:cs typeface="+mn-lt"/>
              </a:rPr>
              <a:t>PA, DA - </a:t>
            </a:r>
            <a:r>
              <a:rPr lang="en-US" dirty="0">
                <a:solidFill>
                  <a:srgbClr val="0563C1"/>
                </a:solidFill>
                <a:ea typeface="+mn-lt"/>
                <a:cs typeface="+mn-lt"/>
                <a:hlinkClick r:id="rId2"/>
              </a:rPr>
              <a:t>https://moz.com/domain-analysis?site=indianleadershipacademy.com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Broad keywords vs Long tailed keywords</a:t>
            </a:r>
            <a:endParaRPr lang="en-US" dirty="0"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What Blogs to write?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SEO content with ChatGPT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Similarweb</a:t>
            </a:r>
            <a:endParaRPr lang="en-US" dirty="0" err="1"/>
          </a:p>
          <a:p>
            <a:r>
              <a:rPr lang="en-US" dirty="0">
                <a:ea typeface="+mn-lt"/>
                <a:cs typeface="+mn-lt"/>
              </a:rPr>
              <a:t>Uber Suggest - keyword ideas, content ideas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Google Trends - </a:t>
            </a:r>
            <a:r>
              <a:rPr lang="en-US" dirty="0">
                <a:ea typeface="+mn-lt"/>
                <a:cs typeface="+mn-lt"/>
                <a:hlinkClick r:id="rId3"/>
              </a:rPr>
              <a:t>https://trends.google.com/trends/explore?q=leadership%20development&amp;date=now%201-d&amp;geo=IN&amp;hl=en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AnswerThePublic</a:t>
            </a:r>
            <a:r>
              <a:rPr lang="en-US" dirty="0">
                <a:ea typeface="+mn-lt"/>
                <a:cs typeface="+mn-lt"/>
              </a:rPr>
              <a:t> - https://answerthepublic.com/reports/143b6e0a-bfa8-44bb-82b5-4c29b3dee67c?recently_searched=true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608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3B3B0-1259-5FD7-5AC1-562353D30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Role of Schemas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F8894-23D2-8EAA-D298-69CCFF359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  <a:hlinkClick r:id="rId2"/>
              </a:rPr>
              <a:t>Schema Markup Generator (JSON-LD) | TechnicalSEO.com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A8A7-12F9-F57A-2318-82FAC04E1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SEO for E-Commerce Webpages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8C963-D75F-7E79-9FDA-F202FFD4B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Keywords – buying intent</a:t>
            </a:r>
          </a:p>
          <a:p>
            <a:r>
              <a:rPr lang="en-US" dirty="0">
                <a:cs typeface="Calibri"/>
              </a:rPr>
              <a:t>Home page and category pages</a:t>
            </a:r>
          </a:p>
          <a:p>
            <a:r>
              <a:rPr lang="en-US" dirty="0">
                <a:cs typeface="Calibri"/>
              </a:rPr>
              <a:t>Content on e-commerce pages?</a:t>
            </a:r>
          </a:p>
          <a:p>
            <a:r>
              <a:rPr lang="en-US" dirty="0">
                <a:cs typeface="Calibri"/>
              </a:rPr>
              <a:t>Conversion optimization</a:t>
            </a:r>
          </a:p>
          <a:p>
            <a:r>
              <a:rPr lang="en-US">
                <a:cs typeface="Calibri"/>
              </a:rPr>
              <a:t>Schema is important</a:t>
            </a:r>
          </a:p>
          <a:p>
            <a:r>
              <a:rPr lang="en-US" dirty="0">
                <a:cs typeface="Calibri"/>
              </a:rPr>
              <a:t>Site structure and navigation is critical</a:t>
            </a:r>
          </a:p>
        </p:txBody>
      </p:sp>
    </p:spTree>
    <p:extLst>
      <p:ext uri="{BB962C8B-B14F-4D97-AF65-F5344CB8AC3E}">
        <p14:creationId xmlns:p14="http://schemas.microsoft.com/office/powerpoint/2010/main" val="7636606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A0F0E-31E7-DB8C-36A8-70BE5FB2C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Meiryo"/>
              </a:rPr>
              <a:t>Topics to cover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15325-9380-D5AE-AE21-E4C473347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/>
          <a:lstStyle/>
          <a:p>
            <a:r>
              <a:rPr lang="en-US" sz="1800" dirty="0">
                <a:ea typeface="+mn-lt"/>
                <a:cs typeface="+mn-lt"/>
              </a:rPr>
              <a:t>How to Check Mobile Responsive Website</a:t>
            </a:r>
            <a:endParaRPr lang="en-US" sz="1800">
              <a:ea typeface="+mn-lt"/>
              <a:cs typeface="+mn-lt"/>
            </a:endParaRPr>
          </a:p>
          <a:p>
            <a:r>
              <a:rPr lang="en-US" sz="1800" dirty="0">
                <a:ea typeface="+mn-lt"/>
                <a:cs typeface="+mn-lt"/>
              </a:rPr>
              <a:t>H1 Tag For SEO</a:t>
            </a:r>
            <a:endParaRPr lang="en-US" sz="1800">
              <a:ea typeface="+mn-lt"/>
              <a:cs typeface="+mn-lt"/>
            </a:endParaRPr>
          </a:p>
          <a:p>
            <a:r>
              <a:rPr lang="en-US" sz="1800" dirty="0">
                <a:ea typeface="+mn-lt"/>
                <a:cs typeface="+mn-lt"/>
              </a:rPr>
              <a:t>How to Write Perfect H1 Tag For SEO</a:t>
            </a:r>
            <a:endParaRPr lang="en-US" sz="1800">
              <a:ea typeface="+mn-lt"/>
              <a:cs typeface="+mn-lt"/>
            </a:endParaRPr>
          </a:p>
          <a:p>
            <a:r>
              <a:rPr lang="en-US" sz="1800" dirty="0">
                <a:ea typeface="+mn-lt"/>
                <a:cs typeface="+mn-lt"/>
              </a:rPr>
              <a:t>What is Robots.txt</a:t>
            </a:r>
            <a:endParaRPr lang="en-US" sz="1800">
              <a:ea typeface="+mn-lt"/>
              <a:cs typeface="+mn-lt"/>
            </a:endParaRPr>
          </a:p>
          <a:p>
            <a:r>
              <a:rPr lang="en-US" sz="1800" dirty="0">
                <a:ea typeface="+mn-lt"/>
                <a:cs typeface="+mn-lt"/>
              </a:rPr>
              <a:t>What is Sitemap?</a:t>
            </a:r>
            <a:endParaRPr lang="en-US" sz="1800">
              <a:ea typeface="+mn-lt"/>
              <a:cs typeface="+mn-lt"/>
            </a:endParaRPr>
          </a:p>
          <a:p>
            <a:r>
              <a:rPr lang="en-US" sz="1800" dirty="0">
                <a:ea typeface="+mn-lt"/>
                <a:cs typeface="+mn-lt"/>
              </a:rPr>
              <a:t>How to Create Sitemap for Website</a:t>
            </a:r>
            <a:endParaRPr lang="en-US" sz="1800">
              <a:ea typeface="+mn-lt"/>
              <a:cs typeface="+mn-lt"/>
            </a:endParaRPr>
          </a:p>
          <a:p>
            <a:r>
              <a:rPr lang="en-US" sz="1800" dirty="0">
                <a:ea typeface="+mn-lt"/>
                <a:cs typeface="+mn-lt"/>
              </a:rPr>
              <a:t>What is DA, PA in SEO ?</a:t>
            </a:r>
            <a:endParaRPr lang="en-US" sz="1800">
              <a:ea typeface="+mn-lt"/>
              <a:cs typeface="+mn-lt"/>
            </a:endParaRPr>
          </a:p>
          <a:p>
            <a:r>
              <a:rPr lang="en-US" sz="1800" dirty="0">
                <a:ea typeface="+mn-lt"/>
                <a:cs typeface="+mn-lt"/>
              </a:rPr>
              <a:t>SEO Friendly URL</a:t>
            </a:r>
            <a:endParaRPr lang="en-US" sz="1800">
              <a:ea typeface="+mn-lt"/>
              <a:cs typeface="+mn-lt"/>
            </a:endParaRPr>
          </a:p>
          <a:p>
            <a:r>
              <a:rPr lang="en-US" sz="1800" dirty="0">
                <a:ea typeface="+mn-lt"/>
                <a:cs typeface="+mn-lt"/>
              </a:rPr>
              <a:t>What is Alt Text ?</a:t>
            </a:r>
          </a:p>
          <a:p>
            <a:r>
              <a:rPr lang="en-US" sz="1800" dirty="0">
                <a:ea typeface="+mn-lt"/>
                <a:cs typeface="+mn-lt"/>
              </a:rPr>
              <a:t>What is SSL Certificate?</a:t>
            </a:r>
          </a:p>
        </p:txBody>
      </p:sp>
    </p:spTree>
    <p:extLst>
      <p:ext uri="{BB962C8B-B14F-4D97-AF65-F5344CB8AC3E}">
        <p14:creationId xmlns:p14="http://schemas.microsoft.com/office/powerpoint/2010/main" val="3605411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A0F0E-31E7-DB8C-36A8-70BE5FB2C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Meiryo"/>
              </a:rPr>
              <a:t>Topics to cover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15325-9380-D5AE-AE21-E4C473347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/>
          <a:lstStyle/>
          <a:p>
            <a:r>
              <a:rPr lang="en-US" sz="1800" dirty="0">
                <a:ea typeface="+mn-lt"/>
                <a:cs typeface="+mn-lt"/>
              </a:rPr>
              <a:t>What is Search Intent?</a:t>
            </a:r>
            <a:endParaRPr lang="en-US" sz="1800">
              <a:ea typeface="Meiryo"/>
            </a:endParaRPr>
          </a:p>
          <a:p>
            <a:r>
              <a:rPr lang="en-US" sz="1800" dirty="0">
                <a:ea typeface="+mn-lt"/>
                <a:cs typeface="+mn-lt"/>
              </a:rPr>
              <a:t>Query vs Keyword</a:t>
            </a:r>
            <a:endParaRPr lang="en-US" sz="1800">
              <a:ea typeface="Meiryo"/>
            </a:endParaRPr>
          </a:p>
          <a:p>
            <a:r>
              <a:rPr lang="en-US" sz="1800" dirty="0">
                <a:ea typeface="+mn-lt"/>
                <a:cs typeface="+mn-lt"/>
              </a:rPr>
              <a:t>Understanding </a:t>
            </a:r>
            <a:r>
              <a:rPr lang="en-US" sz="1800" err="1">
                <a:ea typeface="+mn-lt"/>
                <a:cs typeface="+mn-lt"/>
              </a:rPr>
              <a:t>SEOquake</a:t>
            </a:r>
            <a:r>
              <a:rPr lang="en-US" sz="1800" dirty="0">
                <a:ea typeface="+mn-lt"/>
                <a:cs typeface="+mn-lt"/>
              </a:rPr>
              <a:t> - Chrome Extension</a:t>
            </a:r>
            <a:endParaRPr lang="en-US" sz="1800">
              <a:ea typeface="Meiryo"/>
            </a:endParaRPr>
          </a:p>
          <a:p>
            <a:r>
              <a:rPr lang="en-US" sz="1800" dirty="0">
                <a:ea typeface="+mn-lt"/>
                <a:cs typeface="+mn-lt"/>
              </a:rPr>
              <a:t>Difference Between Link Building &amp; Link Earning</a:t>
            </a:r>
            <a:endParaRPr lang="en-US" sz="1800">
              <a:ea typeface="Meiryo"/>
            </a:endParaRPr>
          </a:p>
          <a:p>
            <a:r>
              <a:rPr lang="en-US" sz="1800" dirty="0">
                <a:ea typeface="+mn-lt"/>
                <a:cs typeface="+mn-lt"/>
              </a:rPr>
              <a:t>Value of Links in SEO</a:t>
            </a:r>
            <a:endParaRPr lang="en-US" sz="1800">
              <a:ea typeface="Meiryo"/>
            </a:endParaRPr>
          </a:p>
          <a:p>
            <a:r>
              <a:rPr lang="en-US" sz="1800" dirty="0">
                <a:ea typeface="+mn-lt"/>
                <a:cs typeface="+mn-lt"/>
              </a:rPr>
              <a:t>What Types of Backlinks Ignores and Why ?</a:t>
            </a:r>
          </a:p>
          <a:p>
            <a:r>
              <a:rPr lang="en-US" sz="1800" dirty="0">
                <a:ea typeface="+mn-lt"/>
                <a:cs typeface="+mn-lt"/>
              </a:rPr>
              <a:t>More about How the Links are Evaluated</a:t>
            </a:r>
            <a:endParaRPr lang="en-US" sz="1800" dirty="0">
              <a:ea typeface="Meiryo"/>
            </a:endParaRPr>
          </a:p>
          <a:p>
            <a:r>
              <a:rPr lang="en-US" sz="1800" dirty="0">
                <a:ea typeface="+mn-lt"/>
                <a:cs typeface="+mn-lt"/>
              </a:rPr>
              <a:t>How to Optimize Your Page for More Keyword</a:t>
            </a:r>
            <a:endParaRPr lang="en-US" sz="1800">
              <a:ea typeface="Meiryo"/>
            </a:endParaRPr>
          </a:p>
          <a:p>
            <a:r>
              <a:rPr lang="en-US" sz="1800" dirty="0">
                <a:ea typeface="+mn-lt"/>
                <a:cs typeface="+mn-lt"/>
              </a:rPr>
              <a:t>Google's EAT Algorithm</a:t>
            </a:r>
            <a:endParaRPr lang="en-US" sz="1800">
              <a:ea typeface="Meiryo"/>
            </a:endParaRPr>
          </a:p>
          <a:p>
            <a:r>
              <a:rPr lang="en-US" sz="1800" dirty="0">
                <a:ea typeface="+mn-lt"/>
                <a:cs typeface="+mn-lt"/>
              </a:rPr>
              <a:t>Generate Keyword Ideas</a:t>
            </a:r>
            <a:endParaRPr lang="en-US" sz="1800">
              <a:ea typeface="Meiryo"/>
            </a:endParaRPr>
          </a:p>
          <a:p>
            <a:r>
              <a:rPr lang="en-US" sz="1800" dirty="0">
                <a:ea typeface="+mn-lt"/>
                <a:cs typeface="+mn-lt"/>
              </a:rPr>
              <a:t>What is </a:t>
            </a:r>
            <a:r>
              <a:rPr lang="en-US" sz="1800" err="1">
                <a:ea typeface="+mn-lt"/>
                <a:cs typeface="+mn-lt"/>
              </a:rPr>
              <a:t>Pogosticking</a:t>
            </a:r>
            <a:r>
              <a:rPr lang="en-US" sz="1800" dirty="0">
                <a:ea typeface="+mn-lt"/>
                <a:cs typeface="+mn-lt"/>
              </a:rPr>
              <a:t> in SEO?</a:t>
            </a:r>
            <a:endParaRPr lang="en-US" sz="1800">
              <a:ea typeface="Meiryo"/>
            </a:endParaRPr>
          </a:p>
          <a:p>
            <a:r>
              <a:rPr lang="en-US" sz="1800" err="1">
                <a:ea typeface="+mn-lt"/>
                <a:cs typeface="+mn-lt"/>
              </a:rPr>
              <a:t>Pogosticking</a:t>
            </a:r>
            <a:r>
              <a:rPr lang="en-US" sz="1800" dirty="0">
                <a:ea typeface="+mn-lt"/>
                <a:cs typeface="+mn-lt"/>
              </a:rPr>
              <a:t> vs Bounce Rate</a:t>
            </a:r>
            <a:endParaRPr lang="en-US" sz="1800">
              <a:ea typeface="Meiryo"/>
            </a:endParaRPr>
          </a:p>
          <a:p>
            <a:endParaRPr lang="en-US" sz="1800" dirty="0"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3650686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How to bring customers to your web presence?</vt:lpstr>
      <vt:lpstr>Is your website ready?</vt:lpstr>
      <vt:lpstr>How Search works?</vt:lpstr>
      <vt:lpstr>Search Engine Optimization (SEO)</vt:lpstr>
      <vt:lpstr>Topics to cover</vt:lpstr>
      <vt:lpstr>Google's priorities</vt:lpstr>
      <vt:lpstr>On-page SEO factors</vt:lpstr>
      <vt:lpstr>Importance of Keywords</vt:lpstr>
      <vt:lpstr>Where to put keywords?</vt:lpstr>
      <vt:lpstr>Title Tags</vt:lpstr>
      <vt:lpstr>Description</vt:lpstr>
      <vt:lpstr>Off page SEO</vt:lpstr>
      <vt:lpstr>Sitemap</vt:lpstr>
      <vt:lpstr>Content Marketing Funnel</vt:lpstr>
      <vt:lpstr>Is your website mobile friendly?</vt:lpstr>
      <vt:lpstr>What is your dream job?</vt:lpstr>
      <vt:lpstr>SEO Assignment 1</vt:lpstr>
      <vt:lpstr>Observations from Assignments</vt:lpstr>
      <vt:lpstr>How much time does it take to rank?</vt:lpstr>
      <vt:lpstr>Various ways you can show in SERPs</vt:lpstr>
      <vt:lpstr>Helpful Tools for SEO</vt:lpstr>
      <vt:lpstr>Role of Schemas</vt:lpstr>
      <vt:lpstr>SEO for E-Commerce Webpages</vt:lpstr>
      <vt:lpstr>Topics to cover</vt:lpstr>
      <vt:lpstr>Topics to cover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468</cp:revision>
  <dcterms:created xsi:type="dcterms:W3CDTF">2023-06-03T08:58:51Z</dcterms:created>
  <dcterms:modified xsi:type="dcterms:W3CDTF">2023-07-19T04:27:03Z</dcterms:modified>
</cp:coreProperties>
</file>