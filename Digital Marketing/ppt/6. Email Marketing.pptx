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66" r:id="rId3"/>
    <p:sldId id="259" r:id="rId4"/>
    <p:sldId id="257" r:id="rId5"/>
    <p:sldId id="260" r:id="rId6"/>
    <p:sldId id="261" r:id="rId7"/>
    <p:sldId id="262" r:id="rId8"/>
    <p:sldId id="258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74F0B-D6E9-4AD4-A44B-2685E2CF0E25}" v="554" dt="2023-09-20T04:56:19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 Sharma" userId="S::anshu.sharma@sibm.edu.in::f0093823-c5ac-4707-8f6f-ddb96cfa2ed6" providerId="AD" clId="Web-{B7B74F0B-D6E9-4AD4-A44B-2685E2CF0E25}"/>
    <pc:docChg chg="addSld modSld sldOrd addMainMaster delMainMaster">
      <pc:chgData name="Anshu Sharma" userId="S::anshu.sharma@sibm.edu.in::f0093823-c5ac-4707-8f6f-ddb96cfa2ed6" providerId="AD" clId="Web-{B7B74F0B-D6E9-4AD4-A44B-2685E2CF0E25}" dt="2023-09-20T04:56:19.613" v="592" actId="1076"/>
      <pc:docMkLst>
        <pc:docMk/>
      </pc:docMkLst>
      <pc:sldChg chg="addSp delSp modSp mod setBg modClrScheme addAnim delAnim chgLayout">
        <pc:chgData name="Anshu Sharma" userId="S::anshu.sharma@sibm.edu.in::f0093823-c5ac-4707-8f6f-ddb96cfa2ed6" providerId="AD" clId="Web-{B7B74F0B-D6E9-4AD4-A44B-2685E2CF0E25}" dt="2023-09-20T04:24:56.708" v="22"/>
        <pc:sldMkLst>
          <pc:docMk/>
          <pc:sldMk cId="109857222" sldId="256"/>
        </pc:sldMkLst>
        <pc:spChg chg="mod">
          <ac:chgData name="Anshu Sharma" userId="S::anshu.sharma@sibm.edu.in::f0093823-c5ac-4707-8f6f-ddb96cfa2ed6" providerId="AD" clId="Web-{B7B74F0B-D6E9-4AD4-A44B-2685E2CF0E25}" dt="2023-09-20T04:24:56.708" v="2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shu Sharma" userId="S::anshu.sharma@sibm.edu.in::f0093823-c5ac-4707-8f6f-ddb96cfa2ed6" providerId="AD" clId="Web-{B7B74F0B-D6E9-4AD4-A44B-2685E2CF0E25}" dt="2023-09-20T04:24:56.708" v="2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nshu Sharma" userId="S::anshu.sharma@sibm.edu.in::f0093823-c5ac-4707-8f6f-ddb96cfa2ed6" providerId="AD" clId="Web-{B7B74F0B-D6E9-4AD4-A44B-2685E2CF0E25}" dt="2023-09-20T04:24:56.645" v="19"/>
          <ac:spMkLst>
            <pc:docMk/>
            <pc:sldMk cId="109857222" sldId="256"/>
            <ac:spMk id="9" creationId="{3011B0B3-5679-4759-90B8-3B908C4CBD21}"/>
          </ac:spMkLst>
        </pc:spChg>
        <pc:spChg chg="add">
          <ac:chgData name="Anshu Sharma" userId="S::anshu.sharma@sibm.edu.in::f0093823-c5ac-4707-8f6f-ddb96cfa2ed6" providerId="AD" clId="Web-{B7B74F0B-D6E9-4AD4-A44B-2685E2CF0E25}" dt="2023-09-20T04:24:56.708" v="20"/>
          <ac:spMkLst>
            <pc:docMk/>
            <pc:sldMk cId="109857222" sldId="256"/>
            <ac:spMk id="23" creationId="{8C37C960-91F5-4F61-B2CD-8A037920720B}"/>
          </ac:spMkLst>
        </pc:spChg>
        <pc:grpChg chg="add del">
          <ac:chgData name="Anshu Sharma" userId="S::anshu.sharma@sibm.edu.in::f0093823-c5ac-4707-8f6f-ddb96cfa2ed6" providerId="AD" clId="Web-{B7B74F0B-D6E9-4AD4-A44B-2685E2CF0E25}" dt="2023-09-20T04:24:56.645" v="19"/>
          <ac:grpSpMkLst>
            <pc:docMk/>
            <pc:sldMk cId="109857222" sldId="256"/>
            <ac:grpSpMk id="11" creationId="{50F37AA1-A09B-4E28-987B-38E5060E1BAE}"/>
          </ac:grpSpMkLst>
        </pc:grpChg>
        <pc:picChg chg="add del">
          <ac:chgData name="Anshu Sharma" userId="S::anshu.sharma@sibm.edu.in::f0093823-c5ac-4707-8f6f-ddb96cfa2ed6" providerId="AD" clId="Web-{B7B74F0B-D6E9-4AD4-A44B-2685E2CF0E25}" dt="2023-09-20T04:24:56.645" v="19"/>
          <ac:picMkLst>
            <pc:docMk/>
            <pc:sldMk cId="109857222" sldId="256"/>
            <ac:picMk id="4" creationId="{EDE47938-4163-CB4E-8630-CFE66430CCC0}"/>
          </ac:picMkLst>
        </pc:picChg>
        <pc:picChg chg="add">
          <ac:chgData name="Anshu Sharma" userId="S::anshu.sharma@sibm.edu.in::f0093823-c5ac-4707-8f6f-ddb96cfa2ed6" providerId="AD" clId="Web-{B7B74F0B-D6E9-4AD4-A44B-2685E2CF0E25}" dt="2023-09-20T04:24:56.708" v="20"/>
          <ac:picMkLst>
            <pc:docMk/>
            <pc:sldMk cId="109857222" sldId="256"/>
            <ac:picMk id="24" creationId="{5D28B31A-A65C-7CC1-D336-454BA90A11E8}"/>
          </ac:picMkLst>
        </pc:picChg>
      </pc:sldChg>
      <pc:sldChg chg="addSp delSp modSp new addAnim modAnim">
        <pc:chgData name="Anshu Sharma" userId="S::anshu.sharma@sibm.edu.in::f0093823-c5ac-4707-8f6f-ddb96cfa2ed6" providerId="AD" clId="Web-{B7B74F0B-D6E9-4AD4-A44B-2685E2CF0E25}" dt="2023-09-20T04:47:04.260" v="422" actId="1076"/>
        <pc:sldMkLst>
          <pc:docMk/>
          <pc:sldMk cId="2465897340" sldId="257"/>
        </pc:sldMkLst>
        <pc:spChg chg="mod">
          <ac:chgData name="Anshu Sharma" userId="S::anshu.sharma@sibm.edu.in::f0093823-c5ac-4707-8f6f-ddb96cfa2ed6" providerId="AD" clId="Web-{B7B74F0B-D6E9-4AD4-A44B-2685E2CF0E25}" dt="2023-09-20T04:41:46.364" v="384" actId="20577"/>
          <ac:spMkLst>
            <pc:docMk/>
            <pc:sldMk cId="2465897340" sldId="257"/>
            <ac:spMk id="2" creationId="{351D1500-BC78-7DDE-FB80-8F3E7E1FEA1D}"/>
          </ac:spMkLst>
        </pc:spChg>
        <pc:spChg chg="add del mod">
          <ac:chgData name="Anshu Sharma" userId="S::anshu.sharma@sibm.edu.in::f0093823-c5ac-4707-8f6f-ddb96cfa2ed6" providerId="AD" clId="Web-{B7B74F0B-D6E9-4AD4-A44B-2685E2CF0E25}" dt="2023-09-20T04:31:36.214" v="170"/>
          <ac:spMkLst>
            <pc:docMk/>
            <pc:sldMk cId="2465897340" sldId="257"/>
            <ac:spMk id="3" creationId="{F1CD4729-C51D-F991-810E-8F0A17ADF3C1}"/>
          </ac:spMkLst>
        </pc:spChg>
        <pc:spChg chg="add mod">
          <ac:chgData name="Anshu Sharma" userId="S::anshu.sharma@sibm.edu.in::f0093823-c5ac-4707-8f6f-ddb96cfa2ed6" providerId="AD" clId="Web-{B7B74F0B-D6E9-4AD4-A44B-2685E2CF0E25}" dt="2023-09-20T04:47:04.260" v="422" actId="1076"/>
          <ac:spMkLst>
            <pc:docMk/>
            <pc:sldMk cId="2465897340" sldId="257"/>
            <ac:spMk id="37" creationId="{463D3C86-18D7-D4BD-94D7-EF6157011CC5}"/>
          </ac:spMkLst>
        </pc:spChg>
        <pc:graphicFrameChg chg="add del">
          <ac:chgData name="Anshu Sharma" userId="S::anshu.sharma@sibm.edu.in::f0093823-c5ac-4707-8f6f-ddb96cfa2ed6" providerId="AD" clId="Web-{B7B74F0B-D6E9-4AD4-A44B-2685E2CF0E25}" dt="2023-09-20T04:31:36.198" v="169"/>
          <ac:graphicFrameMkLst>
            <pc:docMk/>
            <pc:sldMk cId="2465897340" sldId="257"/>
            <ac:graphicFrameMk id="5" creationId="{CD151DA2-9523-6BFB-CFC7-DA2D45BAC99C}"/>
          </ac:graphicFrameMkLst>
        </pc:graphicFrameChg>
        <pc:graphicFrameChg chg="add">
          <ac:chgData name="Anshu Sharma" userId="S::anshu.sharma@sibm.edu.in::f0093823-c5ac-4707-8f6f-ddb96cfa2ed6" providerId="AD" clId="Web-{B7B74F0B-D6E9-4AD4-A44B-2685E2CF0E25}" dt="2023-09-20T04:31:36.214" v="170"/>
          <ac:graphicFrameMkLst>
            <pc:docMk/>
            <pc:sldMk cId="2465897340" sldId="257"/>
            <ac:graphicFrameMk id="7" creationId="{9EB82A64-3671-425E-800F-7054CEE125E1}"/>
          </ac:graphicFrameMkLst>
        </pc:graphicFrameChg>
      </pc:sldChg>
      <pc:sldChg chg="modSp new">
        <pc:chgData name="Anshu Sharma" userId="S::anshu.sharma@sibm.edu.in::f0093823-c5ac-4707-8f6f-ddb96cfa2ed6" providerId="AD" clId="Web-{B7B74F0B-D6E9-4AD4-A44B-2685E2CF0E25}" dt="2023-09-20T04:54:13.283" v="579" actId="20577"/>
        <pc:sldMkLst>
          <pc:docMk/>
          <pc:sldMk cId="2573954225" sldId="258"/>
        </pc:sldMkLst>
        <pc:spChg chg="mod">
          <ac:chgData name="Anshu Sharma" userId="S::anshu.sharma@sibm.edu.in::f0093823-c5ac-4707-8f6f-ddb96cfa2ed6" providerId="AD" clId="Web-{B7B74F0B-D6E9-4AD4-A44B-2685E2CF0E25}" dt="2023-09-20T04:26:37.459" v="57" actId="20577"/>
          <ac:spMkLst>
            <pc:docMk/>
            <pc:sldMk cId="2573954225" sldId="258"/>
            <ac:spMk id="2" creationId="{5489E6CF-709E-864E-64FD-1EB6E736B864}"/>
          </ac:spMkLst>
        </pc:spChg>
        <pc:spChg chg="mod">
          <ac:chgData name="Anshu Sharma" userId="S::anshu.sharma@sibm.edu.in::f0093823-c5ac-4707-8f6f-ddb96cfa2ed6" providerId="AD" clId="Web-{B7B74F0B-D6E9-4AD4-A44B-2685E2CF0E25}" dt="2023-09-20T04:54:13.283" v="579" actId="20577"/>
          <ac:spMkLst>
            <pc:docMk/>
            <pc:sldMk cId="2573954225" sldId="258"/>
            <ac:spMk id="3" creationId="{AAF3D26F-01C2-1DAE-24E8-8AB31B2724D3}"/>
          </ac:spMkLst>
        </pc:spChg>
      </pc:sldChg>
      <pc:sldChg chg="addSp delSp modSp new mod ord setBg">
        <pc:chgData name="Anshu Sharma" userId="S::anshu.sharma@sibm.edu.in::f0093823-c5ac-4707-8f6f-ddb96cfa2ed6" providerId="AD" clId="Web-{B7B74F0B-D6E9-4AD4-A44B-2685E2CF0E25}" dt="2023-09-20T04:30:28.463" v="130"/>
        <pc:sldMkLst>
          <pc:docMk/>
          <pc:sldMk cId="3816939389" sldId="259"/>
        </pc:sldMkLst>
        <pc:spChg chg="mod">
          <ac:chgData name="Anshu Sharma" userId="S::anshu.sharma@sibm.edu.in::f0093823-c5ac-4707-8f6f-ddb96cfa2ed6" providerId="AD" clId="Web-{B7B74F0B-D6E9-4AD4-A44B-2685E2CF0E25}" dt="2023-09-20T04:30:20.744" v="129"/>
          <ac:spMkLst>
            <pc:docMk/>
            <pc:sldMk cId="3816939389" sldId="259"/>
            <ac:spMk id="2" creationId="{9949B90B-91A0-2B0E-FC7D-013BBDDE4F88}"/>
          </ac:spMkLst>
        </pc:spChg>
        <pc:spChg chg="del">
          <ac:chgData name="Anshu Sharma" userId="S::anshu.sharma@sibm.edu.in::f0093823-c5ac-4707-8f6f-ddb96cfa2ed6" providerId="AD" clId="Web-{B7B74F0B-D6E9-4AD4-A44B-2685E2CF0E25}" dt="2023-09-20T04:28:38.695" v="84"/>
          <ac:spMkLst>
            <pc:docMk/>
            <pc:sldMk cId="3816939389" sldId="259"/>
            <ac:spMk id="3" creationId="{D359E033-1253-623D-F0C9-B75992F79F33}"/>
          </ac:spMkLst>
        </pc:spChg>
        <pc:spChg chg="add del">
          <ac:chgData name="Anshu Sharma" userId="S::anshu.sharma@sibm.edu.in::f0093823-c5ac-4707-8f6f-ddb96cfa2ed6" providerId="AD" clId="Web-{B7B74F0B-D6E9-4AD4-A44B-2685E2CF0E25}" dt="2023-09-20T04:30:20.666" v="128"/>
          <ac:spMkLst>
            <pc:docMk/>
            <pc:sldMk cId="3816939389" sldId="259"/>
            <ac:spMk id="9" creationId="{32768DCD-B824-413A-B330-8D57ADB3724C}"/>
          </ac:spMkLst>
        </pc:spChg>
        <pc:spChg chg="add">
          <ac:chgData name="Anshu Sharma" userId="S::anshu.sharma@sibm.edu.in::f0093823-c5ac-4707-8f6f-ddb96cfa2ed6" providerId="AD" clId="Web-{B7B74F0B-D6E9-4AD4-A44B-2685E2CF0E25}" dt="2023-09-20T04:30:20.744" v="129"/>
          <ac:spMkLst>
            <pc:docMk/>
            <pc:sldMk cId="3816939389" sldId="259"/>
            <ac:spMk id="11" creationId="{61DF3E2F-0A88-4C55-8678-0764BF7339D9}"/>
          </ac:spMkLst>
        </pc:spChg>
        <pc:spChg chg="add">
          <ac:chgData name="Anshu Sharma" userId="S::anshu.sharma@sibm.edu.in::f0093823-c5ac-4707-8f6f-ddb96cfa2ed6" providerId="AD" clId="Web-{B7B74F0B-D6E9-4AD4-A44B-2685E2CF0E25}" dt="2023-09-20T04:30:20.744" v="129"/>
          <ac:spMkLst>
            <pc:docMk/>
            <pc:sldMk cId="3816939389" sldId="259"/>
            <ac:spMk id="12" creationId="{32768DCD-B824-413A-B330-8D57ADB3724C}"/>
          </ac:spMkLst>
        </pc:spChg>
        <pc:graphicFrameChg chg="add mod modGraphic">
          <ac:chgData name="Anshu Sharma" userId="S::anshu.sharma@sibm.edu.in::f0093823-c5ac-4707-8f6f-ddb96cfa2ed6" providerId="AD" clId="Web-{B7B74F0B-D6E9-4AD4-A44B-2685E2CF0E25}" dt="2023-09-20T04:30:20.744" v="129"/>
          <ac:graphicFrameMkLst>
            <pc:docMk/>
            <pc:sldMk cId="3816939389" sldId="259"/>
            <ac:graphicFrameMk id="4" creationId="{0D232B05-48C3-9095-8645-D03210061A8C}"/>
          </ac:graphicFrameMkLst>
        </pc:graphicFrameChg>
      </pc:sldChg>
      <pc:sldChg chg="addSp delSp modSp new mod setBg">
        <pc:chgData name="Anshu Sharma" userId="S::anshu.sharma@sibm.edu.in::f0093823-c5ac-4707-8f6f-ddb96cfa2ed6" providerId="AD" clId="Web-{B7B74F0B-D6E9-4AD4-A44B-2685E2CF0E25}" dt="2023-09-20T04:31:43.558" v="171"/>
        <pc:sldMkLst>
          <pc:docMk/>
          <pc:sldMk cId="1641034951" sldId="260"/>
        </pc:sldMkLst>
        <pc:spChg chg="mod">
          <ac:chgData name="Anshu Sharma" userId="S::anshu.sharma@sibm.edu.in::f0093823-c5ac-4707-8f6f-ddb96cfa2ed6" providerId="AD" clId="Web-{B7B74F0B-D6E9-4AD4-A44B-2685E2CF0E25}" dt="2023-09-20T04:31:43.558" v="171"/>
          <ac:spMkLst>
            <pc:docMk/>
            <pc:sldMk cId="1641034951" sldId="260"/>
            <ac:spMk id="2" creationId="{D8BB44B5-9DB3-15B5-21E6-19F4E3CE8601}"/>
          </ac:spMkLst>
        </pc:spChg>
        <pc:spChg chg="del mod">
          <ac:chgData name="Anshu Sharma" userId="S::anshu.sharma@sibm.edu.in::f0093823-c5ac-4707-8f6f-ddb96cfa2ed6" providerId="AD" clId="Web-{B7B74F0B-D6E9-4AD4-A44B-2685E2CF0E25}" dt="2023-09-20T04:31:43.558" v="171"/>
          <ac:spMkLst>
            <pc:docMk/>
            <pc:sldMk cId="1641034951" sldId="260"/>
            <ac:spMk id="3" creationId="{6C19138E-B4AA-F700-2F78-B7DF44AEF054}"/>
          </ac:spMkLst>
        </pc:spChg>
        <pc:spChg chg="add">
          <ac:chgData name="Anshu Sharma" userId="S::anshu.sharma@sibm.edu.in::f0093823-c5ac-4707-8f6f-ddb96cfa2ed6" providerId="AD" clId="Web-{B7B74F0B-D6E9-4AD4-A44B-2685E2CF0E25}" dt="2023-09-20T04:31:43.558" v="171"/>
          <ac:spMkLst>
            <pc:docMk/>
            <pc:sldMk cId="1641034951" sldId="260"/>
            <ac:spMk id="9" creationId="{32768DCD-B824-413A-B330-8D57ADB3724C}"/>
          </ac:spMkLst>
        </pc:spChg>
        <pc:graphicFrameChg chg="add">
          <ac:chgData name="Anshu Sharma" userId="S::anshu.sharma@sibm.edu.in::f0093823-c5ac-4707-8f6f-ddb96cfa2ed6" providerId="AD" clId="Web-{B7B74F0B-D6E9-4AD4-A44B-2685E2CF0E25}" dt="2023-09-20T04:31:43.558" v="171"/>
          <ac:graphicFrameMkLst>
            <pc:docMk/>
            <pc:sldMk cId="1641034951" sldId="260"/>
            <ac:graphicFrameMk id="5" creationId="{82A954B9-C41A-0C8F-4CED-D80F11C957E2}"/>
          </ac:graphicFrameMkLst>
        </pc:graphicFrameChg>
      </pc:sldChg>
      <pc:sldChg chg="addSp delSp modSp new addAnim modAnim">
        <pc:chgData name="Anshu Sharma" userId="S::anshu.sharma@sibm.edu.in::f0093823-c5ac-4707-8f6f-ddb96cfa2ed6" providerId="AD" clId="Web-{B7B74F0B-D6E9-4AD4-A44B-2685E2CF0E25}" dt="2023-09-20T04:42:28.458" v="402" actId="20577"/>
        <pc:sldMkLst>
          <pc:docMk/>
          <pc:sldMk cId="1713110254" sldId="261"/>
        </pc:sldMkLst>
        <pc:spChg chg="mod">
          <ac:chgData name="Anshu Sharma" userId="S::anshu.sharma@sibm.edu.in::f0093823-c5ac-4707-8f6f-ddb96cfa2ed6" providerId="AD" clId="Web-{B7B74F0B-D6E9-4AD4-A44B-2685E2CF0E25}" dt="2023-09-20T04:42:28.458" v="402" actId="20577"/>
          <ac:spMkLst>
            <pc:docMk/>
            <pc:sldMk cId="1713110254" sldId="261"/>
            <ac:spMk id="2" creationId="{70441583-4186-EC5B-7EB4-4CBEC8AF80B5}"/>
          </ac:spMkLst>
        </pc:spChg>
        <pc:spChg chg="del mod">
          <ac:chgData name="Anshu Sharma" userId="S::anshu.sharma@sibm.edu.in::f0093823-c5ac-4707-8f6f-ddb96cfa2ed6" providerId="AD" clId="Web-{B7B74F0B-D6E9-4AD4-A44B-2685E2CF0E25}" dt="2023-09-20T04:33:14.168" v="230"/>
          <ac:spMkLst>
            <pc:docMk/>
            <pc:sldMk cId="1713110254" sldId="261"/>
            <ac:spMk id="3" creationId="{4E1CAE8C-0CFD-7DDB-0106-66191DD3BFF6}"/>
          </ac:spMkLst>
        </pc:spChg>
        <pc:graphicFrameChg chg="add">
          <ac:chgData name="Anshu Sharma" userId="S::anshu.sharma@sibm.edu.in::f0093823-c5ac-4707-8f6f-ddb96cfa2ed6" providerId="AD" clId="Web-{B7B74F0B-D6E9-4AD4-A44B-2685E2CF0E25}" dt="2023-09-20T04:33:14.168" v="230"/>
          <ac:graphicFrameMkLst>
            <pc:docMk/>
            <pc:sldMk cId="1713110254" sldId="261"/>
            <ac:graphicFrameMk id="5" creationId="{C425912A-9672-545F-E2B8-6F191FA80476}"/>
          </ac:graphicFrameMkLst>
        </pc:graphicFrameChg>
      </pc:sldChg>
      <pc:sldChg chg="addSp delSp modSp new">
        <pc:chgData name="Anshu Sharma" userId="S::anshu.sharma@sibm.edu.in::f0093823-c5ac-4707-8f6f-ddb96cfa2ed6" providerId="AD" clId="Web-{B7B74F0B-D6E9-4AD4-A44B-2685E2CF0E25}" dt="2023-09-20T04:54:27.721" v="580"/>
        <pc:sldMkLst>
          <pc:docMk/>
          <pc:sldMk cId="2999895650" sldId="262"/>
        </pc:sldMkLst>
        <pc:spChg chg="mod">
          <ac:chgData name="Anshu Sharma" userId="S::anshu.sharma@sibm.edu.in::f0093823-c5ac-4707-8f6f-ddb96cfa2ed6" providerId="AD" clId="Web-{B7B74F0B-D6E9-4AD4-A44B-2685E2CF0E25}" dt="2023-09-20T04:33:30.731" v="236" actId="20577"/>
          <ac:spMkLst>
            <pc:docMk/>
            <pc:sldMk cId="2999895650" sldId="262"/>
            <ac:spMk id="2" creationId="{FDD45500-20F6-90C8-FB40-B6C9E094557E}"/>
          </ac:spMkLst>
        </pc:spChg>
        <pc:spChg chg="del mod">
          <ac:chgData name="Anshu Sharma" userId="S::anshu.sharma@sibm.edu.in::f0093823-c5ac-4707-8f6f-ddb96cfa2ed6" providerId="AD" clId="Web-{B7B74F0B-D6E9-4AD4-A44B-2685E2CF0E25}" dt="2023-09-20T04:54:27.721" v="580"/>
          <ac:spMkLst>
            <pc:docMk/>
            <pc:sldMk cId="2999895650" sldId="262"/>
            <ac:spMk id="3" creationId="{3D33371E-A940-84FE-55DA-0C8783E8F229}"/>
          </ac:spMkLst>
        </pc:spChg>
        <pc:graphicFrameChg chg="add">
          <ac:chgData name="Anshu Sharma" userId="S::anshu.sharma@sibm.edu.in::f0093823-c5ac-4707-8f6f-ddb96cfa2ed6" providerId="AD" clId="Web-{B7B74F0B-D6E9-4AD4-A44B-2685E2CF0E25}" dt="2023-09-20T04:54:27.721" v="580"/>
          <ac:graphicFrameMkLst>
            <pc:docMk/>
            <pc:sldMk cId="2999895650" sldId="262"/>
            <ac:graphicFrameMk id="5" creationId="{12DE04C9-382A-36E3-69E9-032B7A6468B4}"/>
          </ac:graphicFrameMkLst>
        </pc:graphicFrameChg>
      </pc:sldChg>
      <pc:sldChg chg="modSp new">
        <pc:chgData name="Anshu Sharma" userId="S::anshu.sharma@sibm.edu.in::f0093823-c5ac-4707-8f6f-ddb96cfa2ed6" providerId="AD" clId="Web-{B7B74F0B-D6E9-4AD4-A44B-2685E2CF0E25}" dt="2023-09-20T04:35:56.937" v="322" actId="20577"/>
        <pc:sldMkLst>
          <pc:docMk/>
          <pc:sldMk cId="3600916764" sldId="263"/>
        </pc:sldMkLst>
        <pc:spChg chg="mod">
          <ac:chgData name="Anshu Sharma" userId="S::anshu.sharma@sibm.edu.in::f0093823-c5ac-4707-8f6f-ddb96cfa2ed6" providerId="AD" clId="Web-{B7B74F0B-D6E9-4AD4-A44B-2685E2CF0E25}" dt="2023-09-20T04:34:26.920" v="272" actId="20577"/>
          <ac:spMkLst>
            <pc:docMk/>
            <pc:sldMk cId="3600916764" sldId="263"/>
            <ac:spMk id="2" creationId="{E0F92616-316B-B51A-CF32-A29EFDBDE35F}"/>
          </ac:spMkLst>
        </pc:spChg>
        <pc:spChg chg="mod">
          <ac:chgData name="Anshu Sharma" userId="S::anshu.sharma@sibm.edu.in::f0093823-c5ac-4707-8f6f-ddb96cfa2ed6" providerId="AD" clId="Web-{B7B74F0B-D6E9-4AD4-A44B-2685E2CF0E25}" dt="2023-09-20T04:35:56.937" v="322" actId="20577"/>
          <ac:spMkLst>
            <pc:docMk/>
            <pc:sldMk cId="3600916764" sldId="263"/>
            <ac:spMk id="3" creationId="{0025B692-0A80-C88B-C8B6-AE7034E0A3CE}"/>
          </ac:spMkLst>
        </pc:spChg>
      </pc:sldChg>
      <pc:sldChg chg="modSp new">
        <pc:chgData name="Anshu Sharma" userId="S::anshu.sharma@sibm.edu.in::f0093823-c5ac-4707-8f6f-ddb96cfa2ed6" providerId="AD" clId="Web-{B7B74F0B-D6E9-4AD4-A44B-2685E2CF0E25}" dt="2023-09-20T04:38:08.470" v="367" actId="20577"/>
        <pc:sldMkLst>
          <pc:docMk/>
          <pc:sldMk cId="4245954359" sldId="264"/>
        </pc:sldMkLst>
        <pc:spChg chg="mod">
          <ac:chgData name="Anshu Sharma" userId="S::anshu.sharma@sibm.edu.in::f0093823-c5ac-4707-8f6f-ddb96cfa2ed6" providerId="AD" clId="Web-{B7B74F0B-D6E9-4AD4-A44B-2685E2CF0E25}" dt="2023-09-20T04:36:08.765" v="326" actId="20577"/>
          <ac:spMkLst>
            <pc:docMk/>
            <pc:sldMk cId="4245954359" sldId="264"/>
            <ac:spMk id="2" creationId="{6E433BC3-142B-4C97-B1D7-0FB014565C47}"/>
          </ac:spMkLst>
        </pc:spChg>
        <pc:spChg chg="mod">
          <ac:chgData name="Anshu Sharma" userId="S::anshu.sharma@sibm.edu.in::f0093823-c5ac-4707-8f6f-ddb96cfa2ed6" providerId="AD" clId="Web-{B7B74F0B-D6E9-4AD4-A44B-2685E2CF0E25}" dt="2023-09-20T04:38:08.470" v="367" actId="20577"/>
          <ac:spMkLst>
            <pc:docMk/>
            <pc:sldMk cId="4245954359" sldId="264"/>
            <ac:spMk id="3" creationId="{B27E54C7-DE6C-EF35-22DE-71A0D6F5AD6F}"/>
          </ac:spMkLst>
        </pc:spChg>
      </pc:sldChg>
      <pc:sldChg chg="addSp modSp new">
        <pc:chgData name="Anshu Sharma" userId="S::anshu.sharma@sibm.edu.in::f0093823-c5ac-4707-8f6f-ddb96cfa2ed6" providerId="AD" clId="Web-{B7B74F0B-D6E9-4AD4-A44B-2685E2CF0E25}" dt="2023-09-20T04:56:19.613" v="592" actId="1076"/>
        <pc:sldMkLst>
          <pc:docMk/>
          <pc:sldMk cId="1539521653" sldId="265"/>
        </pc:sldMkLst>
        <pc:spChg chg="mod">
          <ac:chgData name="Anshu Sharma" userId="S::anshu.sharma@sibm.edu.in::f0093823-c5ac-4707-8f6f-ddb96cfa2ed6" providerId="AD" clId="Web-{B7B74F0B-D6E9-4AD4-A44B-2685E2CF0E25}" dt="2023-09-20T04:38:15.236" v="371" actId="20577"/>
          <ac:spMkLst>
            <pc:docMk/>
            <pc:sldMk cId="1539521653" sldId="265"/>
            <ac:spMk id="2" creationId="{4C420208-BB5D-50C0-AB4C-87DA6D740FCB}"/>
          </ac:spMkLst>
        </pc:spChg>
        <pc:spChg chg="mod">
          <ac:chgData name="Anshu Sharma" userId="S::anshu.sharma@sibm.edu.in::f0093823-c5ac-4707-8f6f-ddb96cfa2ed6" providerId="AD" clId="Web-{B7B74F0B-D6E9-4AD4-A44B-2685E2CF0E25}" dt="2023-09-20T04:56:13.770" v="590" actId="20577"/>
          <ac:spMkLst>
            <pc:docMk/>
            <pc:sldMk cId="1539521653" sldId="265"/>
            <ac:spMk id="3" creationId="{08CF0DC2-D634-81D0-E6F7-66D92FA050DC}"/>
          </ac:spMkLst>
        </pc:spChg>
        <pc:picChg chg="add mod">
          <ac:chgData name="Anshu Sharma" userId="S::anshu.sharma@sibm.edu.in::f0093823-c5ac-4707-8f6f-ddb96cfa2ed6" providerId="AD" clId="Web-{B7B74F0B-D6E9-4AD4-A44B-2685E2CF0E25}" dt="2023-09-20T04:56:19.613" v="592" actId="1076"/>
          <ac:picMkLst>
            <pc:docMk/>
            <pc:sldMk cId="1539521653" sldId="265"/>
            <ac:picMk id="4" creationId="{F30A2238-649C-85A2-0EF3-3CD1E0EECE45}"/>
          </ac:picMkLst>
        </pc:picChg>
      </pc:sldChg>
      <pc:sldChg chg="addSp delSp modSp new">
        <pc:chgData name="Anshu Sharma" userId="S::anshu.sharma@sibm.edu.in::f0093823-c5ac-4707-8f6f-ddb96cfa2ed6" providerId="AD" clId="Web-{B7B74F0B-D6E9-4AD4-A44B-2685E2CF0E25}" dt="2023-09-20T04:52:12.860" v="572"/>
        <pc:sldMkLst>
          <pc:docMk/>
          <pc:sldMk cId="1686907653" sldId="266"/>
        </pc:sldMkLst>
        <pc:spChg chg="mod">
          <ac:chgData name="Anshu Sharma" userId="S::anshu.sharma@sibm.edu.in::f0093823-c5ac-4707-8f6f-ddb96cfa2ed6" providerId="AD" clId="Web-{B7B74F0B-D6E9-4AD4-A44B-2685E2CF0E25}" dt="2023-09-20T04:49:03.683" v="433" actId="20577"/>
          <ac:spMkLst>
            <pc:docMk/>
            <pc:sldMk cId="1686907653" sldId="266"/>
            <ac:spMk id="2" creationId="{B277C53C-C69C-6EE5-D261-C6BE0288A5D8}"/>
          </ac:spMkLst>
        </pc:spChg>
        <pc:spChg chg="del mod">
          <ac:chgData name="Anshu Sharma" userId="S::anshu.sharma@sibm.edu.in::f0093823-c5ac-4707-8f6f-ddb96cfa2ed6" providerId="AD" clId="Web-{B7B74F0B-D6E9-4AD4-A44B-2685E2CF0E25}" dt="2023-09-20T04:52:12.860" v="572"/>
          <ac:spMkLst>
            <pc:docMk/>
            <pc:sldMk cId="1686907653" sldId="266"/>
            <ac:spMk id="3" creationId="{15A3DE25-1B6B-E670-4FF7-3482FF0C57A6}"/>
          </ac:spMkLst>
        </pc:spChg>
        <pc:graphicFrameChg chg="add">
          <ac:chgData name="Anshu Sharma" userId="S::anshu.sharma@sibm.edu.in::f0093823-c5ac-4707-8f6f-ddb96cfa2ed6" providerId="AD" clId="Web-{B7B74F0B-D6E9-4AD4-A44B-2685E2CF0E25}" dt="2023-09-20T04:52:12.860" v="572"/>
          <ac:graphicFrameMkLst>
            <pc:docMk/>
            <pc:sldMk cId="1686907653" sldId="266"/>
            <ac:graphicFrameMk id="5" creationId="{F9EF3B8C-96EF-9AB0-D67B-E43BD3E35969}"/>
          </ac:graphicFrameMkLst>
        </pc:graphicFrameChg>
      </pc:sldChg>
      <pc:sldMasterChg chg="add del addSldLayout delSldLayout">
        <pc:chgData name="Anshu Sharma" userId="S::anshu.sharma@sibm.edu.in::f0093823-c5ac-4707-8f6f-ddb96cfa2ed6" providerId="AD" clId="Web-{B7B74F0B-D6E9-4AD4-A44B-2685E2CF0E25}" dt="2023-09-20T04:24:56.708" v="20"/>
        <pc:sldMasterMkLst>
          <pc:docMk/>
          <pc:sldMasterMk cId="2460954070" sldId="2147483660"/>
        </pc:sldMasterMkLst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Anshu Sharma" userId="S::anshu.sharma@sibm.edu.in::f0093823-c5ac-4707-8f6f-ddb96cfa2ed6" providerId="AD" clId="Web-{B7B74F0B-D6E9-4AD4-A44B-2685E2CF0E25}" dt="2023-09-20T04:24:56.708" v="20"/>
        <pc:sldMasterMkLst>
          <pc:docMk/>
          <pc:sldMasterMk cId="2559486654" sldId="2147483685"/>
        </pc:sldMasterMkLst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3442686133" sldId="2147483674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4230392731" sldId="2147483675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2386017668" sldId="2147483676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1410457564" sldId="2147483677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2651765812" sldId="2147483678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3855824905" sldId="2147483679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2408179507" sldId="2147483680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118695630" sldId="2147483681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304989907" sldId="2147483682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1633325248" sldId="2147483683"/>
          </pc:sldLayoutMkLst>
        </pc:sldLayoutChg>
        <pc:sldLayoutChg chg="add">
          <pc:chgData name="Anshu Sharma" userId="S::anshu.sharma@sibm.edu.in::f0093823-c5ac-4707-8f6f-ddb96cfa2ed6" providerId="AD" clId="Web-{B7B74F0B-D6E9-4AD4-A44B-2685E2CF0E25}" dt="2023-09-20T04:24:56.708" v="20"/>
          <pc:sldLayoutMkLst>
            <pc:docMk/>
            <pc:sldMasterMk cId="2559486654" sldId="2147483685"/>
            <pc:sldLayoutMk cId="2140247002" sldId="2147483684"/>
          </pc:sldLayoutMkLst>
        </pc:sldLayoutChg>
      </pc:sldMasterChg>
      <pc:sldMasterChg chg="add del addSldLayout delSldLayout">
        <pc:chgData name="Anshu Sharma" userId="S::anshu.sharma@sibm.edu.in::f0093823-c5ac-4707-8f6f-ddb96cfa2ed6" providerId="AD" clId="Web-{B7B74F0B-D6E9-4AD4-A44B-2685E2CF0E25}" dt="2023-09-20T04:24:56.645" v="19"/>
        <pc:sldMasterMkLst>
          <pc:docMk/>
          <pc:sldMasterMk cId="526950296" sldId="2147483698"/>
        </pc:sldMasterMkLst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1919003507" sldId="2147483687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3237230936" sldId="2147483688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1825888609" sldId="2147483689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811770317" sldId="2147483690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1852593729" sldId="2147483691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2863980761" sldId="2147483692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1266224203" sldId="2147483693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2591608223" sldId="2147483694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884745259" sldId="2147483695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3467116151" sldId="2147483696"/>
          </pc:sldLayoutMkLst>
        </pc:sldLayoutChg>
        <pc:sldLayoutChg chg="add del">
          <pc:chgData name="Anshu Sharma" userId="S::anshu.sharma@sibm.edu.in::f0093823-c5ac-4707-8f6f-ddb96cfa2ed6" providerId="AD" clId="Web-{B7B74F0B-D6E9-4AD4-A44B-2685E2CF0E25}" dt="2023-09-20T04:24:56.645" v="19"/>
          <pc:sldLayoutMkLst>
            <pc:docMk/>
            <pc:sldMasterMk cId="526950296" sldId="2147483698"/>
            <pc:sldLayoutMk cId="1835493886" sldId="2147483697"/>
          </pc:sldLayoutMkLst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12" Type="http://schemas.openxmlformats.org/officeDocument/2006/relationships/image" Target="../media/image33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2.png"/><Relationship Id="rId5" Type="http://schemas.openxmlformats.org/officeDocument/2006/relationships/image" Target="../media/image28.png"/><Relationship Id="rId10" Type="http://schemas.openxmlformats.org/officeDocument/2006/relationships/image" Target="../media/image31.svg"/><Relationship Id="rId4" Type="http://schemas.openxmlformats.org/officeDocument/2006/relationships/image" Target="../media/image27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12" Type="http://schemas.openxmlformats.org/officeDocument/2006/relationships/image" Target="../media/image33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2.png"/><Relationship Id="rId5" Type="http://schemas.openxmlformats.org/officeDocument/2006/relationships/image" Target="../media/image28.png"/><Relationship Id="rId10" Type="http://schemas.openxmlformats.org/officeDocument/2006/relationships/image" Target="../media/image31.svg"/><Relationship Id="rId4" Type="http://schemas.openxmlformats.org/officeDocument/2006/relationships/image" Target="../media/image27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2BF839-7CE6-4611-829E-418284DAD17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5770C5-4C52-4BD0-AAD5-5E11413D0646}">
      <dgm:prSet/>
      <dgm:spPr/>
      <dgm:t>
        <a:bodyPr/>
        <a:lstStyle/>
        <a:p>
          <a:r>
            <a:rPr lang="en-US"/>
            <a:t>Brand awareness</a:t>
          </a:r>
        </a:p>
      </dgm:t>
    </dgm:pt>
    <dgm:pt modelId="{C68D92BB-9B4D-4A10-B7E8-B20CEC7DABD0}" type="parTrans" cxnId="{26F08721-2F6B-409F-9053-26C42108E936}">
      <dgm:prSet/>
      <dgm:spPr/>
      <dgm:t>
        <a:bodyPr/>
        <a:lstStyle/>
        <a:p>
          <a:endParaRPr lang="en-US"/>
        </a:p>
      </dgm:t>
    </dgm:pt>
    <dgm:pt modelId="{07553AD0-E0CB-4004-AFA6-DDA0DB091047}" type="sibTrans" cxnId="{26F08721-2F6B-409F-9053-26C42108E936}">
      <dgm:prSet/>
      <dgm:spPr/>
      <dgm:t>
        <a:bodyPr/>
        <a:lstStyle/>
        <a:p>
          <a:endParaRPr lang="en-US"/>
        </a:p>
      </dgm:t>
    </dgm:pt>
    <dgm:pt modelId="{5F2E11F5-BD8B-411C-82CF-2A5A8082BF8C}">
      <dgm:prSet/>
      <dgm:spPr/>
      <dgm:t>
        <a:bodyPr/>
        <a:lstStyle/>
        <a:p>
          <a:r>
            <a:rPr lang="en-US"/>
            <a:t>Customer retention/Loyalty</a:t>
          </a:r>
        </a:p>
      </dgm:t>
    </dgm:pt>
    <dgm:pt modelId="{088952F8-3676-49D6-B028-593954070BE7}" type="parTrans" cxnId="{18288170-A59F-433C-BE07-B93FCC80B816}">
      <dgm:prSet/>
      <dgm:spPr/>
      <dgm:t>
        <a:bodyPr/>
        <a:lstStyle/>
        <a:p>
          <a:endParaRPr lang="en-US"/>
        </a:p>
      </dgm:t>
    </dgm:pt>
    <dgm:pt modelId="{0CD6460D-3782-47E5-9F9F-C902971E58D7}" type="sibTrans" cxnId="{18288170-A59F-433C-BE07-B93FCC80B816}">
      <dgm:prSet/>
      <dgm:spPr/>
      <dgm:t>
        <a:bodyPr/>
        <a:lstStyle/>
        <a:p>
          <a:endParaRPr lang="en-US"/>
        </a:p>
      </dgm:t>
    </dgm:pt>
    <dgm:pt modelId="{F581A2A4-C725-47DA-85EB-BEC6A457DF51}">
      <dgm:prSet/>
      <dgm:spPr/>
      <dgm:t>
        <a:bodyPr/>
        <a:lstStyle/>
        <a:p>
          <a:r>
            <a:rPr lang="en-US"/>
            <a:t>Sales</a:t>
          </a:r>
        </a:p>
      </dgm:t>
    </dgm:pt>
    <dgm:pt modelId="{B9BC6929-F9DC-4335-8C78-C729D867839E}" type="parTrans" cxnId="{78019255-8B8A-41CE-8146-80194039F5A1}">
      <dgm:prSet/>
      <dgm:spPr/>
      <dgm:t>
        <a:bodyPr/>
        <a:lstStyle/>
        <a:p>
          <a:endParaRPr lang="en-US"/>
        </a:p>
      </dgm:t>
    </dgm:pt>
    <dgm:pt modelId="{802E7875-1FF7-4D8C-9840-A983B818340D}" type="sibTrans" cxnId="{78019255-8B8A-41CE-8146-80194039F5A1}">
      <dgm:prSet/>
      <dgm:spPr/>
      <dgm:t>
        <a:bodyPr/>
        <a:lstStyle/>
        <a:p>
          <a:endParaRPr lang="en-US"/>
        </a:p>
      </dgm:t>
    </dgm:pt>
    <dgm:pt modelId="{21E4A747-E273-4461-B37C-412E6E73D3E4}">
      <dgm:prSet/>
      <dgm:spPr/>
      <dgm:t>
        <a:bodyPr/>
        <a:lstStyle/>
        <a:p>
          <a:r>
            <a:rPr lang="en-US"/>
            <a:t>Lead generation</a:t>
          </a:r>
        </a:p>
      </dgm:t>
    </dgm:pt>
    <dgm:pt modelId="{4E53143D-D83B-4E68-89C1-6DAB2FA8C3E5}" type="parTrans" cxnId="{94734C9D-750C-4DAA-B8C3-582086ED50E7}">
      <dgm:prSet/>
      <dgm:spPr/>
      <dgm:t>
        <a:bodyPr/>
        <a:lstStyle/>
        <a:p>
          <a:endParaRPr lang="en-US"/>
        </a:p>
      </dgm:t>
    </dgm:pt>
    <dgm:pt modelId="{B5DAF92F-83B1-4005-9825-50DCB9783177}" type="sibTrans" cxnId="{94734C9D-750C-4DAA-B8C3-582086ED50E7}">
      <dgm:prSet/>
      <dgm:spPr/>
      <dgm:t>
        <a:bodyPr/>
        <a:lstStyle/>
        <a:p>
          <a:endParaRPr lang="en-US"/>
        </a:p>
      </dgm:t>
    </dgm:pt>
    <dgm:pt modelId="{CF4CD0DE-777D-4DAF-8799-72717FB03C99}">
      <dgm:prSet/>
      <dgm:spPr/>
      <dgm:t>
        <a:bodyPr/>
        <a:lstStyle/>
        <a:p>
          <a:r>
            <a:rPr lang="en-US"/>
            <a:t>Nurturing leads</a:t>
          </a:r>
        </a:p>
      </dgm:t>
    </dgm:pt>
    <dgm:pt modelId="{C8339C34-F017-4600-98BB-016AC4BC809C}" type="parTrans" cxnId="{0756D19C-DAF8-4C8D-99B5-338BD6A46542}">
      <dgm:prSet/>
      <dgm:spPr/>
      <dgm:t>
        <a:bodyPr/>
        <a:lstStyle/>
        <a:p>
          <a:endParaRPr lang="en-US"/>
        </a:p>
      </dgm:t>
    </dgm:pt>
    <dgm:pt modelId="{46F38322-AF1A-4AE6-AE96-D240098C55F7}" type="sibTrans" cxnId="{0756D19C-DAF8-4C8D-99B5-338BD6A46542}">
      <dgm:prSet/>
      <dgm:spPr/>
      <dgm:t>
        <a:bodyPr/>
        <a:lstStyle/>
        <a:p>
          <a:endParaRPr lang="en-US"/>
        </a:p>
      </dgm:t>
    </dgm:pt>
    <dgm:pt modelId="{C46692E1-A923-4B1D-9E3C-A4631F22C5D7}">
      <dgm:prSet/>
      <dgm:spPr/>
      <dgm:t>
        <a:bodyPr/>
        <a:lstStyle/>
        <a:p>
          <a:r>
            <a:rPr lang="en-US"/>
            <a:t>Customer Engagement</a:t>
          </a:r>
        </a:p>
      </dgm:t>
    </dgm:pt>
    <dgm:pt modelId="{A538B566-BB35-4B93-B4B9-0D83E2B4EA0D}" type="parTrans" cxnId="{0E2A54B2-CA75-47F8-A568-C1084C416C2C}">
      <dgm:prSet/>
      <dgm:spPr/>
      <dgm:t>
        <a:bodyPr/>
        <a:lstStyle/>
        <a:p>
          <a:endParaRPr lang="en-US"/>
        </a:p>
      </dgm:t>
    </dgm:pt>
    <dgm:pt modelId="{1FDAF496-6E03-47E7-AE8B-F1E4234C3739}" type="sibTrans" cxnId="{0E2A54B2-CA75-47F8-A568-C1084C416C2C}">
      <dgm:prSet/>
      <dgm:spPr/>
      <dgm:t>
        <a:bodyPr/>
        <a:lstStyle/>
        <a:p>
          <a:endParaRPr lang="en-US"/>
        </a:p>
      </dgm:t>
    </dgm:pt>
    <dgm:pt modelId="{AAEE8D8B-3CE8-4943-9E06-6338ED0F0B7F}">
      <dgm:prSet/>
      <dgm:spPr/>
      <dgm:t>
        <a:bodyPr/>
        <a:lstStyle/>
        <a:p>
          <a:r>
            <a:rPr lang="en-US"/>
            <a:t>Product promotion/discounts</a:t>
          </a:r>
        </a:p>
      </dgm:t>
    </dgm:pt>
    <dgm:pt modelId="{0D8B0218-46DB-457C-9B14-D1F445568D6D}" type="parTrans" cxnId="{93D2A840-6F53-4615-9EE4-3D0DA5D78DE2}">
      <dgm:prSet/>
      <dgm:spPr/>
      <dgm:t>
        <a:bodyPr/>
        <a:lstStyle/>
        <a:p>
          <a:endParaRPr lang="en-US"/>
        </a:p>
      </dgm:t>
    </dgm:pt>
    <dgm:pt modelId="{2F20FF6F-C575-4057-BA85-4BD90D0E50B4}" type="sibTrans" cxnId="{93D2A840-6F53-4615-9EE4-3D0DA5D78DE2}">
      <dgm:prSet/>
      <dgm:spPr/>
      <dgm:t>
        <a:bodyPr/>
        <a:lstStyle/>
        <a:p>
          <a:endParaRPr lang="en-US"/>
        </a:p>
      </dgm:t>
    </dgm:pt>
    <dgm:pt modelId="{BCEA032C-C9C5-44D2-80DC-2CDF32D9F91A}">
      <dgm:prSet/>
      <dgm:spPr/>
      <dgm:t>
        <a:bodyPr/>
        <a:lstStyle/>
        <a:p>
          <a:r>
            <a:rPr lang="en-US"/>
            <a:t>Educating customers</a:t>
          </a:r>
        </a:p>
      </dgm:t>
    </dgm:pt>
    <dgm:pt modelId="{95353B21-9240-4578-BB6E-D64D5DE7C442}" type="parTrans" cxnId="{9911A359-BE15-4CE2-BBE2-7392EDD08568}">
      <dgm:prSet/>
      <dgm:spPr/>
      <dgm:t>
        <a:bodyPr/>
        <a:lstStyle/>
        <a:p>
          <a:endParaRPr lang="en-US"/>
        </a:p>
      </dgm:t>
    </dgm:pt>
    <dgm:pt modelId="{7ACFCAF1-FAEB-48DA-8CEC-3C4804983BAC}" type="sibTrans" cxnId="{9911A359-BE15-4CE2-BBE2-7392EDD08568}">
      <dgm:prSet/>
      <dgm:spPr/>
      <dgm:t>
        <a:bodyPr/>
        <a:lstStyle/>
        <a:p>
          <a:endParaRPr lang="en-US"/>
        </a:p>
      </dgm:t>
    </dgm:pt>
    <dgm:pt modelId="{B540F090-EACE-4793-8D17-D4BF577618F0}">
      <dgm:prSet/>
      <dgm:spPr/>
      <dgm:t>
        <a:bodyPr/>
        <a:lstStyle/>
        <a:p>
          <a:r>
            <a:rPr lang="en-US"/>
            <a:t>Driving website traffic</a:t>
          </a:r>
        </a:p>
      </dgm:t>
    </dgm:pt>
    <dgm:pt modelId="{F0673E74-31DD-4B62-89D8-78F7B63DB506}" type="parTrans" cxnId="{BAE3410A-2CC2-4EAC-9835-EA55A1EC1167}">
      <dgm:prSet/>
      <dgm:spPr/>
      <dgm:t>
        <a:bodyPr/>
        <a:lstStyle/>
        <a:p>
          <a:endParaRPr lang="en-US"/>
        </a:p>
      </dgm:t>
    </dgm:pt>
    <dgm:pt modelId="{FE8CBF0D-EE3F-4130-8A6C-DBAE502694D6}" type="sibTrans" cxnId="{BAE3410A-2CC2-4EAC-9835-EA55A1EC1167}">
      <dgm:prSet/>
      <dgm:spPr/>
      <dgm:t>
        <a:bodyPr/>
        <a:lstStyle/>
        <a:p>
          <a:endParaRPr lang="en-US"/>
        </a:p>
      </dgm:t>
    </dgm:pt>
    <dgm:pt modelId="{EBD38EEA-3255-49DC-A19D-EF01E13059B3}">
      <dgm:prSet/>
      <dgm:spPr/>
      <dgm:t>
        <a:bodyPr/>
        <a:lstStyle/>
        <a:p>
          <a:r>
            <a:rPr lang="en-US"/>
            <a:t>Boosting social media presence</a:t>
          </a:r>
        </a:p>
      </dgm:t>
    </dgm:pt>
    <dgm:pt modelId="{452F7B81-601A-4A15-8884-B19D111C6945}" type="parTrans" cxnId="{411A95A3-8001-420D-BC06-E89BB0E02CA0}">
      <dgm:prSet/>
      <dgm:spPr/>
      <dgm:t>
        <a:bodyPr/>
        <a:lstStyle/>
        <a:p>
          <a:endParaRPr lang="en-US"/>
        </a:p>
      </dgm:t>
    </dgm:pt>
    <dgm:pt modelId="{B3BA2ACE-1407-45F3-8299-3DE69D1AF9B9}" type="sibTrans" cxnId="{411A95A3-8001-420D-BC06-E89BB0E02CA0}">
      <dgm:prSet/>
      <dgm:spPr/>
      <dgm:t>
        <a:bodyPr/>
        <a:lstStyle/>
        <a:p>
          <a:endParaRPr lang="en-US"/>
        </a:p>
      </dgm:t>
    </dgm:pt>
    <dgm:pt modelId="{15679AA4-7B0E-4090-B696-EADEFDF18D22}">
      <dgm:prSet/>
      <dgm:spPr/>
      <dgm:t>
        <a:bodyPr/>
        <a:lstStyle/>
        <a:p>
          <a:r>
            <a:rPr lang="en-US"/>
            <a:t>Feedback generation</a:t>
          </a:r>
        </a:p>
      </dgm:t>
    </dgm:pt>
    <dgm:pt modelId="{0FADC5F4-D939-4E06-92D6-3A6CA93E1903}" type="parTrans" cxnId="{F51FF520-1444-432E-9CF2-23146FC0891C}">
      <dgm:prSet/>
      <dgm:spPr/>
      <dgm:t>
        <a:bodyPr/>
        <a:lstStyle/>
        <a:p>
          <a:endParaRPr lang="en-US"/>
        </a:p>
      </dgm:t>
    </dgm:pt>
    <dgm:pt modelId="{88B8FBED-F329-42CE-B944-FD2608383C89}" type="sibTrans" cxnId="{F51FF520-1444-432E-9CF2-23146FC0891C}">
      <dgm:prSet/>
      <dgm:spPr/>
      <dgm:t>
        <a:bodyPr/>
        <a:lstStyle/>
        <a:p>
          <a:endParaRPr lang="en-US"/>
        </a:p>
      </dgm:t>
    </dgm:pt>
    <dgm:pt modelId="{B538129D-13BC-4F86-A284-0EE303EEDC07}">
      <dgm:prSet/>
      <dgm:spPr/>
      <dgm:t>
        <a:bodyPr/>
        <a:lstStyle/>
        <a:p>
          <a:r>
            <a:rPr lang="en-US"/>
            <a:t>Conducting surveys</a:t>
          </a:r>
        </a:p>
      </dgm:t>
    </dgm:pt>
    <dgm:pt modelId="{3FBDFF2D-E30F-4159-9076-50A728E09777}" type="parTrans" cxnId="{5F159D22-DE2A-4F87-816D-7A5A3395A18C}">
      <dgm:prSet/>
      <dgm:spPr/>
      <dgm:t>
        <a:bodyPr/>
        <a:lstStyle/>
        <a:p>
          <a:endParaRPr lang="en-US"/>
        </a:p>
      </dgm:t>
    </dgm:pt>
    <dgm:pt modelId="{00C0A8E4-4F4E-4749-A91A-703CED02AACD}" type="sibTrans" cxnId="{5F159D22-DE2A-4F87-816D-7A5A3395A18C}">
      <dgm:prSet/>
      <dgm:spPr/>
      <dgm:t>
        <a:bodyPr/>
        <a:lstStyle/>
        <a:p>
          <a:endParaRPr lang="en-US"/>
        </a:p>
      </dgm:t>
    </dgm:pt>
    <dgm:pt modelId="{9339415D-DB07-4231-A6F3-B93C2266BC90}">
      <dgm:prSet/>
      <dgm:spPr/>
      <dgm:t>
        <a:bodyPr/>
        <a:lstStyle/>
        <a:p>
          <a:r>
            <a:rPr lang="en-US"/>
            <a:t>Announcing events</a:t>
          </a:r>
        </a:p>
      </dgm:t>
    </dgm:pt>
    <dgm:pt modelId="{5DE219B7-1B12-4746-AAF7-856C8C9B41B0}" type="parTrans" cxnId="{7E92AA32-D57D-4020-B191-29BB76C16BBE}">
      <dgm:prSet/>
      <dgm:spPr/>
      <dgm:t>
        <a:bodyPr/>
        <a:lstStyle/>
        <a:p>
          <a:endParaRPr lang="en-US"/>
        </a:p>
      </dgm:t>
    </dgm:pt>
    <dgm:pt modelId="{51739416-A1B8-4887-B5AE-D6E2B23B7844}" type="sibTrans" cxnId="{7E92AA32-D57D-4020-B191-29BB76C16BBE}">
      <dgm:prSet/>
      <dgm:spPr/>
      <dgm:t>
        <a:bodyPr/>
        <a:lstStyle/>
        <a:p>
          <a:endParaRPr lang="en-US"/>
        </a:p>
      </dgm:t>
    </dgm:pt>
    <dgm:pt modelId="{BEBE8946-F79B-4D5B-8712-7F14569EE900}">
      <dgm:prSet/>
      <dgm:spPr/>
      <dgm:t>
        <a:bodyPr/>
        <a:lstStyle/>
        <a:p>
          <a:r>
            <a:rPr lang="en-US"/>
            <a:t>Sharing news/updates</a:t>
          </a:r>
        </a:p>
      </dgm:t>
    </dgm:pt>
    <dgm:pt modelId="{92782274-02A5-4AED-B7B9-7E5BD91CF666}" type="parTrans" cxnId="{8A010AFD-CC30-48EF-A4CC-34E03089AE6C}">
      <dgm:prSet/>
      <dgm:spPr/>
      <dgm:t>
        <a:bodyPr/>
        <a:lstStyle/>
        <a:p>
          <a:endParaRPr lang="en-US"/>
        </a:p>
      </dgm:t>
    </dgm:pt>
    <dgm:pt modelId="{703E321B-08BF-4FDF-B3D9-BEB6656FE241}" type="sibTrans" cxnId="{8A010AFD-CC30-48EF-A4CC-34E03089AE6C}">
      <dgm:prSet/>
      <dgm:spPr/>
      <dgm:t>
        <a:bodyPr/>
        <a:lstStyle/>
        <a:p>
          <a:endParaRPr lang="en-US"/>
        </a:p>
      </dgm:t>
    </dgm:pt>
    <dgm:pt modelId="{75562424-B509-4438-BD86-437E5FD86088}">
      <dgm:prSet/>
      <dgm:spPr/>
      <dgm:t>
        <a:bodyPr/>
        <a:lstStyle/>
        <a:p>
          <a:r>
            <a:rPr lang="en-US"/>
            <a:t>Cross-selling, up-selling</a:t>
          </a:r>
        </a:p>
      </dgm:t>
    </dgm:pt>
    <dgm:pt modelId="{78824E51-EACE-4CA0-9DEF-EE9F07E7F6A8}" type="parTrans" cxnId="{E7BB99C7-4C55-4CB1-B485-B702162D560E}">
      <dgm:prSet/>
      <dgm:spPr/>
      <dgm:t>
        <a:bodyPr/>
        <a:lstStyle/>
        <a:p>
          <a:endParaRPr lang="en-US"/>
        </a:p>
      </dgm:t>
    </dgm:pt>
    <dgm:pt modelId="{520BB149-D24E-46A9-997C-8DCC753932AA}" type="sibTrans" cxnId="{E7BB99C7-4C55-4CB1-B485-B702162D560E}">
      <dgm:prSet/>
      <dgm:spPr/>
      <dgm:t>
        <a:bodyPr/>
        <a:lstStyle/>
        <a:p>
          <a:endParaRPr lang="en-US"/>
        </a:p>
      </dgm:t>
    </dgm:pt>
    <dgm:pt modelId="{D941C09F-55D1-437C-A813-B4CD4F83CF46}">
      <dgm:prSet/>
      <dgm:spPr/>
      <dgm:t>
        <a:bodyPr/>
        <a:lstStyle/>
        <a:p>
          <a:r>
            <a:rPr lang="en-US"/>
            <a:t>Recovering abandoned carts</a:t>
          </a:r>
        </a:p>
      </dgm:t>
    </dgm:pt>
    <dgm:pt modelId="{64CA7D34-494F-4991-996F-07820549AB99}" type="parTrans" cxnId="{CBCC1AF4-947D-41A0-B008-D1C3AB4DA3C7}">
      <dgm:prSet/>
      <dgm:spPr/>
      <dgm:t>
        <a:bodyPr/>
        <a:lstStyle/>
        <a:p>
          <a:endParaRPr lang="en-US"/>
        </a:p>
      </dgm:t>
    </dgm:pt>
    <dgm:pt modelId="{3B32A5EF-C722-491E-BFF0-7A69D00C623D}" type="sibTrans" cxnId="{CBCC1AF4-947D-41A0-B008-D1C3AB4DA3C7}">
      <dgm:prSet/>
      <dgm:spPr/>
      <dgm:t>
        <a:bodyPr/>
        <a:lstStyle/>
        <a:p>
          <a:endParaRPr lang="en-US"/>
        </a:p>
      </dgm:t>
    </dgm:pt>
    <dgm:pt modelId="{A1714D2A-A736-40BD-8B15-79AC02736093}" type="pres">
      <dgm:prSet presAssocID="{A92BF839-7CE6-4611-829E-418284DAD172}" presName="diagram" presStyleCnt="0">
        <dgm:presLayoutVars>
          <dgm:dir/>
          <dgm:resizeHandles val="exact"/>
        </dgm:presLayoutVars>
      </dgm:prSet>
      <dgm:spPr/>
    </dgm:pt>
    <dgm:pt modelId="{915D4B45-8AE3-4603-BD7E-3601F886F881}" type="pres">
      <dgm:prSet presAssocID="{125770C5-4C52-4BD0-AAD5-5E11413D0646}" presName="node" presStyleLbl="node1" presStyleIdx="0" presStyleCnt="16">
        <dgm:presLayoutVars>
          <dgm:bulletEnabled val="1"/>
        </dgm:presLayoutVars>
      </dgm:prSet>
      <dgm:spPr/>
    </dgm:pt>
    <dgm:pt modelId="{16F6981C-CBBD-49F4-9B89-429004CF465E}" type="pres">
      <dgm:prSet presAssocID="{07553AD0-E0CB-4004-AFA6-DDA0DB091047}" presName="sibTrans" presStyleCnt="0"/>
      <dgm:spPr/>
    </dgm:pt>
    <dgm:pt modelId="{63F54DA6-D816-4821-AF29-D6B520558F92}" type="pres">
      <dgm:prSet presAssocID="{5F2E11F5-BD8B-411C-82CF-2A5A8082BF8C}" presName="node" presStyleLbl="node1" presStyleIdx="1" presStyleCnt="16">
        <dgm:presLayoutVars>
          <dgm:bulletEnabled val="1"/>
        </dgm:presLayoutVars>
      </dgm:prSet>
      <dgm:spPr/>
    </dgm:pt>
    <dgm:pt modelId="{E4DCE996-71D6-4D57-B10E-CC609BB7DCB7}" type="pres">
      <dgm:prSet presAssocID="{0CD6460D-3782-47E5-9F9F-C902971E58D7}" presName="sibTrans" presStyleCnt="0"/>
      <dgm:spPr/>
    </dgm:pt>
    <dgm:pt modelId="{7BC42F7E-60A7-4356-B596-F2E0797F338B}" type="pres">
      <dgm:prSet presAssocID="{F581A2A4-C725-47DA-85EB-BEC6A457DF51}" presName="node" presStyleLbl="node1" presStyleIdx="2" presStyleCnt="16">
        <dgm:presLayoutVars>
          <dgm:bulletEnabled val="1"/>
        </dgm:presLayoutVars>
      </dgm:prSet>
      <dgm:spPr/>
    </dgm:pt>
    <dgm:pt modelId="{69AC8FFF-0DC9-4364-81A7-7990BE806237}" type="pres">
      <dgm:prSet presAssocID="{802E7875-1FF7-4D8C-9840-A983B818340D}" presName="sibTrans" presStyleCnt="0"/>
      <dgm:spPr/>
    </dgm:pt>
    <dgm:pt modelId="{88BECECC-1AA0-44C3-AB48-5E2E5AEFD34A}" type="pres">
      <dgm:prSet presAssocID="{21E4A747-E273-4461-B37C-412E6E73D3E4}" presName="node" presStyleLbl="node1" presStyleIdx="3" presStyleCnt="16">
        <dgm:presLayoutVars>
          <dgm:bulletEnabled val="1"/>
        </dgm:presLayoutVars>
      </dgm:prSet>
      <dgm:spPr/>
    </dgm:pt>
    <dgm:pt modelId="{1AA95E83-EE73-4069-ADDA-11CBC66BEF5E}" type="pres">
      <dgm:prSet presAssocID="{B5DAF92F-83B1-4005-9825-50DCB9783177}" presName="sibTrans" presStyleCnt="0"/>
      <dgm:spPr/>
    </dgm:pt>
    <dgm:pt modelId="{D3FBC0E5-7197-4A7B-A95F-47364A856CB0}" type="pres">
      <dgm:prSet presAssocID="{CF4CD0DE-777D-4DAF-8799-72717FB03C99}" presName="node" presStyleLbl="node1" presStyleIdx="4" presStyleCnt="16">
        <dgm:presLayoutVars>
          <dgm:bulletEnabled val="1"/>
        </dgm:presLayoutVars>
      </dgm:prSet>
      <dgm:spPr/>
    </dgm:pt>
    <dgm:pt modelId="{3D995451-B53E-4739-AE2D-3A953F900515}" type="pres">
      <dgm:prSet presAssocID="{46F38322-AF1A-4AE6-AE96-D240098C55F7}" presName="sibTrans" presStyleCnt="0"/>
      <dgm:spPr/>
    </dgm:pt>
    <dgm:pt modelId="{A6B962C8-9EAF-4483-99D3-D27FC6BAAE9A}" type="pres">
      <dgm:prSet presAssocID="{C46692E1-A923-4B1D-9E3C-A4631F22C5D7}" presName="node" presStyleLbl="node1" presStyleIdx="5" presStyleCnt="16">
        <dgm:presLayoutVars>
          <dgm:bulletEnabled val="1"/>
        </dgm:presLayoutVars>
      </dgm:prSet>
      <dgm:spPr/>
    </dgm:pt>
    <dgm:pt modelId="{2BD55815-30B9-4096-B3C2-CDF06B927AB3}" type="pres">
      <dgm:prSet presAssocID="{1FDAF496-6E03-47E7-AE8B-F1E4234C3739}" presName="sibTrans" presStyleCnt="0"/>
      <dgm:spPr/>
    </dgm:pt>
    <dgm:pt modelId="{6891C821-F835-401E-84E7-66F19C2706EA}" type="pres">
      <dgm:prSet presAssocID="{AAEE8D8B-3CE8-4943-9E06-6338ED0F0B7F}" presName="node" presStyleLbl="node1" presStyleIdx="6" presStyleCnt="16">
        <dgm:presLayoutVars>
          <dgm:bulletEnabled val="1"/>
        </dgm:presLayoutVars>
      </dgm:prSet>
      <dgm:spPr/>
    </dgm:pt>
    <dgm:pt modelId="{1A60BAAF-5B06-425A-8F85-E2C93C01FDAE}" type="pres">
      <dgm:prSet presAssocID="{2F20FF6F-C575-4057-BA85-4BD90D0E50B4}" presName="sibTrans" presStyleCnt="0"/>
      <dgm:spPr/>
    </dgm:pt>
    <dgm:pt modelId="{3D5B06A6-B464-4274-8887-F170DD1DE8FB}" type="pres">
      <dgm:prSet presAssocID="{BCEA032C-C9C5-44D2-80DC-2CDF32D9F91A}" presName="node" presStyleLbl="node1" presStyleIdx="7" presStyleCnt="16">
        <dgm:presLayoutVars>
          <dgm:bulletEnabled val="1"/>
        </dgm:presLayoutVars>
      </dgm:prSet>
      <dgm:spPr/>
    </dgm:pt>
    <dgm:pt modelId="{1800C400-8A5C-4152-A82D-B4D3E922AA49}" type="pres">
      <dgm:prSet presAssocID="{7ACFCAF1-FAEB-48DA-8CEC-3C4804983BAC}" presName="sibTrans" presStyleCnt="0"/>
      <dgm:spPr/>
    </dgm:pt>
    <dgm:pt modelId="{0F299165-2A90-4ECB-B8D3-81ED6D4C9E86}" type="pres">
      <dgm:prSet presAssocID="{B540F090-EACE-4793-8D17-D4BF577618F0}" presName="node" presStyleLbl="node1" presStyleIdx="8" presStyleCnt="16">
        <dgm:presLayoutVars>
          <dgm:bulletEnabled val="1"/>
        </dgm:presLayoutVars>
      </dgm:prSet>
      <dgm:spPr/>
    </dgm:pt>
    <dgm:pt modelId="{5C3B2CD9-F685-4BAC-99B8-AE0BF0124C82}" type="pres">
      <dgm:prSet presAssocID="{FE8CBF0D-EE3F-4130-8A6C-DBAE502694D6}" presName="sibTrans" presStyleCnt="0"/>
      <dgm:spPr/>
    </dgm:pt>
    <dgm:pt modelId="{E77C9D7B-AA12-4CA4-8E8B-66B1820EC125}" type="pres">
      <dgm:prSet presAssocID="{EBD38EEA-3255-49DC-A19D-EF01E13059B3}" presName="node" presStyleLbl="node1" presStyleIdx="9" presStyleCnt="16">
        <dgm:presLayoutVars>
          <dgm:bulletEnabled val="1"/>
        </dgm:presLayoutVars>
      </dgm:prSet>
      <dgm:spPr/>
    </dgm:pt>
    <dgm:pt modelId="{928C28B3-7619-40D3-BB49-911C89B01E93}" type="pres">
      <dgm:prSet presAssocID="{B3BA2ACE-1407-45F3-8299-3DE69D1AF9B9}" presName="sibTrans" presStyleCnt="0"/>
      <dgm:spPr/>
    </dgm:pt>
    <dgm:pt modelId="{4C8EFE8C-1091-4D3A-A237-8E17CDBD3081}" type="pres">
      <dgm:prSet presAssocID="{15679AA4-7B0E-4090-B696-EADEFDF18D22}" presName="node" presStyleLbl="node1" presStyleIdx="10" presStyleCnt="16">
        <dgm:presLayoutVars>
          <dgm:bulletEnabled val="1"/>
        </dgm:presLayoutVars>
      </dgm:prSet>
      <dgm:spPr/>
    </dgm:pt>
    <dgm:pt modelId="{D90AA9DC-5A7F-468E-93AE-E8D54A4EF0FA}" type="pres">
      <dgm:prSet presAssocID="{88B8FBED-F329-42CE-B944-FD2608383C89}" presName="sibTrans" presStyleCnt="0"/>
      <dgm:spPr/>
    </dgm:pt>
    <dgm:pt modelId="{E9368AD5-0A9E-4802-899E-02564119797E}" type="pres">
      <dgm:prSet presAssocID="{B538129D-13BC-4F86-A284-0EE303EEDC07}" presName="node" presStyleLbl="node1" presStyleIdx="11" presStyleCnt="16">
        <dgm:presLayoutVars>
          <dgm:bulletEnabled val="1"/>
        </dgm:presLayoutVars>
      </dgm:prSet>
      <dgm:spPr/>
    </dgm:pt>
    <dgm:pt modelId="{467D0669-9F4B-42B4-8F88-81361055558F}" type="pres">
      <dgm:prSet presAssocID="{00C0A8E4-4F4E-4749-A91A-703CED02AACD}" presName="sibTrans" presStyleCnt="0"/>
      <dgm:spPr/>
    </dgm:pt>
    <dgm:pt modelId="{1497E0CD-5AD5-427F-B352-31C443F0E045}" type="pres">
      <dgm:prSet presAssocID="{9339415D-DB07-4231-A6F3-B93C2266BC90}" presName="node" presStyleLbl="node1" presStyleIdx="12" presStyleCnt="16">
        <dgm:presLayoutVars>
          <dgm:bulletEnabled val="1"/>
        </dgm:presLayoutVars>
      </dgm:prSet>
      <dgm:spPr/>
    </dgm:pt>
    <dgm:pt modelId="{3EB9A378-85AA-4603-AF5A-1484755E7AA0}" type="pres">
      <dgm:prSet presAssocID="{51739416-A1B8-4887-B5AE-D6E2B23B7844}" presName="sibTrans" presStyleCnt="0"/>
      <dgm:spPr/>
    </dgm:pt>
    <dgm:pt modelId="{520D919E-F08F-4781-9C00-0E763B5CE234}" type="pres">
      <dgm:prSet presAssocID="{BEBE8946-F79B-4D5B-8712-7F14569EE900}" presName="node" presStyleLbl="node1" presStyleIdx="13" presStyleCnt="16">
        <dgm:presLayoutVars>
          <dgm:bulletEnabled val="1"/>
        </dgm:presLayoutVars>
      </dgm:prSet>
      <dgm:spPr/>
    </dgm:pt>
    <dgm:pt modelId="{494317A1-78BC-411C-8091-F5BCDCECA5ED}" type="pres">
      <dgm:prSet presAssocID="{703E321B-08BF-4FDF-B3D9-BEB6656FE241}" presName="sibTrans" presStyleCnt="0"/>
      <dgm:spPr/>
    </dgm:pt>
    <dgm:pt modelId="{2A6746D6-DC27-414A-A107-07A5E1BCB1E1}" type="pres">
      <dgm:prSet presAssocID="{75562424-B509-4438-BD86-437E5FD86088}" presName="node" presStyleLbl="node1" presStyleIdx="14" presStyleCnt="16">
        <dgm:presLayoutVars>
          <dgm:bulletEnabled val="1"/>
        </dgm:presLayoutVars>
      </dgm:prSet>
      <dgm:spPr/>
    </dgm:pt>
    <dgm:pt modelId="{9FD930A4-6083-4782-B47E-FD41D04114F3}" type="pres">
      <dgm:prSet presAssocID="{520BB149-D24E-46A9-997C-8DCC753932AA}" presName="sibTrans" presStyleCnt="0"/>
      <dgm:spPr/>
    </dgm:pt>
    <dgm:pt modelId="{F0A982F8-2E50-45B5-AA4D-D14AC7723272}" type="pres">
      <dgm:prSet presAssocID="{D941C09F-55D1-437C-A813-B4CD4F83CF46}" presName="node" presStyleLbl="node1" presStyleIdx="15" presStyleCnt="16">
        <dgm:presLayoutVars>
          <dgm:bulletEnabled val="1"/>
        </dgm:presLayoutVars>
      </dgm:prSet>
      <dgm:spPr/>
    </dgm:pt>
  </dgm:ptLst>
  <dgm:cxnLst>
    <dgm:cxn modelId="{BAE3410A-2CC2-4EAC-9835-EA55A1EC1167}" srcId="{A92BF839-7CE6-4611-829E-418284DAD172}" destId="{B540F090-EACE-4793-8D17-D4BF577618F0}" srcOrd="8" destOrd="0" parTransId="{F0673E74-31DD-4B62-89D8-78F7B63DB506}" sibTransId="{FE8CBF0D-EE3F-4130-8A6C-DBAE502694D6}"/>
    <dgm:cxn modelId="{F3339010-C57D-4729-9A93-250E3B842293}" type="presOf" srcId="{5F2E11F5-BD8B-411C-82CF-2A5A8082BF8C}" destId="{63F54DA6-D816-4821-AF29-D6B520558F92}" srcOrd="0" destOrd="0" presId="urn:microsoft.com/office/officeart/2005/8/layout/default"/>
    <dgm:cxn modelId="{AEA6AE14-0645-4C2B-86C1-7C76D3A8267E}" type="presOf" srcId="{F581A2A4-C725-47DA-85EB-BEC6A457DF51}" destId="{7BC42F7E-60A7-4356-B596-F2E0797F338B}" srcOrd="0" destOrd="0" presId="urn:microsoft.com/office/officeart/2005/8/layout/default"/>
    <dgm:cxn modelId="{F51FF520-1444-432E-9CF2-23146FC0891C}" srcId="{A92BF839-7CE6-4611-829E-418284DAD172}" destId="{15679AA4-7B0E-4090-B696-EADEFDF18D22}" srcOrd="10" destOrd="0" parTransId="{0FADC5F4-D939-4E06-92D6-3A6CA93E1903}" sibTransId="{88B8FBED-F329-42CE-B944-FD2608383C89}"/>
    <dgm:cxn modelId="{26F08721-2F6B-409F-9053-26C42108E936}" srcId="{A92BF839-7CE6-4611-829E-418284DAD172}" destId="{125770C5-4C52-4BD0-AAD5-5E11413D0646}" srcOrd="0" destOrd="0" parTransId="{C68D92BB-9B4D-4A10-B7E8-B20CEC7DABD0}" sibTransId="{07553AD0-E0CB-4004-AFA6-DDA0DB091047}"/>
    <dgm:cxn modelId="{5F159D22-DE2A-4F87-816D-7A5A3395A18C}" srcId="{A92BF839-7CE6-4611-829E-418284DAD172}" destId="{B538129D-13BC-4F86-A284-0EE303EEDC07}" srcOrd="11" destOrd="0" parTransId="{3FBDFF2D-E30F-4159-9076-50A728E09777}" sibTransId="{00C0A8E4-4F4E-4749-A91A-703CED02AACD}"/>
    <dgm:cxn modelId="{7E92AA32-D57D-4020-B191-29BB76C16BBE}" srcId="{A92BF839-7CE6-4611-829E-418284DAD172}" destId="{9339415D-DB07-4231-A6F3-B93C2266BC90}" srcOrd="12" destOrd="0" parTransId="{5DE219B7-1B12-4746-AAF7-856C8C9B41B0}" sibTransId="{51739416-A1B8-4887-B5AE-D6E2B23B7844}"/>
    <dgm:cxn modelId="{93D2A840-6F53-4615-9EE4-3D0DA5D78DE2}" srcId="{A92BF839-7CE6-4611-829E-418284DAD172}" destId="{AAEE8D8B-3CE8-4943-9E06-6338ED0F0B7F}" srcOrd="6" destOrd="0" parTransId="{0D8B0218-46DB-457C-9B14-D1F445568D6D}" sibTransId="{2F20FF6F-C575-4057-BA85-4BD90D0E50B4}"/>
    <dgm:cxn modelId="{96FDB55E-51C5-41AA-82B0-690CFEDEC070}" type="presOf" srcId="{B538129D-13BC-4F86-A284-0EE303EEDC07}" destId="{E9368AD5-0A9E-4802-899E-02564119797E}" srcOrd="0" destOrd="0" presId="urn:microsoft.com/office/officeart/2005/8/layout/default"/>
    <dgm:cxn modelId="{256E4964-BCBC-41A1-8B09-A52F30FEC1D9}" type="presOf" srcId="{BEBE8946-F79B-4D5B-8712-7F14569EE900}" destId="{520D919E-F08F-4781-9C00-0E763B5CE234}" srcOrd="0" destOrd="0" presId="urn:microsoft.com/office/officeart/2005/8/layout/default"/>
    <dgm:cxn modelId="{22BC9C66-893F-4079-AFD0-163D70846EED}" type="presOf" srcId="{AAEE8D8B-3CE8-4943-9E06-6338ED0F0B7F}" destId="{6891C821-F835-401E-84E7-66F19C2706EA}" srcOrd="0" destOrd="0" presId="urn:microsoft.com/office/officeart/2005/8/layout/default"/>
    <dgm:cxn modelId="{10FCAD6E-720A-466E-8B70-69A1BC398CA4}" type="presOf" srcId="{EBD38EEA-3255-49DC-A19D-EF01E13059B3}" destId="{E77C9D7B-AA12-4CA4-8E8B-66B1820EC125}" srcOrd="0" destOrd="0" presId="urn:microsoft.com/office/officeart/2005/8/layout/default"/>
    <dgm:cxn modelId="{18288170-A59F-433C-BE07-B93FCC80B816}" srcId="{A92BF839-7CE6-4611-829E-418284DAD172}" destId="{5F2E11F5-BD8B-411C-82CF-2A5A8082BF8C}" srcOrd="1" destOrd="0" parTransId="{088952F8-3676-49D6-B028-593954070BE7}" sibTransId="{0CD6460D-3782-47E5-9F9F-C902971E58D7}"/>
    <dgm:cxn modelId="{78019255-8B8A-41CE-8146-80194039F5A1}" srcId="{A92BF839-7CE6-4611-829E-418284DAD172}" destId="{F581A2A4-C725-47DA-85EB-BEC6A457DF51}" srcOrd="2" destOrd="0" parTransId="{B9BC6929-F9DC-4335-8C78-C729D867839E}" sibTransId="{802E7875-1FF7-4D8C-9840-A983B818340D}"/>
    <dgm:cxn modelId="{5980E578-013A-4E1A-8159-BFCA165CEDEC}" type="presOf" srcId="{21E4A747-E273-4461-B37C-412E6E73D3E4}" destId="{88BECECC-1AA0-44C3-AB48-5E2E5AEFD34A}" srcOrd="0" destOrd="0" presId="urn:microsoft.com/office/officeart/2005/8/layout/default"/>
    <dgm:cxn modelId="{9911A359-BE15-4CE2-BBE2-7392EDD08568}" srcId="{A92BF839-7CE6-4611-829E-418284DAD172}" destId="{BCEA032C-C9C5-44D2-80DC-2CDF32D9F91A}" srcOrd="7" destOrd="0" parTransId="{95353B21-9240-4578-BB6E-D64D5DE7C442}" sibTransId="{7ACFCAF1-FAEB-48DA-8CEC-3C4804983BAC}"/>
    <dgm:cxn modelId="{191E2B7B-55CE-41E1-BE51-C878758BB364}" type="presOf" srcId="{B540F090-EACE-4793-8D17-D4BF577618F0}" destId="{0F299165-2A90-4ECB-B8D3-81ED6D4C9E86}" srcOrd="0" destOrd="0" presId="urn:microsoft.com/office/officeart/2005/8/layout/default"/>
    <dgm:cxn modelId="{B2D6FE7B-C115-4462-86AC-672FE7A229DB}" type="presOf" srcId="{75562424-B509-4438-BD86-437E5FD86088}" destId="{2A6746D6-DC27-414A-A107-07A5E1BCB1E1}" srcOrd="0" destOrd="0" presId="urn:microsoft.com/office/officeart/2005/8/layout/default"/>
    <dgm:cxn modelId="{B896C890-3186-450B-B307-3EB8C5692064}" type="presOf" srcId="{125770C5-4C52-4BD0-AAD5-5E11413D0646}" destId="{915D4B45-8AE3-4603-BD7E-3601F886F881}" srcOrd="0" destOrd="0" presId="urn:microsoft.com/office/officeart/2005/8/layout/default"/>
    <dgm:cxn modelId="{EA92C296-351B-4242-8EA4-CD575B989C36}" type="presOf" srcId="{BCEA032C-C9C5-44D2-80DC-2CDF32D9F91A}" destId="{3D5B06A6-B464-4274-8887-F170DD1DE8FB}" srcOrd="0" destOrd="0" presId="urn:microsoft.com/office/officeart/2005/8/layout/default"/>
    <dgm:cxn modelId="{0756D19C-DAF8-4C8D-99B5-338BD6A46542}" srcId="{A92BF839-7CE6-4611-829E-418284DAD172}" destId="{CF4CD0DE-777D-4DAF-8799-72717FB03C99}" srcOrd="4" destOrd="0" parTransId="{C8339C34-F017-4600-98BB-016AC4BC809C}" sibTransId="{46F38322-AF1A-4AE6-AE96-D240098C55F7}"/>
    <dgm:cxn modelId="{94734C9D-750C-4DAA-B8C3-582086ED50E7}" srcId="{A92BF839-7CE6-4611-829E-418284DAD172}" destId="{21E4A747-E273-4461-B37C-412E6E73D3E4}" srcOrd="3" destOrd="0" parTransId="{4E53143D-D83B-4E68-89C1-6DAB2FA8C3E5}" sibTransId="{B5DAF92F-83B1-4005-9825-50DCB9783177}"/>
    <dgm:cxn modelId="{6391979F-12E3-4DAF-B047-2A344D3ABAE0}" type="presOf" srcId="{15679AA4-7B0E-4090-B696-EADEFDF18D22}" destId="{4C8EFE8C-1091-4D3A-A237-8E17CDBD3081}" srcOrd="0" destOrd="0" presId="urn:microsoft.com/office/officeart/2005/8/layout/default"/>
    <dgm:cxn modelId="{411A95A3-8001-420D-BC06-E89BB0E02CA0}" srcId="{A92BF839-7CE6-4611-829E-418284DAD172}" destId="{EBD38EEA-3255-49DC-A19D-EF01E13059B3}" srcOrd="9" destOrd="0" parTransId="{452F7B81-601A-4A15-8884-B19D111C6945}" sibTransId="{B3BA2ACE-1407-45F3-8299-3DE69D1AF9B9}"/>
    <dgm:cxn modelId="{256DDDAB-92BC-4D25-A44F-390D6A0BB150}" type="presOf" srcId="{C46692E1-A923-4B1D-9E3C-A4631F22C5D7}" destId="{A6B962C8-9EAF-4483-99D3-D27FC6BAAE9A}" srcOrd="0" destOrd="0" presId="urn:microsoft.com/office/officeart/2005/8/layout/default"/>
    <dgm:cxn modelId="{DA6346AC-7390-4430-A4F9-C1C8E24D951B}" type="presOf" srcId="{D941C09F-55D1-437C-A813-B4CD4F83CF46}" destId="{F0A982F8-2E50-45B5-AA4D-D14AC7723272}" srcOrd="0" destOrd="0" presId="urn:microsoft.com/office/officeart/2005/8/layout/default"/>
    <dgm:cxn modelId="{0E2A54B2-CA75-47F8-A568-C1084C416C2C}" srcId="{A92BF839-7CE6-4611-829E-418284DAD172}" destId="{C46692E1-A923-4B1D-9E3C-A4631F22C5D7}" srcOrd="5" destOrd="0" parTransId="{A538B566-BB35-4B93-B4B9-0D83E2B4EA0D}" sibTransId="{1FDAF496-6E03-47E7-AE8B-F1E4234C3739}"/>
    <dgm:cxn modelId="{AF1CF4B5-DFAF-4EED-B1E3-FE441C04FC9D}" type="presOf" srcId="{CF4CD0DE-777D-4DAF-8799-72717FB03C99}" destId="{D3FBC0E5-7197-4A7B-A95F-47364A856CB0}" srcOrd="0" destOrd="0" presId="urn:microsoft.com/office/officeart/2005/8/layout/default"/>
    <dgm:cxn modelId="{3F8580C3-2C94-4EDA-9766-7A16C3CB7D49}" type="presOf" srcId="{9339415D-DB07-4231-A6F3-B93C2266BC90}" destId="{1497E0CD-5AD5-427F-B352-31C443F0E045}" srcOrd="0" destOrd="0" presId="urn:microsoft.com/office/officeart/2005/8/layout/default"/>
    <dgm:cxn modelId="{E7BB99C7-4C55-4CB1-B485-B702162D560E}" srcId="{A92BF839-7CE6-4611-829E-418284DAD172}" destId="{75562424-B509-4438-BD86-437E5FD86088}" srcOrd="14" destOrd="0" parTransId="{78824E51-EACE-4CA0-9DEF-EE9F07E7F6A8}" sibTransId="{520BB149-D24E-46A9-997C-8DCC753932AA}"/>
    <dgm:cxn modelId="{2E9CBAED-3BC3-46BE-BF80-9061D4E3CD6C}" type="presOf" srcId="{A92BF839-7CE6-4611-829E-418284DAD172}" destId="{A1714D2A-A736-40BD-8B15-79AC02736093}" srcOrd="0" destOrd="0" presId="urn:microsoft.com/office/officeart/2005/8/layout/default"/>
    <dgm:cxn modelId="{CBCC1AF4-947D-41A0-B008-D1C3AB4DA3C7}" srcId="{A92BF839-7CE6-4611-829E-418284DAD172}" destId="{D941C09F-55D1-437C-A813-B4CD4F83CF46}" srcOrd="15" destOrd="0" parTransId="{64CA7D34-494F-4991-996F-07820549AB99}" sibTransId="{3B32A5EF-C722-491E-BFF0-7A69D00C623D}"/>
    <dgm:cxn modelId="{8A010AFD-CC30-48EF-A4CC-34E03089AE6C}" srcId="{A92BF839-7CE6-4611-829E-418284DAD172}" destId="{BEBE8946-F79B-4D5B-8712-7F14569EE900}" srcOrd="13" destOrd="0" parTransId="{92782274-02A5-4AED-B7B9-7E5BD91CF666}" sibTransId="{703E321B-08BF-4FDF-B3D9-BEB6656FE241}"/>
    <dgm:cxn modelId="{7BCB191E-EE19-42A4-90A7-B9996ADE4593}" type="presParOf" srcId="{A1714D2A-A736-40BD-8B15-79AC02736093}" destId="{915D4B45-8AE3-4603-BD7E-3601F886F881}" srcOrd="0" destOrd="0" presId="urn:microsoft.com/office/officeart/2005/8/layout/default"/>
    <dgm:cxn modelId="{9C20D18F-1557-4016-B3C3-4591975D6325}" type="presParOf" srcId="{A1714D2A-A736-40BD-8B15-79AC02736093}" destId="{16F6981C-CBBD-49F4-9B89-429004CF465E}" srcOrd="1" destOrd="0" presId="urn:microsoft.com/office/officeart/2005/8/layout/default"/>
    <dgm:cxn modelId="{0323C85A-C735-41C8-9E1F-BF78815D05AB}" type="presParOf" srcId="{A1714D2A-A736-40BD-8B15-79AC02736093}" destId="{63F54DA6-D816-4821-AF29-D6B520558F92}" srcOrd="2" destOrd="0" presId="urn:microsoft.com/office/officeart/2005/8/layout/default"/>
    <dgm:cxn modelId="{EAD64DDA-1530-48D5-B959-0B55B012804E}" type="presParOf" srcId="{A1714D2A-A736-40BD-8B15-79AC02736093}" destId="{E4DCE996-71D6-4D57-B10E-CC609BB7DCB7}" srcOrd="3" destOrd="0" presId="urn:microsoft.com/office/officeart/2005/8/layout/default"/>
    <dgm:cxn modelId="{7DE5C639-E603-4880-B329-21A1A9BA23D4}" type="presParOf" srcId="{A1714D2A-A736-40BD-8B15-79AC02736093}" destId="{7BC42F7E-60A7-4356-B596-F2E0797F338B}" srcOrd="4" destOrd="0" presId="urn:microsoft.com/office/officeart/2005/8/layout/default"/>
    <dgm:cxn modelId="{A02D342E-A6B2-48FD-A72B-4E8876C061F6}" type="presParOf" srcId="{A1714D2A-A736-40BD-8B15-79AC02736093}" destId="{69AC8FFF-0DC9-4364-81A7-7990BE806237}" srcOrd="5" destOrd="0" presId="urn:microsoft.com/office/officeart/2005/8/layout/default"/>
    <dgm:cxn modelId="{5DDDD947-DD9C-4FC6-AC7E-FB12CFD84652}" type="presParOf" srcId="{A1714D2A-A736-40BD-8B15-79AC02736093}" destId="{88BECECC-1AA0-44C3-AB48-5E2E5AEFD34A}" srcOrd="6" destOrd="0" presId="urn:microsoft.com/office/officeart/2005/8/layout/default"/>
    <dgm:cxn modelId="{E6DBE613-7AB2-4E37-9561-AA93CE11180B}" type="presParOf" srcId="{A1714D2A-A736-40BD-8B15-79AC02736093}" destId="{1AA95E83-EE73-4069-ADDA-11CBC66BEF5E}" srcOrd="7" destOrd="0" presId="urn:microsoft.com/office/officeart/2005/8/layout/default"/>
    <dgm:cxn modelId="{A18B23F3-6337-4F1C-BE76-3DEEB3D5DFEA}" type="presParOf" srcId="{A1714D2A-A736-40BD-8B15-79AC02736093}" destId="{D3FBC0E5-7197-4A7B-A95F-47364A856CB0}" srcOrd="8" destOrd="0" presId="urn:microsoft.com/office/officeart/2005/8/layout/default"/>
    <dgm:cxn modelId="{BE0C94B3-B895-4523-B77C-7E3BC3EAAA48}" type="presParOf" srcId="{A1714D2A-A736-40BD-8B15-79AC02736093}" destId="{3D995451-B53E-4739-AE2D-3A953F900515}" srcOrd="9" destOrd="0" presId="urn:microsoft.com/office/officeart/2005/8/layout/default"/>
    <dgm:cxn modelId="{F614883A-48A6-4843-AEFB-2F104A22EBEC}" type="presParOf" srcId="{A1714D2A-A736-40BD-8B15-79AC02736093}" destId="{A6B962C8-9EAF-4483-99D3-D27FC6BAAE9A}" srcOrd="10" destOrd="0" presId="urn:microsoft.com/office/officeart/2005/8/layout/default"/>
    <dgm:cxn modelId="{CCF1A899-271F-4385-B80B-83A2CF239F47}" type="presParOf" srcId="{A1714D2A-A736-40BD-8B15-79AC02736093}" destId="{2BD55815-30B9-4096-B3C2-CDF06B927AB3}" srcOrd="11" destOrd="0" presId="urn:microsoft.com/office/officeart/2005/8/layout/default"/>
    <dgm:cxn modelId="{4C2B8A6B-E39B-40E6-83E6-C994649BBEAA}" type="presParOf" srcId="{A1714D2A-A736-40BD-8B15-79AC02736093}" destId="{6891C821-F835-401E-84E7-66F19C2706EA}" srcOrd="12" destOrd="0" presId="urn:microsoft.com/office/officeart/2005/8/layout/default"/>
    <dgm:cxn modelId="{0A6F3D6A-FA4D-4C88-80E4-E574D6A117D1}" type="presParOf" srcId="{A1714D2A-A736-40BD-8B15-79AC02736093}" destId="{1A60BAAF-5B06-425A-8F85-E2C93C01FDAE}" srcOrd="13" destOrd="0" presId="urn:microsoft.com/office/officeart/2005/8/layout/default"/>
    <dgm:cxn modelId="{3EACF7D5-657C-4D21-9EC7-B875F8297149}" type="presParOf" srcId="{A1714D2A-A736-40BD-8B15-79AC02736093}" destId="{3D5B06A6-B464-4274-8887-F170DD1DE8FB}" srcOrd="14" destOrd="0" presId="urn:microsoft.com/office/officeart/2005/8/layout/default"/>
    <dgm:cxn modelId="{09D6B184-2BAB-480E-A8ED-D035872DD51A}" type="presParOf" srcId="{A1714D2A-A736-40BD-8B15-79AC02736093}" destId="{1800C400-8A5C-4152-A82D-B4D3E922AA49}" srcOrd="15" destOrd="0" presId="urn:microsoft.com/office/officeart/2005/8/layout/default"/>
    <dgm:cxn modelId="{8BFAA6B3-2D75-4534-9E34-EAFCDBC38910}" type="presParOf" srcId="{A1714D2A-A736-40BD-8B15-79AC02736093}" destId="{0F299165-2A90-4ECB-B8D3-81ED6D4C9E86}" srcOrd="16" destOrd="0" presId="urn:microsoft.com/office/officeart/2005/8/layout/default"/>
    <dgm:cxn modelId="{AECFD251-D0C5-46D2-9ED8-179C36358294}" type="presParOf" srcId="{A1714D2A-A736-40BD-8B15-79AC02736093}" destId="{5C3B2CD9-F685-4BAC-99B8-AE0BF0124C82}" srcOrd="17" destOrd="0" presId="urn:microsoft.com/office/officeart/2005/8/layout/default"/>
    <dgm:cxn modelId="{143FFC2D-0134-42BB-8FEE-2CD26D5800F0}" type="presParOf" srcId="{A1714D2A-A736-40BD-8B15-79AC02736093}" destId="{E77C9D7B-AA12-4CA4-8E8B-66B1820EC125}" srcOrd="18" destOrd="0" presId="urn:microsoft.com/office/officeart/2005/8/layout/default"/>
    <dgm:cxn modelId="{143D584F-2C71-43BB-99AC-81E7C0B7DA43}" type="presParOf" srcId="{A1714D2A-A736-40BD-8B15-79AC02736093}" destId="{928C28B3-7619-40D3-BB49-911C89B01E93}" srcOrd="19" destOrd="0" presId="urn:microsoft.com/office/officeart/2005/8/layout/default"/>
    <dgm:cxn modelId="{536E114C-8769-41F7-AD3A-82346CDC82C1}" type="presParOf" srcId="{A1714D2A-A736-40BD-8B15-79AC02736093}" destId="{4C8EFE8C-1091-4D3A-A237-8E17CDBD3081}" srcOrd="20" destOrd="0" presId="urn:microsoft.com/office/officeart/2005/8/layout/default"/>
    <dgm:cxn modelId="{49622DD5-0A15-41F8-A975-971ECF6AC054}" type="presParOf" srcId="{A1714D2A-A736-40BD-8B15-79AC02736093}" destId="{D90AA9DC-5A7F-468E-93AE-E8D54A4EF0FA}" srcOrd="21" destOrd="0" presId="urn:microsoft.com/office/officeart/2005/8/layout/default"/>
    <dgm:cxn modelId="{904039A2-466D-471C-9FD3-D317FE816A68}" type="presParOf" srcId="{A1714D2A-A736-40BD-8B15-79AC02736093}" destId="{E9368AD5-0A9E-4802-899E-02564119797E}" srcOrd="22" destOrd="0" presId="urn:microsoft.com/office/officeart/2005/8/layout/default"/>
    <dgm:cxn modelId="{407A8B7E-BB26-482C-B78E-51480B399A24}" type="presParOf" srcId="{A1714D2A-A736-40BD-8B15-79AC02736093}" destId="{467D0669-9F4B-42B4-8F88-81361055558F}" srcOrd="23" destOrd="0" presId="urn:microsoft.com/office/officeart/2005/8/layout/default"/>
    <dgm:cxn modelId="{EA4FF6DE-2E62-4E24-A300-49F728A5E5E4}" type="presParOf" srcId="{A1714D2A-A736-40BD-8B15-79AC02736093}" destId="{1497E0CD-5AD5-427F-B352-31C443F0E045}" srcOrd="24" destOrd="0" presId="urn:microsoft.com/office/officeart/2005/8/layout/default"/>
    <dgm:cxn modelId="{4D7D9334-C836-48C8-93D6-C39044CBB56F}" type="presParOf" srcId="{A1714D2A-A736-40BD-8B15-79AC02736093}" destId="{3EB9A378-85AA-4603-AF5A-1484755E7AA0}" srcOrd="25" destOrd="0" presId="urn:microsoft.com/office/officeart/2005/8/layout/default"/>
    <dgm:cxn modelId="{C3F6889B-B35D-400F-BCD9-DA273F417B75}" type="presParOf" srcId="{A1714D2A-A736-40BD-8B15-79AC02736093}" destId="{520D919E-F08F-4781-9C00-0E763B5CE234}" srcOrd="26" destOrd="0" presId="urn:microsoft.com/office/officeart/2005/8/layout/default"/>
    <dgm:cxn modelId="{05427E8A-A830-41E9-B021-721ED5D85C0D}" type="presParOf" srcId="{A1714D2A-A736-40BD-8B15-79AC02736093}" destId="{494317A1-78BC-411C-8091-F5BCDCECA5ED}" srcOrd="27" destOrd="0" presId="urn:microsoft.com/office/officeart/2005/8/layout/default"/>
    <dgm:cxn modelId="{C40AAEEC-0176-4085-83EC-FDD876FC094F}" type="presParOf" srcId="{A1714D2A-A736-40BD-8B15-79AC02736093}" destId="{2A6746D6-DC27-414A-A107-07A5E1BCB1E1}" srcOrd="28" destOrd="0" presId="urn:microsoft.com/office/officeart/2005/8/layout/default"/>
    <dgm:cxn modelId="{65C66BB8-37D6-4701-A49D-67D5466DBBDA}" type="presParOf" srcId="{A1714D2A-A736-40BD-8B15-79AC02736093}" destId="{9FD930A4-6083-4782-B47E-FD41D04114F3}" srcOrd="29" destOrd="0" presId="urn:microsoft.com/office/officeart/2005/8/layout/default"/>
    <dgm:cxn modelId="{928DE8D8-4A98-40B8-BE60-AC1258E5F54B}" type="presParOf" srcId="{A1714D2A-A736-40BD-8B15-79AC02736093}" destId="{F0A982F8-2E50-45B5-AA4D-D14AC7723272}" srcOrd="3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6BA05A-E5B4-4CF7-8BFA-6B5BA13FA8D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</dgm:pt>
    <dgm:pt modelId="{4BB3E0AA-B203-4994-BE9A-0AA3DA77285D}">
      <dgm:prSet phldrT="[Text]" phldr="0"/>
      <dgm:spPr/>
      <dgm:t>
        <a:bodyPr/>
        <a:lstStyle/>
        <a:p>
          <a:pPr rtl="0"/>
          <a:r>
            <a:rPr lang="en-US" dirty="0">
              <a:latin typeface="Sabon Next LT"/>
            </a:rPr>
            <a:t>Define your audience</a:t>
          </a:r>
          <a:endParaRPr lang="en-US" dirty="0"/>
        </a:p>
      </dgm:t>
    </dgm:pt>
    <dgm:pt modelId="{3D041036-C3E9-4393-A28A-A407660B5226}" type="parTrans" cxnId="{3ECE58E6-FEFE-477A-8AB9-34266DF3F1C2}">
      <dgm:prSet/>
      <dgm:spPr/>
    </dgm:pt>
    <dgm:pt modelId="{6883661C-2D3E-4380-9E11-AADB9A66B57C}" type="sibTrans" cxnId="{3ECE58E6-FEFE-477A-8AB9-34266DF3F1C2}">
      <dgm:prSet/>
      <dgm:spPr/>
      <dgm:t>
        <a:bodyPr/>
        <a:lstStyle/>
        <a:p>
          <a:endParaRPr lang="en-US"/>
        </a:p>
      </dgm:t>
    </dgm:pt>
    <dgm:pt modelId="{2490037E-4D0F-412C-9597-4E5CF639F34F}">
      <dgm:prSet phldrT="[Text]" phldr="0"/>
      <dgm:spPr/>
      <dgm:t>
        <a:bodyPr/>
        <a:lstStyle/>
        <a:p>
          <a:pPr rtl="0"/>
          <a:r>
            <a:rPr lang="en-US" dirty="0">
              <a:latin typeface="Sabon Next LT"/>
            </a:rPr>
            <a:t>Your Goals/Metrics</a:t>
          </a:r>
          <a:endParaRPr lang="en-US" dirty="0"/>
        </a:p>
      </dgm:t>
    </dgm:pt>
    <dgm:pt modelId="{C1B36581-FD04-406D-B5C0-7E92AFFB05BE}" type="parTrans" cxnId="{41CC4199-AB26-4BF1-A231-C1B8B4E14E05}">
      <dgm:prSet/>
      <dgm:spPr/>
    </dgm:pt>
    <dgm:pt modelId="{5C925964-E772-47B4-8E76-8289D9F76C8E}" type="sibTrans" cxnId="{41CC4199-AB26-4BF1-A231-C1B8B4E14E05}">
      <dgm:prSet/>
      <dgm:spPr/>
      <dgm:t>
        <a:bodyPr/>
        <a:lstStyle/>
        <a:p>
          <a:endParaRPr lang="en-US"/>
        </a:p>
      </dgm:t>
    </dgm:pt>
    <dgm:pt modelId="{5A9AE433-3A29-440D-8D1F-F76E58552994}">
      <dgm:prSet phldrT="[Text]" phldr="0"/>
      <dgm:spPr/>
      <dgm:t>
        <a:bodyPr/>
        <a:lstStyle/>
        <a:p>
          <a:pPr rtl="0"/>
          <a:r>
            <a:rPr lang="en-US" dirty="0">
              <a:latin typeface="Sabon Next LT"/>
            </a:rPr>
            <a:t>Find ways for people to sign-up</a:t>
          </a:r>
          <a:endParaRPr lang="en-US" dirty="0"/>
        </a:p>
      </dgm:t>
    </dgm:pt>
    <dgm:pt modelId="{22288866-2312-4109-B163-C7074F55B9D7}" type="parTrans" cxnId="{FDFF4470-C19D-49B7-B326-B08EB9F6F4EA}">
      <dgm:prSet/>
      <dgm:spPr/>
    </dgm:pt>
    <dgm:pt modelId="{AA296AA5-8143-49D1-AA5B-87EEB2265752}" type="sibTrans" cxnId="{FDFF4470-C19D-49B7-B326-B08EB9F6F4EA}">
      <dgm:prSet/>
      <dgm:spPr/>
      <dgm:t>
        <a:bodyPr/>
        <a:lstStyle/>
        <a:p>
          <a:endParaRPr lang="en-US"/>
        </a:p>
      </dgm:t>
    </dgm:pt>
    <dgm:pt modelId="{58A23A4C-6018-4021-8357-D6415D1981BC}">
      <dgm:prSet phldr="0"/>
      <dgm:spPr/>
      <dgm:t>
        <a:bodyPr/>
        <a:lstStyle/>
        <a:p>
          <a:pPr rtl="0"/>
          <a:r>
            <a:rPr lang="en-US" dirty="0">
              <a:latin typeface="Sabon Next LT"/>
            </a:rPr>
            <a:t>Email Campaign type</a:t>
          </a:r>
        </a:p>
      </dgm:t>
    </dgm:pt>
    <dgm:pt modelId="{FCE18FB9-9C38-4D05-91FB-456D2D61AEE0}" type="parTrans" cxnId="{B8317941-9A3D-444F-B5E7-495388EDE614}">
      <dgm:prSet/>
      <dgm:spPr/>
    </dgm:pt>
    <dgm:pt modelId="{AA85EFFA-3D60-48E3-9665-38E248CE11CE}" type="sibTrans" cxnId="{B8317941-9A3D-444F-B5E7-495388EDE614}">
      <dgm:prSet/>
      <dgm:spPr/>
      <dgm:t>
        <a:bodyPr/>
        <a:lstStyle/>
        <a:p>
          <a:endParaRPr lang="en-US"/>
        </a:p>
      </dgm:t>
    </dgm:pt>
    <dgm:pt modelId="{CFB92ECB-40E4-4D77-942B-EC8466E406D6}">
      <dgm:prSet phldr="0"/>
      <dgm:spPr/>
      <dgm:t>
        <a:bodyPr/>
        <a:lstStyle/>
        <a:p>
          <a:pPr rtl="0"/>
          <a:r>
            <a:rPr lang="en-US" dirty="0">
              <a:latin typeface="Sabon Next LT"/>
            </a:rPr>
            <a:t>Fire Emails</a:t>
          </a:r>
          <a:endParaRPr lang="en-US" dirty="0"/>
        </a:p>
      </dgm:t>
    </dgm:pt>
    <dgm:pt modelId="{2209D8AF-7A9A-44E3-9563-0447C4FFF286}" type="parTrans" cxnId="{011A9DEE-A447-415C-9957-ED055E53FB61}">
      <dgm:prSet/>
      <dgm:spPr/>
    </dgm:pt>
    <dgm:pt modelId="{C6895AC3-F217-4DD6-BF33-E1CA7F85DE6C}" type="sibTrans" cxnId="{011A9DEE-A447-415C-9957-ED055E53FB61}">
      <dgm:prSet/>
      <dgm:spPr/>
      <dgm:t>
        <a:bodyPr/>
        <a:lstStyle/>
        <a:p>
          <a:endParaRPr lang="en-US"/>
        </a:p>
      </dgm:t>
    </dgm:pt>
    <dgm:pt modelId="{7C480FF3-CC3D-47D3-BE28-B74D61F7492D}">
      <dgm:prSet phldr="0"/>
      <dgm:spPr/>
      <dgm:t>
        <a:bodyPr/>
        <a:lstStyle/>
        <a:p>
          <a:pPr rtl="0"/>
          <a:r>
            <a:rPr lang="en-US" dirty="0">
              <a:latin typeface="Sabon Next LT"/>
            </a:rPr>
            <a:t>Measure Results</a:t>
          </a:r>
        </a:p>
      </dgm:t>
    </dgm:pt>
    <dgm:pt modelId="{26835EEE-9A8D-4E7C-81D8-94BFF110A7BE}" type="parTrans" cxnId="{B289F281-DD38-46F0-BF30-33EEDA45B1A9}">
      <dgm:prSet/>
      <dgm:spPr/>
    </dgm:pt>
    <dgm:pt modelId="{2E35157E-005F-46FC-8C7D-C1F647A5A643}" type="sibTrans" cxnId="{B289F281-DD38-46F0-BF30-33EEDA45B1A9}">
      <dgm:prSet/>
      <dgm:spPr/>
    </dgm:pt>
    <dgm:pt modelId="{929CBA4A-4A5B-4DA5-AC2E-3237AB9648EC}" type="pres">
      <dgm:prSet presAssocID="{526BA05A-E5B4-4CF7-8BFA-6B5BA13FA8D9}" presName="Name0" presStyleCnt="0">
        <dgm:presLayoutVars>
          <dgm:dir/>
          <dgm:resizeHandles val="exact"/>
        </dgm:presLayoutVars>
      </dgm:prSet>
      <dgm:spPr/>
    </dgm:pt>
    <dgm:pt modelId="{7B69F3CB-37F6-4912-A08E-467664621C53}" type="pres">
      <dgm:prSet presAssocID="{4BB3E0AA-B203-4994-BE9A-0AA3DA77285D}" presName="node" presStyleLbl="node1" presStyleIdx="0" presStyleCnt="6">
        <dgm:presLayoutVars>
          <dgm:bulletEnabled val="1"/>
        </dgm:presLayoutVars>
      </dgm:prSet>
      <dgm:spPr/>
    </dgm:pt>
    <dgm:pt modelId="{9570187D-16A2-4E81-BD17-A390F38717ED}" type="pres">
      <dgm:prSet presAssocID="{6883661C-2D3E-4380-9E11-AADB9A66B57C}" presName="sibTrans" presStyleLbl="sibTrans1D1" presStyleIdx="0" presStyleCnt="5"/>
      <dgm:spPr/>
    </dgm:pt>
    <dgm:pt modelId="{1CA90717-EDE2-4D70-9EC5-1D6161AB6044}" type="pres">
      <dgm:prSet presAssocID="{6883661C-2D3E-4380-9E11-AADB9A66B57C}" presName="connectorText" presStyleLbl="sibTrans1D1" presStyleIdx="0" presStyleCnt="5"/>
      <dgm:spPr/>
    </dgm:pt>
    <dgm:pt modelId="{07E5EB25-1ECD-45F5-ADDB-CE98977134C9}" type="pres">
      <dgm:prSet presAssocID="{2490037E-4D0F-412C-9597-4E5CF639F34F}" presName="node" presStyleLbl="node1" presStyleIdx="1" presStyleCnt="6">
        <dgm:presLayoutVars>
          <dgm:bulletEnabled val="1"/>
        </dgm:presLayoutVars>
      </dgm:prSet>
      <dgm:spPr/>
    </dgm:pt>
    <dgm:pt modelId="{C238F49C-2508-4A66-B07E-DA7D8C70395D}" type="pres">
      <dgm:prSet presAssocID="{5C925964-E772-47B4-8E76-8289D9F76C8E}" presName="sibTrans" presStyleLbl="sibTrans1D1" presStyleIdx="1" presStyleCnt="5"/>
      <dgm:spPr/>
    </dgm:pt>
    <dgm:pt modelId="{4271650A-6BD1-4738-A974-A687E16AA22A}" type="pres">
      <dgm:prSet presAssocID="{5C925964-E772-47B4-8E76-8289D9F76C8E}" presName="connectorText" presStyleLbl="sibTrans1D1" presStyleIdx="1" presStyleCnt="5"/>
      <dgm:spPr/>
    </dgm:pt>
    <dgm:pt modelId="{AA65D9CC-6312-4D87-8651-F56BD2379791}" type="pres">
      <dgm:prSet presAssocID="{5A9AE433-3A29-440D-8D1F-F76E58552994}" presName="node" presStyleLbl="node1" presStyleIdx="2" presStyleCnt="6">
        <dgm:presLayoutVars>
          <dgm:bulletEnabled val="1"/>
        </dgm:presLayoutVars>
      </dgm:prSet>
      <dgm:spPr/>
    </dgm:pt>
    <dgm:pt modelId="{F66AD82A-E638-40F2-9B19-88BDF51D1D3C}" type="pres">
      <dgm:prSet presAssocID="{AA296AA5-8143-49D1-AA5B-87EEB2265752}" presName="sibTrans" presStyleLbl="sibTrans1D1" presStyleIdx="2" presStyleCnt="5"/>
      <dgm:spPr/>
    </dgm:pt>
    <dgm:pt modelId="{2576DDFE-9EB0-4C85-99F2-63776F2C7C96}" type="pres">
      <dgm:prSet presAssocID="{AA296AA5-8143-49D1-AA5B-87EEB2265752}" presName="connectorText" presStyleLbl="sibTrans1D1" presStyleIdx="2" presStyleCnt="5"/>
      <dgm:spPr/>
    </dgm:pt>
    <dgm:pt modelId="{AC04D7C5-D1E3-442B-837A-D6CD9DFBF98D}" type="pres">
      <dgm:prSet presAssocID="{58A23A4C-6018-4021-8357-D6415D1981BC}" presName="node" presStyleLbl="node1" presStyleIdx="3" presStyleCnt="6">
        <dgm:presLayoutVars>
          <dgm:bulletEnabled val="1"/>
        </dgm:presLayoutVars>
      </dgm:prSet>
      <dgm:spPr/>
    </dgm:pt>
    <dgm:pt modelId="{1A4984D3-F870-4713-8617-A6A39F3D025D}" type="pres">
      <dgm:prSet presAssocID="{AA85EFFA-3D60-48E3-9665-38E248CE11CE}" presName="sibTrans" presStyleLbl="sibTrans1D1" presStyleIdx="3" presStyleCnt="5"/>
      <dgm:spPr/>
    </dgm:pt>
    <dgm:pt modelId="{A581C9F2-67B5-4F86-8D7C-3547D4A29946}" type="pres">
      <dgm:prSet presAssocID="{AA85EFFA-3D60-48E3-9665-38E248CE11CE}" presName="connectorText" presStyleLbl="sibTrans1D1" presStyleIdx="3" presStyleCnt="5"/>
      <dgm:spPr/>
    </dgm:pt>
    <dgm:pt modelId="{D344BD0F-E75C-42BC-A85E-B15C0A566F19}" type="pres">
      <dgm:prSet presAssocID="{CFB92ECB-40E4-4D77-942B-EC8466E406D6}" presName="node" presStyleLbl="node1" presStyleIdx="4" presStyleCnt="6">
        <dgm:presLayoutVars>
          <dgm:bulletEnabled val="1"/>
        </dgm:presLayoutVars>
      </dgm:prSet>
      <dgm:spPr/>
    </dgm:pt>
    <dgm:pt modelId="{656D85A8-8A79-49A8-9AAD-9CE2F700D131}" type="pres">
      <dgm:prSet presAssocID="{C6895AC3-F217-4DD6-BF33-E1CA7F85DE6C}" presName="sibTrans" presStyleLbl="sibTrans1D1" presStyleIdx="4" presStyleCnt="5"/>
      <dgm:spPr/>
    </dgm:pt>
    <dgm:pt modelId="{CC6EB972-42B8-484C-A951-171072570EED}" type="pres">
      <dgm:prSet presAssocID="{C6895AC3-F217-4DD6-BF33-E1CA7F85DE6C}" presName="connectorText" presStyleLbl="sibTrans1D1" presStyleIdx="4" presStyleCnt="5"/>
      <dgm:spPr/>
    </dgm:pt>
    <dgm:pt modelId="{496CDC80-FA38-4FFA-AEA0-63A04950BCF1}" type="pres">
      <dgm:prSet presAssocID="{7C480FF3-CC3D-47D3-BE28-B74D61F7492D}" presName="node" presStyleLbl="node1" presStyleIdx="5" presStyleCnt="6">
        <dgm:presLayoutVars>
          <dgm:bulletEnabled val="1"/>
        </dgm:presLayoutVars>
      </dgm:prSet>
      <dgm:spPr/>
    </dgm:pt>
  </dgm:ptLst>
  <dgm:cxnLst>
    <dgm:cxn modelId="{52F8DA02-1547-4CDA-8348-F4D3FA9B43BF}" type="presOf" srcId="{5C925964-E772-47B4-8E76-8289D9F76C8E}" destId="{4271650A-6BD1-4738-A974-A687E16AA22A}" srcOrd="1" destOrd="0" presId="urn:microsoft.com/office/officeart/2016/7/layout/RepeatingBendingProcessNew"/>
    <dgm:cxn modelId="{E5A0311D-4B4B-41C8-BABC-156E6000A67B}" type="presOf" srcId="{AA296AA5-8143-49D1-AA5B-87EEB2265752}" destId="{F66AD82A-E638-40F2-9B19-88BDF51D1D3C}" srcOrd="0" destOrd="0" presId="urn:microsoft.com/office/officeart/2016/7/layout/RepeatingBendingProcessNew"/>
    <dgm:cxn modelId="{37A91B38-BE88-4026-812B-04A6823001E7}" type="presOf" srcId="{6883661C-2D3E-4380-9E11-AADB9A66B57C}" destId="{9570187D-16A2-4E81-BD17-A390F38717ED}" srcOrd="0" destOrd="0" presId="urn:microsoft.com/office/officeart/2016/7/layout/RepeatingBendingProcessNew"/>
    <dgm:cxn modelId="{069F373A-1AC5-43BD-BCF0-B8C9D61AB0FC}" type="presOf" srcId="{6883661C-2D3E-4380-9E11-AADB9A66B57C}" destId="{1CA90717-EDE2-4D70-9EC5-1D6161AB6044}" srcOrd="1" destOrd="0" presId="urn:microsoft.com/office/officeart/2016/7/layout/RepeatingBendingProcessNew"/>
    <dgm:cxn modelId="{B8317941-9A3D-444F-B5E7-495388EDE614}" srcId="{526BA05A-E5B4-4CF7-8BFA-6B5BA13FA8D9}" destId="{58A23A4C-6018-4021-8357-D6415D1981BC}" srcOrd="3" destOrd="0" parTransId="{FCE18FB9-9C38-4D05-91FB-456D2D61AEE0}" sibTransId="{AA85EFFA-3D60-48E3-9665-38E248CE11CE}"/>
    <dgm:cxn modelId="{51B10366-40B0-4A5C-9D3C-5FE4042C3A48}" type="presOf" srcId="{C6895AC3-F217-4DD6-BF33-E1CA7F85DE6C}" destId="{CC6EB972-42B8-484C-A951-171072570EED}" srcOrd="1" destOrd="0" presId="urn:microsoft.com/office/officeart/2016/7/layout/RepeatingBendingProcessNew"/>
    <dgm:cxn modelId="{FDFF4470-C19D-49B7-B326-B08EB9F6F4EA}" srcId="{526BA05A-E5B4-4CF7-8BFA-6B5BA13FA8D9}" destId="{5A9AE433-3A29-440D-8D1F-F76E58552994}" srcOrd="2" destOrd="0" parTransId="{22288866-2312-4109-B163-C7074F55B9D7}" sibTransId="{AA296AA5-8143-49D1-AA5B-87EEB2265752}"/>
    <dgm:cxn modelId="{F6151358-381A-409F-A92F-31387C0A4A51}" type="presOf" srcId="{5A9AE433-3A29-440D-8D1F-F76E58552994}" destId="{AA65D9CC-6312-4D87-8651-F56BD2379791}" srcOrd="0" destOrd="0" presId="urn:microsoft.com/office/officeart/2016/7/layout/RepeatingBendingProcessNew"/>
    <dgm:cxn modelId="{B289F281-DD38-46F0-BF30-33EEDA45B1A9}" srcId="{526BA05A-E5B4-4CF7-8BFA-6B5BA13FA8D9}" destId="{7C480FF3-CC3D-47D3-BE28-B74D61F7492D}" srcOrd="5" destOrd="0" parTransId="{26835EEE-9A8D-4E7C-81D8-94BFF110A7BE}" sibTransId="{2E35157E-005F-46FC-8C7D-C1F647A5A643}"/>
    <dgm:cxn modelId="{7067B582-DE8A-489D-85A9-44D931B948E8}" type="presOf" srcId="{C6895AC3-F217-4DD6-BF33-E1CA7F85DE6C}" destId="{656D85A8-8A79-49A8-9AAD-9CE2F700D131}" srcOrd="0" destOrd="0" presId="urn:microsoft.com/office/officeart/2016/7/layout/RepeatingBendingProcessNew"/>
    <dgm:cxn modelId="{E2AB8283-437C-49C3-BE8F-846D17BB1DE1}" type="presOf" srcId="{5C925964-E772-47B4-8E76-8289D9F76C8E}" destId="{C238F49C-2508-4A66-B07E-DA7D8C70395D}" srcOrd="0" destOrd="0" presId="urn:microsoft.com/office/officeart/2016/7/layout/RepeatingBendingProcessNew"/>
    <dgm:cxn modelId="{57FD128F-85CD-44C9-A33B-61E097E79C89}" type="presOf" srcId="{4BB3E0AA-B203-4994-BE9A-0AA3DA77285D}" destId="{7B69F3CB-37F6-4912-A08E-467664621C53}" srcOrd="0" destOrd="0" presId="urn:microsoft.com/office/officeart/2016/7/layout/RepeatingBendingProcessNew"/>
    <dgm:cxn modelId="{0B596F90-DDB9-4FBC-AA92-56AB1227B120}" type="presOf" srcId="{7C480FF3-CC3D-47D3-BE28-B74D61F7492D}" destId="{496CDC80-FA38-4FFA-AEA0-63A04950BCF1}" srcOrd="0" destOrd="0" presId="urn:microsoft.com/office/officeart/2016/7/layout/RepeatingBendingProcessNew"/>
    <dgm:cxn modelId="{61988797-4865-4241-B758-5C9EA363AEDA}" type="presOf" srcId="{AA85EFFA-3D60-48E3-9665-38E248CE11CE}" destId="{A581C9F2-67B5-4F86-8D7C-3547D4A29946}" srcOrd="1" destOrd="0" presId="urn:microsoft.com/office/officeart/2016/7/layout/RepeatingBendingProcessNew"/>
    <dgm:cxn modelId="{41CC4199-AB26-4BF1-A231-C1B8B4E14E05}" srcId="{526BA05A-E5B4-4CF7-8BFA-6B5BA13FA8D9}" destId="{2490037E-4D0F-412C-9597-4E5CF639F34F}" srcOrd="1" destOrd="0" parTransId="{C1B36581-FD04-406D-B5C0-7E92AFFB05BE}" sibTransId="{5C925964-E772-47B4-8E76-8289D9F76C8E}"/>
    <dgm:cxn modelId="{7D297D9D-1C36-4C55-8E2A-E39D0AD4CCAB}" type="presOf" srcId="{2490037E-4D0F-412C-9597-4E5CF639F34F}" destId="{07E5EB25-1ECD-45F5-ADDB-CE98977134C9}" srcOrd="0" destOrd="0" presId="urn:microsoft.com/office/officeart/2016/7/layout/RepeatingBendingProcessNew"/>
    <dgm:cxn modelId="{DC1E17D3-8C15-41BB-B930-4F30ABCA05A4}" type="presOf" srcId="{526BA05A-E5B4-4CF7-8BFA-6B5BA13FA8D9}" destId="{929CBA4A-4A5B-4DA5-AC2E-3237AB9648EC}" srcOrd="0" destOrd="0" presId="urn:microsoft.com/office/officeart/2016/7/layout/RepeatingBendingProcessNew"/>
    <dgm:cxn modelId="{8350D0DD-1273-4371-9C3D-11DE48083FB5}" type="presOf" srcId="{58A23A4C-6018-4021-8357-D6415D1981BC}" destId="{AC04D7C5-D1E3-442B-837A-D6CD9DFBF98D}" srcOrd="0" destOrd="0" presId="urn:microsoft.com/office/officeart/2016/7/layout/RepeatingBendingProcessNew"/>
    <dgm:cxn modelId="{83B900DF-CB4D-4892-B66F-A53968496F6E}" type="presOf" srcId="{AA85EFFA-3D60-48E3-9665-38E248CE11CE}" destId="{1A4984D3-F870-4713-8617-A6A39F3D025D}" srcOrd="0" destOrd="0" presId="urn:microsoft.com/office/officeart/2016/7/layout/RepeatingBendingProcessNew"/>
    <dgm:cxn modelId="{8A42DFE0-315E-4C64-ACF8-607300199EE5}" type="presOf" srcId="{CFB92ECB-40E4-4D77-942B-EC8466E406D6}" destId="{D344BD0F-E75C-42BC-A85E-B15C0A566F19}" srcOrd="0" destOrd="0" presId="urn:microsoft.com/office/officeart/2016/7/layout/RepeatingBendingProcessNew"/>
    <dgm:cxn modelId="{CBF740E2-37BB-47D4-B7F0-C1201D9EFDCC}" type="presOf" srcId="{AA296AA5-8143-49D1-AA5B-87EEB2265752}" destId="{2576DDFE-9EB0-4C85-99F2-63776F2C7C96}" srcOrd="1" destOrd="0" presId="urn:microsoft.com/office/officeart/2016/7/layout/RepeatingBendingProcessNew"/>
    <dgm:cxn modelId="{3ECE58E6-FEFE-477A-8AB9-34266DF3F1C2}" srcId="{526BA05A-E5B4-4CF7-8BFA-6B5BA13FA8D9}" destId="{4BB3E0AA-B203-4994-BE9A-0AA3DA77285D}" srcOrd="0" destOrd="0" parTransId="{3D041036-C3E9-4393-A28A-A407660B5226}" sibTransId="{6883661C-2D3E-4380-9E11-AADB9A66B57C}"/>
    <dgm:cxn modelId="{011A9DEE-A447-415C-9957-ED055E53FB61}" srcId="{526BA05A-E5B4-4CF7-8BFA-6B5BA13FA8D9}" destId="{CFB92ECB-40E4-4D77-942B-EC8466E406D6}" srcOrd="4" destOrd="0" parTransId="{2209D8AF-7A9A-44E3-9563-0447C4FFF286}" sibTransId="{C6895AC3-F217-4DD6-BF33-E1CA7F85DE6C}"/>
    <dgm:cxn modelId="{D5DFB87D-C2FD-4DA7-98CD-A17791AF4FA0}" type="presParOf" srcId="{929CBA4A-4A5B-4DA5-AC2E-3237AB9648EC}" destId="{7B69F3CB-37F6-4912-A08E-467664621C53}" srcOrd="0" destOrd="0" presId="urn:microsoft.com/office/officeart/2016/7/layout/RepeatingBendingProcessNew"/>
    <dgm:cxn modelId="{949D11BB-FABE-4DB7-AD08-C6AAE427DC33}" type="presParOf" srcId="{929CBA4A-4A5B-4DA5-AC2E-3237AB9648EC}" destId="{9570187D-16A2-4E81-BD17-A390F38717ED}" srcOrd="1" destOrd="0" presId="urn:microsoft.com/office/officeart/2016/7/layout/RepeatingBendingProcessNew"/>
    <dgm:cxn modelId="{46B4AFE5-7E06-4450-96EA-10F9CDED5E51}" type="presParOf" srcId="{9570187D-16A2-4E81-BD17-A390F38717ED}" destId="{1CA90717-EDE2-4D70-9EC5-1D6161AB6044}" srcOrd="0" destOrd="0" presId="urn:microsoft.com/office/officeart/2016/7/layout/RepeatingBendingProcessNew"/>
    <dgm:cxn modelId="{707C9A22-D42C-4DE4-9669-A4FD0E6F1E24}" type="presParOf" srcId="{929CBA4A-4A5B-4DA5-AC2E-3237AB9648EC}" destId="{07E5EB25-1ECD-45F5-ADDB-CE98977134C9}" srcOrd="2" destOrd="0" presId="urn:microsoft.com/office/officeart/2016/7/layout/RepeatingBendingProcessNew"/>
    <dgm:cxn modelId="{C4D45854-D5A2-4F22-A1CE-1DD3054389B1}" type="presParOf" srcId="{929CBA4A-4A5B-4DA5-AC2E-3237AB9648EC}" destId="{C238F49C-2508-4A66-B07E-DA7D8C70395D}" srcOrd="3" destOrd="0" presId="urn:microsoft.com/office/officeart/2016/7/layout/RepeatingBendingProcessNew"/>
    <dgm:cxn modelId="{A6AFCAC1-E30A-4CA4-B39C-6838D8F52997}" type="presParOf" srcId="{C238F49C-2508-4A66-B07E-DA7D8C70395D}" destId="{4271650A-6BD1-4738-A974-A687E16AA22A}" srcOrd="0" destOrd="0" presId="urn:microsoft.com/office/officeart/2016/7/layout/RepeatingBendingProcessNew"/>
    <dgm:cxn modelId="{A0A14191-265A-4260-B9AE-A82C32DDA27F}" type="presParOf" srcId="{929CBA4A-4A5B-4DA5-AC2E-3237AB9648EC}" destId="{AA65D9CC-6312-4D87-8651-F56BD2379791}" srcOrd="4" destOrd="0" presId="urn:microsoft.com/office/officeart/2016/7/layout/RepeatingBendingProcessNew"/>
    <dgm:cxn modelId="{53FCEB7F-C08A-4E6E-A401-F3EFA927F2D7}" type="presParOf" srcId="{929CBA4A-4A5B-4DA5-AC2E-3237AB9648EC}" destId="{F66AD82A-E638-40F2-9B19-88BDF51D1D3C}" srcOrd="5" destOrd="0" presId="urn:microsoft.com/office/officeart/2016/7/layout/RepeatingBendingProcessNew"/>
    <dgm:cxn modelId="{B6757D7F-C0CD-4078-BD1C-5CC112BE0463}" type="presParOf" srcId="{F66AD82A-E638-40F2-9B19-88BDF51D1D3C}" destId="{2576DDFE-9EB0-4C85-99F2-63776F2C7C96}" srcOrd="0" destOrd="0" presId="urn:microsoft.com/office/officeart/2016/7/layout/RepeatingBendingProcessNew"/>
    <dgm:cxn modelId="{54035850-AB55-4190-8605-C12406FEC3B8}" type="presParOf" srcId="{929CBA4A-4A5B-4DA5-AC2E-3237AB9648EC}" destId="{AC04D7C5-D1E3-442B-837A-D6CD9DFBF98D}" srcOrd="6" destOrd="0" presId="urn:microsoft.com/office/officeart/2016/7/layout/RepeatingBendingProcessNew"/>
    <dgm:cxn modelId="{0893DABA-1294-42AF-933D-0E2DCACE9A6F}" type="presParOf" srcId="{929CBA4A-4A5B-4DA5-AC2E-3237AB9648EC}" destId="{1A4984D3-F870-4713-8617-A6A39F3D025D}" srcOrd="7" destOrd="0" presId="urn:microsoft.com/office/officeart/2016/7/layout/RepeatingBendingProcessNew"/>
    <dgm:cxn modelId="{FDDDFBCF-0F54-40B2-BE27-3DA342A8089E}" type="presParOf" srcId="{1A4984D3-F870-4713-8617-A6A39F3D025D}" destId="{A581C9F2-67B5-4F86-8D7C-3547D4A29946}" srcOrd="0" destOrd="0" presId="urn:microsoft.com/office/officeart/2016/7/layout/RepeatingBendingProcessNew"/>
    <dgm:cxn modelId="{70176A9C-6764-4B0B-AE7D-CE76ECAC832B}" type="presParOf" srcId="{929CBA4A-4A5B-4DA5-AC2E-3237AB9648EC}" destId="{D344BD0F-E75C-42BC-A85E-B15C0A566F19}" srcOrd="8" destOrd="0" presId="urn:microsoft.com/office/officeart/2016/7/layout/RepeatingBendingProcessNew"/>
    <dgm:cxn modelId="{D46573EF-B6CD-4074-8D42-900B2CE76980}" type="presParOf" srcId="{929CBA4A-4A5B-4DA5-AC2E-3237AB9648EC}" destId="{656D85A8-8A79-49A8-9AAD-9CE2F700D131}" srcOrd="9" destOrd="0" presId="urn:microsoft.com/office/officeart/2016/7/layout/RepeatingBendingProcessNew"/>
    <dgm:cxn modelId="{A5AF8806-F44A-42E0-B448-AAC1D5022665}" type="presParOf" srcId="{656D85A8-8A79-49A8-9AAD-9CE2F700D131}" destId="{CC6EB972-42B8-484C-A951-171072570EED}" srcOrd="0" destOrd="0" presId="urn:microsoft.com/office/officeart/2016/7/layout/RepeatingBendingProcessNew"/>
    <dgm:cxn modelId="{290811CF-898F-41A6-9A11-39B70C9D1FE5}" type="presParOf" srcId="{929CBA4A-4A5B-4DA5-AC2E-3237AB9648EC}" destId="{496CDC80-FA38-4FFA-AEA0-63A04950BCF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4411E-809B-4B4D-B5A2-15E4C5548CF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4D86FC-1322-49F5-8226-AE280C670D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Newsletters</a:t>
          </a:r>
        </a:p>
      </dgm:t>
    </dgm:pt>
    <dgm:pt modelId="{C0F94660-5D32-4A67-B812-C1A2FF431FA2}" type="parTrans" cxnId="{E7718178-82A2-4A09-8550-A1DFD1045CCA}">
      <dgm:prSet/>
      <dgm:spPr/>
      <dgm:t>
        <a:bodyPr/>
        <a:lstStyle/>
        <a:p>
          <a:endParaRPr lang="en-US"/>
        </a:p>
      </dgm:t>
    </dgm:pt>
    <dgm:pt modelId="{5FA7D4A6-69BF-4C86-BA35-261EC75FC170}" type="sibTrans" cxnId="{E7718178-82A2-4A09-8550-A1DFD1045C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8F8766-F026-491B-8E24-BE089B2D04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Webinar</a:t>
          </a:r>
        </a:p>
      </dgm:t>
    </dgm:pt>
    <dgm:pt modelId="{47101BE4-99EC-4377-9D6A-1038ACE396F5}" type="parTrans" cxnId="{2B6C0475-B2D0-4871-942E-4F80F17C31D7}">
      <dgm:prSet/>
      <dgm:spPr/>
      <dgm:t>
        <a:bodyPr/>
        <a:lstStyle/>
        <a:p>
          <a:endParaRPr lang="en-US"/>
        </a:p>
      </dgm:t>
    </dgm:pt>
    <dgm:pt modelId="{717A7CD2-D4A7-41EB-8AEA-4E069AF04B2D}" type="sibTrans" cxnId="{2B6C0475-B2D0-4871-942E-4F80F17C31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AB5869-5125-4F46-BD61-A5382CF9C8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Blogs</a:t>
          </a:r>
        </a:p>
      </dgm:t>
    </dgm:pt>
    <dgm:pt modelId="{61D6EE52-3141-4DB7-AFAF-54330FE8D1CC}" type="parTrans" cxnId="{F678AE25-1511-43DC-A37D-EA43C4A0F65F}">
      <dgm:prSet/>
      <dgm:spPr/>
      <dgm:t>
        <a:bodyPr/>
        <a:lstStyle/>
        <a:p>
          <a:endParaRPr lang="en-US"/>
        </a:p>
      </dgm:t>
    </dgm:pt>
    <dgm:pt modelId="{F9BF3AA1-E3DE-4008-BCB4-872B79EF0879}" type="sibTrans" cxnId="{F678AE25-1511-43DC-A37D-EA43C4A0F6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FF31F3-CDF3-4793-8448-CCFEE5FB04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Lead Magnet</a:t>
          </a:r>
        </a:p>
      </dgm:t>
    </dgm:pt>
    <dgm:pt modelId="{D538A0BE-CC0B-4918-8F1D-4564A6CC8803}" type="parTrans" cxnId="{CF9C979D-0D43-4BA3-80AD-ED022BC60841}">
      <dgm:prSet/>
      <dgm:spPr/>
      <dgm:t>
        <a:bodyPr/>
        <a:lstStyle/>
        <a:p>
          <a:endParaRPr lang="en-US"/>
        </a:p>
      </dgm:t>
    </dgm:pt>
    <dgm:pt modelId="{C2BBCD78-8ED0-4213-A0EC-EC69F7649CA7}" type="sibTrans" cxnId="{CF9C979D-0D43-4BA3-80AD-ED022BC608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921D70-6E7D-40E0-AF88-6CB868C57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Buy Emails</a:t>
          </a:r>
        </a:p>
      </dgm:t>
    </dgm:pt>
    <dgm:pt modelId="{D4E7BC18-97EA-4271-A986-C77CC5F85308}" type="parTrans" cxnId="{EBF67037-CC97-4A3D-83D4-AC2055C11F6C}">
      <dgm:prSet/>
      <dgm:spPr/>
      <dgm:t>
        <a:bodyPr/>
        <a:lstStyle/>
        <a:p>
          <a:endParaRPr lang="en-US"/>
        </a:p>
      </dgm:t>
    </dgm:pt>
    <dgm:pt modelId="{6CCA3F0F-B869-458F-8CC2-F948DD554702}" type="sibTrans" cxnId="{EBF67037-CC97-4A3D-83D4-AC2055C11F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2A650D-237F-43A1-AE8C-69CAE8BF52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Scrapping</a:t>
          </a:r>
        </a:p>
      </dgm:t>
    </dgm:pt>
    <dgm:pt modelId="{15F3A838-6520-4AE5-8ADE-5DA41033E4AF}" type="parTrans" cxnId="{AF8D0190-6BFD-4A3D-811D-BF760CF9B2E6}">
      <dgm:prSet/>
      <dgm:spPr/>
      <dgm:t>
        <a:bodyPr/>
        <a:lstStyle/>
        <a:p>
          <a:endParaRPr lang="en-US"/>
        </a:p>
      </dgm:t>
    </dgm:pt>
    <dgm:pt modelId="{26D1361A-66EB-42A5-A591-A0FA01D020B5}" type="sibTrans" cxnId="{AF8D0190-6BFD-4A3D-811D-BF760CF9B2E6}">
      <dgm:prSet/>
      <dgm:spPr/>
      <dgm:t>
        <a:bodyPr/>
        <a:lstStyle/>
        <a:p>
          <a:endParaRPr lang="en-US"/>
        </a:p>
      </dgm:t>
    </dgm:pt>
    <dgm:pt modelId="{DAE6C6BB-8A3C-4B97-841E-EE10ED121AAE}" type="pres">
      <dgm:prSet presAssocID="{FA54411E-809B-4B4D-B5A2-15E4C5548CFF}" presName="root" presStyleCnt="0">
        <dgm:presLayoutVars>
          <dgm:dir/>
          <dgm:resizeHandles val="exact"/>
        </dgm:presLayoutVars>
      </dgm:prSet>
      <dgm:spPr/>
    </dgm:pt>
    <dgm:pt modelId="{E8AFE635-16AB-491E-98EB-381E8F9676C3}" type="pres">
      <dgm:prSet presAssocID="{FA54411E-809B-4B4D-B5A2-15E4C5548CFF}" presName="container" presStyleCnt="0">
        <dgm:presLayoutVars>
          <dgm:dir/>
          <dgm:resizeHandles val="exact"/>
        </dgm:presLayoutVars>
      </dgm:prSet>
      <dgm:spPr/>
    </dgm:pt>
    <dgm:pt modelId="{6E89273D-49FC-439B-AA5A-E33628ABB3D7}" type="pres">
      <dgm:prSet presAssocID="{6A4D86FC-1322-49F5-8226-AE280C670D52}" presName="compNode" presStyleCnt="0"/>
      <dgm:spPr/>
    </dgm:pt>
    <dgm:pt modelId="{585FB2E9-FB40-4D76-9B0D-5FCE7D27AD96}" type="pres">
      <dgm:prSet presAssocID="{6A4D86FC-1322-49F5-8226-AE280C670D52}" presName="iconBgRect" presStyleLbl="bgShp" presStyleIdx="0" presStyleCnt="6"/>
      <dgm:spPr/>
    </dgm:pt>
    <dgm:pt modelId="{17AE588A-C3EC-401C-B9B0-6F9C6075EA1A}" type="pres">
      <dgm:prSet presAssocID="{6A4D86FC-1322-49F5-8226-AE280C670D5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15C42F2-EEA7-4F4D-81FB-37DBC272F8EC}" type="pres">
      <dgm:prSet presAssocID="{6A4D86FC-1322-49F5-8226-AE280C670D52}" presName="spaceRect" presStyleCnt="0"/>
      <dgm:spPr/>
    </dgm:pt>
    <dgm:pt modelId="{5A4910B2-20A3-4E04-AFB1-9C858C238081}" type="pres">
      <dgm:prSet presAssocID="{6A4D86FC-1322-49F5-8226-AE280C670D52}" presName="textRect" presStyleLbl="revTx" presStyleIdx="0" presStyleCnt="6">
        <dgm:presLayoutVars>
          <dgm:chMax val="1"/>
          <dgm:chPref val="1"/>
        </dgm:presLayoutVars>
      </dgm:prSet>
      <dgm:spPr/>
    </dgm:pt>
    <dgm:pt modelId="{A21804A0-B542-4749-974F-F4869CAE8851}" type="pres">
      <dgm:prSet presAssocID="{5FA7D4A6-69BF-4C86-BA35-261EC75FC170}" presName="sibTrans" presStyleLbl="sibTrans2D1" presStyleIdx="0" presStyleCnt="0"/>
      <dgm:spPr/>
    </dgm:pt>
    <dgm:pt modelId="{F3F98E6F-6E57-4F83-BD65-50DABC068C83}" type="pres">
      <dgm:prSet presAssocID="{988F8766-F026-491B-8E24-BE089B2D047D}" presName="compNode" presStyleCnt="0"/>
      <dgm:spPr/>
    </dgm:pt>
    <dgm:pt modelId="{6C1B22A6-34AE-4350-8F0F-02845F7D8454}" type="pres">
      <dgm:prSet presAssocID="{988F8766-F026-491B-8E24-BE089B2D047D}" presName="iconBgRect" presStyleLbl="bgShp" presStyleIdx="1" presStyleCnt="6"/>
      <dgm:spPr/>
    </dgm:pt>
    <dgm:pt modelId="{722D2206-35B2-4BFE-8B43-647260FE23BD}" type="pres">
      <dgm:prSet presAssocID="{988F8766-F026-491B-8E24-BE089B2D047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7DF0FB3-DF4E-430A-B3A8-0ABADFED7070}" type="pres">
      <dgm:prSet presAssocID="{988F8766-F026-491B-8E24-BE089B2D047D}" presName="spaceRect" presStyleCnt="0"/>
      <dgm:spPr/>
    </dgm:pt>
    <dgm:pt modelId="{4D24E79F-0F4C-48A4-986E-23C559C7F57D}" type="pres">
      <dgm:prSet presAssocID="{988F8766-F026-491B-8E24-BE089B2D047D}" presName="textRect" presStyleLbl="revTx" presStyleIdx="1" presStyleCnt="6">
        <dgm:presLayoutVars>
          <dgm:chMax val="1"/>
          <dgm:chPref val="1"/>
        </dgm:presLayoutVars>
      </dgm:prSet>
      <dgm:spPr/>
    </dgm:pt>
    <dgm:pt modelId="{A49CC049-A0D6-442E-BDD6-0F85CE52A6B9}" type="pres">
      <dgm:prSet presAssocID="{717A7CD2-D4A7-41EB-8AEA-4E069AF04B2D}" presName="sibTrans" presStyleLbl="sibTrans2D1" presStyleIdx="0" presStyleCnt="0"/>
      <dgm:spPr/>
    </dgm:pt>
    <dgm:pt modelId="{D8368C9E-1CEE-4FF0-A6EF-0A610A6A6981}" type="pres">
      <dgm:prSet presAssocID="{69AB5869-5125-4F46-BD61-A5382CF9C826}" presName="compNode" presStyleCnt="0"/>
      <dgm:spPr/>
    </dgm:pt>
    <dgm:pt modelId="{15995B6E-A1E6-441B-ADF6-41C40F0CD1E1}" type="pres">
      <dgm:prSet presAssocID="{69AB5869-5125-4F46-BD61-A5382CF9C826}" presName="iconBgRect" presStyleLbl="bgShp" presStyleIdx="2" presStyleCnt="6"/>
      <dgm:spPr/>
    </dgm:pt>
    <dgm:pt modelId="{AB57AD37-75F1-45D9-BAF5-00CBF9B9085A}" type="pres">
      <dgm:prSet presAssocID="{69AB5869-5125-4F46-BD61-A5382CF9C82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11BB45B-67EF-4D53-866A-C2CC1356AD95}" type="pres">
      <dgm:prSet presAssocID="{69AB5869-5125-4F46-BD61-A5382CF9C826}" presName="spaceRect" presStyleCnt="0"/>
      <dgm:spPr/>
    </dgm:pt>
    <dgm:pt modelId="{3B3D9096-7F55-4E9F-B4DE-276B0236C22B}" type="pres">
      <dgm:prSet presAssocID="{69AB5869-5125-4F46-BD61-A5382CF9C826}" presName="textRect" presStyleLbl="revTx" presStyleIdx="2" presStyleCnt="6">
        <dgm:presLayoutVars>
          <dgm:chMax val="1"/>
          <dgm:chPref val="1"/>
        </dgm:presLayoutVars>
      </dgm:prSet>
      <dgm:spPr/>
    </dgm:pt>
    <dgm:pt modelId="{75583872-AC62-437C-B66D-C6DB7C51F18D}" type="pres">
      <dgm:prSet presAssocID="{F9BF3AA1-E3DE-4008-BCB4-872B79EF0879}" presName="sibTrans" presStyleLbl="sibTrans2D1" presStyleIdx="0" presStyleCnt="0"/>
      <dgm:spPr/>
    </dgm:pt>
    <dgm:pt modelId="{A190BEEC-B6D3-4B35-96B6-2CE4AAC7947F}" type="pres">
      <dgm:prSet presAssocID="{84FF31F3-CDF3-4793-8448-CCFEE5FB0421}" presName="compNode" presStyleCnt="0"/>
      <dgm:spPr/>
    </dgm:pt>
    <dgm:pt modelId="{77ABD583-D4DB-472C-A94D-B40C869AAA9F}" type="pres">
      <dgm:prSet presAssocID="{84FF31F3-CDF3-4793-8448-CCFEE5FB0421}" presName="iconBgRect" presStyleLbl="bgShp" presStyleIdx="3" presStyleCnt="6"/>
      <dgm:spPr/>
    </dgm:pt>
    <dgm:pt modelId="{DE22718A-5DAB-4098-8783-8E628812C7A9}" type="pres">
      <dgm:prSet presAssocID="{84FF31F3-CDF3-4793-8448-CCFEE5FB042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25C0E3DE-5F4B-48B4-BBFE-BE0344FB1D64}" type="pres">
      <dgm:prSet presAssocID="{84FF31F3-CDF3-4793-8448-CCFEE5FB0421}" presName="spaceRect" presStyleCnt="0"/>
      <dgm:spPr/>
    </dgm:pt>
    <dgm:pt modelId="{008394E6-238E-4159-8C20-E37C69B1FCDB}" type="pres">
      <dgm:prSet presAssocID="{84FF31F3-CDF3-4793-8448-CCFEE5FB0421}" presName="textRect" presStyleLbl="revTx" presStyleIdx="3" presStyleCnt="6">
        <dgm:presLayoutVars>
          <dgm:chMax val="1"/>
          <dgm:chPref val="1"/>
        </dgm:presLayoutVars>
      </dgm:prSet>
      <dgm:spPr/>
    </dgm:pt>
    <dgm:pt modelId="{5E05E47B-F022-45E0-9CD4-BDEF9F5056DD}" type="pres">
      <dgm:prSet presAssocID="{C2BBCD78-8ED0-4213-A0EC-EC69F7649CA7}" presName="sibTrans" presStyleLbl="sibTrans2D1" presStyleIdx="0" presStyleCnt="0"/>
      <dgm:spPr/>
    </dgm:pt>
    <dgm:pt modelId="{9C0966DE-6949-4644-8D08-24F87DB29412}" type="pres">
      <dgm:prSet presAssocID="{B5921D70-6E7D-40E0-AF88-6CB868C57F81}" presName="compNode" presStyleCnt="0"/>
      <dgm:spPr/>
    </dgm:pt>
    <dgm:pt modelId="{3E41A38E-84DE-47B3-846F-3AC14DB6111A}" type="pres">
      <dgm:prSet presAssocID="{B5921D70-6E7D-40E0-AF88-6CB868C57F81}" presName="iconBgRect" presStyleLbl="bgShp" presStyleIdx="4" presStyleCnt="6"/>
      <dgm:spPr/>
    </dgm:pt>
    <dgm:pt modelId="{42F830C8-F909-47A1-8FFC-80122E79F6BC}" type="pres">
      <dgm:prSet presAssocID="{B5921D70-6E7D-40E0-AF88-6CB868C57F8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0348412-8FBD-435E-BDB8-386FAF300D83}" type="pres">
      <dgm:prSet presAssocID="{B5921D70-6E7D-40E0-AF88-6CB868C57F81}" presName="spaceRect" presStyleCnt="0"/>
      <dgm:spPr/>
    </dgm:pt>
    <dgm:pt modelId="{C62E3873-AA17-49B3-A74A-47C85F83641C}" type="pres">
      <dgm:prSet presAssocID="{B5921D70-6E7D-40E0-AF88-6CB868C57F81}" presName="textRect" presStyleLbl="revTx" presStyleIdx="4" presStyleCnt="6">
        <dgm:presLayoutVars>
          <dgm:chMax val="1"/>
          <dgm:chPref val="1"/>
        </dgm:presLayoutVars>
      </dgm:prSet>
      <dgm:spPr/>
    </dgm:pt>
    <dgm:pt modelId="{6B432FCF-384A-42E4-8BB9-9F80C9380BA1}" type="pres">
      <dgm:prSet presAssocID="{6CCA3F0F-B869-458F-8CC2-F948DD554702}" presName="sibTrans" presStyleLbl="sibTrans2D1" presStyleIdx="0" presStyleCnt="0"/>
      <dgm:spPr/>
    </dgm:pt>
    <dgm:pt modelId="{85F5DCF9-E6C4-4557-97E2-075AC09317EA}" type="pres">
      <dgm:prSet presAssocID="{0B2A650D-237F-43A1-AE8C-69CAE8BF5210}" presName="compNode" presStyleCnt="0"/>
      <dgm:spPr/>
    </dgm:pt>
    <dgm:pt modelId="{6479B15F-6055-4B0C-BCBB-F65D1593AC4D}" type="pres">
      <dgm:prSet presAssocID="{0B2A650D-237F-43A1-AE8C-69CAE8BF5210}" presName="iconBgRect" presStyleLbl="bgShp" presStyleIdx="5" presStyleCnt="6"/>
      <dgm:spPr/>
    </dgm:pt>
    <dgm:pt modelId="{12572459-46E5-48CA-BE65-769AAD907464}" type="pres">
      <dgm:prSet presAssocID="{0B2A650D-237F-43A1-AE8C-69CAE8BF521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AE575A7A-52C9-4B68-9DD2-8F364C63D12D}" type="pres">
      <dgm:prSet presAssocID="{0B2A650D-237F-43A1-AE8C-69CAE8BF5210}" presName="spaceRect" presStyleCnt="0"/>
      <dgm:spPr/>
    </dgm:pt>
    <dgm:pt modelId="{BBAEF829-3A13-4E26-91AC-C645FE6B0A94}" type="pres">
      <dgm:prSet presAssocID="{0B2A650D-237F-43A1-AE8C-69CAE8BF521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CC74507-7BBE-4FC9-8A66-5F27233E2AE9}" type="presOf" srcId="{5FA7D4A6-69BF-4C86-BA35-261EC75FC170}" destId="{A21804A0-B542-4749-974F-F4869CAE8851}" srcOrd="0" destOrd="0" presId="urn:microsoft.com/office/officeart/2018/2/layout/IconCircleList"/>
    <dgm:cxn modelId="{7D88310D-D81A-4D7D-AF78-666A4FEE6723}" type="presOf" srcId="{C2BBCD78-8ED0-4213-A0EC-EC69F7649CA7}" destId="{5E05E47B-F022-45E0-9CD4-BDEF9F5056DD}" srcOrd="0" destOrd="0" presId="urn:microsoft.com/office/officeart/2018/2/layout/IconCircleList"/>
    <dgm:cxn modelId="{68AF1215-2168-4A11-89BE-FFF6215B395B}" type="presOf" srcId="{6A4D86FC-1322-49F5-8226-AE280C670D52}" destId="{5A4910B2-20A3-4E04-AFB1-9C858C238081}" srcOrd="0" destOrd="0" presId="urn:microsoft.com/office/officeart/2018/2/layout/IconCircleList"/>
    <dgm:cxn modelId="{32133123-3560-4039-94BF-32C80ADE0024}" type="presOf" srcId="{B5921D70-6E7D-40E0-AF88-6CB868C57F81}" destId="{C62E3873-AA17-49B3-A74A-47C85F83641C}" srcOrd="0" destOrd="0" presId="urn:microsoft.com/office/officeart/2018/2/layout/IconCircleList"/>
    <dgm:cxn modelId="{F678AE25-1511-43DC-A37D-EA43C4A0F65F}" srcId="{FA54411E-809B-4B4D-B5A2-15E4C5548CFF}" destId="{69AB5869-5125-4F46-BD61-A5382CF9C826}" srcOrd="2" destOrd="0" parTransId="{61D6EE52-3141-4DB7-AFAF-54330FE8D1CC}" sibTransId="{F9BF3AA1-E3DE-4008-BCB4-872B79EF0879}"/>
    <dgm:cxn modelId="{DF922A31-97AE-4F4A-BE08-9BAB4AB78EBD}" type="presOf" srcId="{F9BF3AA1-E3DE-4008-BCB4-872B79EF0879}" destId="{75583872-AC62-437C-B66D-C6DB7C51F18D}" srcOrd="0" destOrd="0" presId="urn:microsoft.com/office/officeart/2018/2/layout/IconCircleList"/>
    <dgm:cxn modelId="{EBF67037-CC97-4A3D-83D4-AC2055C11F6C}" srcId="{FA54411E-809B-4B4D-B5A2-15E4C5548CFF}" destId="{B5921D70-6E7D-40E0-AF88-6CB868C57F81}" srcOrd="4" destOrd="0" parTransId="{D4E7BC18-97EA-4271-A986-C77CC5F85308}" sibTransId="{6CCA3F0F-B869-458F-8CC2-F948DD554702}"/>
    <dgm:cxn modelId="{28ADF168-856D-4759-AF0C-FF9325C80679}" type="presOf" srcId="{FA54411E-809B-4B4D-B5A2-15E4C5548CFF}" destId="{DAE6C6BB-8A3C-4B97-841E-EE10ED121AAE}" srcOrd="0" destOrd="0" presId="urn:microsoft.com/office/officeart/2018/2/layout/IconCircleList"/>
    <dgm:cxn modelId="{2B6C0475-B2D0-4871-942E-4F80F17C31D7}" srcId="{FA54411E-809B-4B4D-B5A2-15E4C5548CFF}" destId="{988F8766-F026-491B-8E24-BE089B2D047D}" srcOrd="1" destOrd="0" parTransId="{47101BE4-99EC-4377-9D6A-1038ACE396F5}" sibTransId="{717A7CD2-D4A7-41EB-8AEA-4E069AF04B2D}"/>
    <dgm:cxn modelId="{E7718178-82A2-4A09-8550-A1DFD1045CCA}" srcId="{FA54411E-809B-4B4D-B5A2-15E4C5548CFF}" destId="{6A4D86FC-1322-49F5-8226-AE280C670D52}" srcOrd="0" destOrd="0" parTransId="{C0F94660-5D32-4A67-B812-C1A2FF431FA2}" sibTransId="{5FA7D4A6-69BF-4C86-BA35-261EC75FC170}"/>
    <dgm:cxn modelId="{7ABF718A-78CB-41B1-A2ED-48359483AD72}" type="presOf" srcId="{84FF31F3-CDF3-4793-8448-CCFEE5FB0421}" destId="{008394E6-238E-4159-8C20-E37C69B1FCDB}" srcOrd="0" destOrd="0" presId="urn:microsoft.com/office/officeart/2018/2/layout/IconCircleList"/>
    <dgm:cxn modelId="{AF8D0190-6BFD-4A3D-811D-BF760CF9B2E6}" srcId="{FA54411E-809B-4B4D-B5A2-15E4C5548CFF}" destId="{0B2A650D-237F-43A1-AE8C-69CAE8BF5210}" srcOrd="5" destOrd="0" parTransId="{15F3A838-6520-4AE5-8ADE-5DA41033E4AF}" sibTransId="{26D1361A-66EB-42A5-A591-A0FA01D020B5}"/>
    <dgm:cxn modelId="{7DBD2690-48DB-4522-B087-4E27FE2E65DE}" type="presOf" srcId="{717A7CD2-D4A7-41EB-8AEA-4E069AF04B2D}" destId="{A49CC049-A0D6-442E-BDD6-0F85CE52A6B9}" srcOrd="0" destOrd="0" presId="urn:microsoft.com/office/officeart/2018/2/layout/IconCircleList"/>
    <dgm:cxn modelId="{CF9C979D-0D43-4BA3-80AD-ED022BC60841}" srcId="{FA54411E-809B-4B4D-B5A2-15E4C5548CFF}" destId="{84FF31F3-CDF3-4793-8448-CCFEE5FB0421}" srcOrd="3" destOrd="0" parTransId="{D538A0BE-CC0B-4918-8F1D-4564A6CC8803}" sibTransId="{C2BBCD78-8ED0-4213-A0EC-EC69F7649CA7}"/>
    <dgm:cxn modelId="{8AD559A1-D9B4-4C13-8514-78FF1D589408}" type="presOf" srcId="{69AB5869-5125-4F46-BD61-A5382CF9C826}" destId="{3B3D9096-7F55-4E9F-B4DE-276B0236C22B}" srcOrd="0" destOrd="0" presId="urn:microsoft.com/office/officeart/2018/2/layout/IconCircleList"/>
    <dgm:cxn modelId="{98785DA3-50F4-4493-BD79-80E0289012A9}" type="presOf" srcId="{0B2A650D-237F-43A1-AE8C-69CAE8BF5210}" destId="{BBAEF829-3A13-4E26-91AC-C645FE6B0A94}" srcOrd="0" destOrd="0" presId="urn:microsoft.com/office/officeart/2018/2/layout/IconCircleList"/>
    <dgm:cxn modelId="{7B4C1ED2-7AC8-4950-BEA0-6FFFDC3FACCA}" type="presOf" srcId="{6CCA3F0F-B869-458F-8CC2-F948DD554702}" destId="{6B432FCF-384A-42E4-8BB9-9F80C9380BA1}" srcOrd="0" destOrd="0" presId="urn:microsoft.com/office/officeart/2018/2/layout/IconCircleList"/>
    <dgm:cxn modelId="{9B3C7DF8-C2B1-40CC-8E58-06C04C2A76CE}" type="presOf" srcId="{988F8766-F026-491B-8E24-BE089B2D047D}" destId="{4D24E79F-0F4C-48A4-986E-23C559C7F57D}" srcOrd="0" destOrd="0" presId="urn:microsoft.com/office/officeart/2018/2/layout/IconCircleList"/>
    <dgm:cxn modelId="{80D85493-77BA-4B8D-A53A-9EF46339D30A}" type="presParOf" srcId="{DAE6C6BB-8A3C-4B97-841E-EE10ED121AAE}" destId="{E8AFE635-16AB-491E-98EB-381E8F9676C3}" srcOrd="0" destOrd="0" presId="urn:microsoft.com/office/officeart/2018/2/layout/IconCircleList"/>
    <dgm:cxn modelId="{2CCCA64B-F578-45ED-9D82-F8B0BD6B8C7C}" type="presParOf" srcId="{E8AFE635-16AB-491E-98EB-381E8F9676C3}" destId="{6E89273D-49FC-439B-AA5A-E33628ABB3D7}" srcOrd="0" destOrd="0" presId="urn:microsoft.com/office/officeart/2018/2/layout/IconCircleList"/>
    <dgm:cxn modelId="{6004D1AB-C1DC-42EE-81B7-5A43AEA65541}" type="presParOf" srcId="{6E89273D-49FC-439B-AA5A-E33628ABB3D7}" destId="{585FB2E9-FB40-4D76-9B0D-5FCE7D27AD96}" srcOrd="0" destOrd="0" presId="urn:microsoft.com/office/officeart/2018/2/layout/IconCircleList"/>
    <dgm:cxn modelId="{C87016D1-95BB-4423-8F99-8E3FCF2B092F}" type="presParOf" srcId="{6E89273D-49FC-439B-AA5A-E33628ABB3D7}" destId="{17AE588A-C3EC-401C-B9B0-6F9C6075EA1A}" srcOrd="1" destOrd="0" presId="urn:microsoft.com/office/officeart/2018/2/layout/IconCircleList"/>
    <dgm:cxn modelId="{A2AB2E91-87E1-467C-AD40-13E689ADB8FF}" type="presParOf" srcId="{6E89273D-49FC-439B-AA5A-E33628ABB3D7}" destId="{515C42F2-EEA7-4F4D-81FB-37DBC272F8EC}" srcOrd="2" destOrd="0" presId="urn:microsoft.com/office/officeart/2018/2/layout/IconCircleList"/>
    <dgm:cxn modelId="{06C60316-C185-4BD8-B099-838BFD726E8B}" type="presParOf" srcId="{6E89273D-49FC-439B-AA5A-E33628ABB3D7}" destId="{5A4910B2-20A3-4E04-AFB1-9C858C238081}" srcOrd="3" destOrd="0" presId="urn:microsoft.com/office/officeart/2018/2/layout/IconCircleList"/>
    <dgm:cxn modelId="{A6DB5D88-5BB8-4ADD-B819-CEB58EEF7948}" type="presParOf" srcId="{E8AFE635-16AB-491E-98EB-381E8F9676C3}" destId="{A21804A0-B542-4749-974F-F4869CAE8851}" srcOrd="1" destOrd="0" presId="urn:microsoft.com/office/officeart/2018/2/layout/IconCircleList"/>
    <dgm:cxn modelId="{3434528B-CE88-421C-AAC3-B32953B6E1CD}" type="presParOf" srcId="{E8AFE635-16AB-491E-98EB-381E8F9676C3}" destId="{F3F98E6F-6E57-4F83-BD65-50DABC068C83}" srcOrd="2" destOrd="0" presId="urn:microsoft.com/office/officeart/2018/2/layout/IconCircleList"/>
    <dgm:cxn modelId="{059C5F94-6A9D-488C-823B-65545FF4CB2C}" type="presParOf" srcId="{F3F98E6F-6E57-4F83-BD65-50DABC068C83}" destId="{6C1B22A6-34AE-4350-8F0F-02845F7D8454}" srcOrd="0" destOrd="0" presId="urn:microsoft.com/office/officeart/2018/2/layout/IconCircleList"/>
    <dgm:cxn modelId="{E4E35448-36C2-47FF-B65F-280A074F4241}" type="presParOf" srcId="{F3F98E6F-6E57-4F83-BD65-50DABC068C83}" destId="{722D2206-35B2-4BFE-8B43-647260FE23BD}" srcOrd="1" destOrd="0" presId="urn:microsoft.com/office/officeart/2018/2/layout/IconCircleList"/>
    <dgm:cxn modelId="{53111CF7-6621-446D-B0DF-7FC08D390230}" type="presParOf" srcId="{F3F98E6F-6E57-4F83-BD65-50DABC068C83}" destId="{E7DF0FB3-DF4E-430A-B3A8-0ABADFED7070}" srcOrd="2" destOrd="0" presId="urn:microsoft.com/office/officeart/2018/2/layout/IconCircleList"/>
    <dgm:cxn modelId="{64D20AD5-BA58-4AF1-B53F-360173EF4A8E}" type="presParOf" srcId="{F3F98E6F-6E57-4F83-BD65-50DABC068C83}" destId="{4D24E79F-0F4C-48A4-986E-23C559C7F57D}" srcOrd="3" destOrd="0" presId="urn:microsoft.com/office/officeart/2018/2/layout/IconCircleList"/>
    <dgm:cxn modelId="{C64CECE2-E2CA-4186-9176-09623694D564}" type="presParOf" srcId="{E8AFE635-16AB-491E-98EB-381E8F9676C3}" destId="{A49CC049-A0D6-442E-BDD6-0F85CE52A6B9}" srcOrd="3" destOrd="0" presId="urn:microsoft.com/office/officeart/2018/2/layout/IconCircleList"/>
    <dgm:cxn modelId="{B8348678-845A-48F6-B433-299547CA9965}" type="presParOf" srcId="{E8AFE635-16AB-491E-98EB-381E8F9676C3}" destId="{D8368C9E-1CEE-4FF0-A6EF-0A610A6A6981}" srcOrd="4" destOrd="0" presId="urn:microsoft.com/office/officeart/2018/2/layout/IconCircleList"/>
    <dgm:cxn modelId="{3F401B6F-CBBE-49EE-AFAD-E41B4DC35744}" type="presParOf" srcId="{D8368C9E-1CEE-4FF0-A6EF-0A610A6A6981}" destId="{15995B6E-A1E6-441B-ADF6-41C40F0CD1E1}" srcOrd="0" destOrd="0" presId="urn:microsoft.com/office/officeart/2018/2/layout/IconCircleList"/>
    <dgm:cxn modelId="{F91B153A-9DAE-4A7E-90B4-F3A808EA7AD1}" type="presParOf" srcId="{D8368C9E-1CEE-4FF0-A6EF-0A610A6A6981}" destId="{AB57AD37-75F1-45D9-BAF5-00CBF9B9085A}" srcOrd="1" destOrd="0" presId="urn:microsoft.com/office/officeart/2018/2/layout/IconCircleList"/>
    <dgm:cxn modelId="{8560D92F-9FCD-470E-B836-50E790D3D6C4}" type="presParOf" srcId="{D8368C9E-1CEE-4FF0-A6EF-0A610A6A6981}" destId="{A11BB45B-67EF-4D53-866A-C2CC1356AD95}" srcOrd="2" destOrd="0" presId="urn:microsoft.com/office/officeart/2018/2/layout/IconCircleList"/>
    <dgm:cxn modelId="{9A65598B-461F-401C-B9AB-990472447112}" type="presParOf" srcId="{D8368C9E-1CEE-4FF0-A6EF-0A610A6A6981}" destId="{3B3D9096-7F55-4E9F-B4DE-276B0236C22B}" srcOrd="3" destOrd="0" presId="urn:microsoft.com/office/officeart/2018/2/layout/IconCircleList"/>
    <dgm:cxn modelId="{548C34FE-7F37-47AE-8217-BEC9F667E811}" type="presParOf" srcId="{E8AFE635-16AB-491E-98EB-381E8F9676C3}" destId="{75583872-AC62-437C-B66D-C6DB7C51F18D}" srcOrd="5" destOrd="0" presId="urn:microsoft.com/office/officeart/2018/2/layout/IconCircleList"/>
    <dgm:cxn modelId="{4488B33C-94F9-42F4-A6D9-6674AC19FD74}" type="presParOf" srcId="{E8AFE635-16AB-491E-98EB-381E8F9676C3}" destId="{A190BEEC-B6D3-4B35-96B6-2CE4AAC7947F}" srcOrd="6" destOrd="0" presId="urn:microsoft.com/office/officeart/2018/2/layout/IconCircleList"/>
    <dgm:cxn modelId="{1489EA4A-6B25-46FD-8A4A-AA0587BDC193}" type="presParOf" srcId="{A190BEEC-B6D3-4B35-96B6-2CE4AAC7947F}" destId="{77ABD583-D4DB-472C-A94D-B40C869AAA9F}" srcOrd="0" destOrd="0" presId="urn:microsoft.com/office/officeart/2018/2/layout/IconCircleList"/>
    <dgm:cxn modelId="{148263A6-DE3D-4A4F-B9CE-EC0B0AD840E8}" type="presParOf" srcId="{A190BEEC-B6D3-4B35-96B6-2CE4AAC7947F}" destId="{DE22718A-5DAB-4098-8783-8E628812C7A9}" srcOrd="1" destOrd="0" presId="urn:microsoft.com/office/officeart/2018/2/layout/IconCircleList"/>
    <dgm:cxn modelId="{19C21B01-6ABC-4F6B-823C-7E632A58A38A}" type="presParOf" srcId="{A190BEEC-B6D3-4B35-96B6-2CE4AAC7947F}" destId="{25C0E3DE-5F4B-48B4-BBFE-BE0344FB1D64}" srcOrd="2" destOrd="0" presId="urn:microsoft.com/office/officeart/2018/2/layout/IconCircleList"/>
    <dgm:cxn modelId="{0920ADBA-3412-4FDE-AC05-954591B0DDE2}" type="presParOf" srcId="{A190BEEC-B6D3-4B35-96B6-2CE4AAC7947F}" destId="{008394E6-238E-4159-8C20-E37C69B1FCDB}" srcOrd="3" destOrd="0" presId="urn:microsoft.com/office/officeart/2018/2/layout/IconCircleList"/>
    <dgm:cxn modelId="{651EC7CC-64CD-4249-875B-F9B7DF9F8E2C}" type="presParOf" srcId="{E8AFE635-16AB-491E-98EB-381E8F9676C3}" destId="{5E05E47B-F022-45E0-9CD4-BDEF9F5056DD}" srcOrd="7" destOrd="0" presId="urn:microsoft.com/office/officeart/2018/2/layout/IconCircleList"/>
    <dgm:cxn modelId="{6138AC53-42A1-496A-86DC-9DCA23F13850}" type="presParOf" srcId="{E8AFE635-16AB-491E-98EB-381E8F9676C3}" destId="{9C0966DE-6949-4644-8D08-24F87DB29412}" srcOrd="8" destOrd="0" presId="urn:microsoft.com/office/officeart/2018/2/layout/IconCircleList"/>
    <dgm:cxn modelId="{536EEB8D-0234-43E2-8716-77499CB4509D}" type="presParOf" srcId="{9C0966DE-6949-4644-8D08-24F87DB29412}" destId="{3E41A38E-84DE-47B3-846F-3AC14DB6111A}" srcOrd="0" destOrd="0" presId="urn:microsoft.com/office/officeart/2018/2/layout/IconCircleList"/>
    <dgm:cxn modelId="{1B9FBE50-E726-4928-B8B0-A7C510E35112}" type="presParOf" srcId="{9C0966DE-6949-4644-8D08-24F87DB29412}" destId="{42F830C8-F909-47A1-8FFC-80122E79F6BC}" srcOrd="1" destOrd="0" presId="urn:microsoft.com/office/officeart/2018/2/layout/IconCircleList"/>
    <dgm:cxn modelId="{CA04B6D1-A765-492B-BF86-5EC6B5A1E3E2}" type="presParOf" srcId="{9C0966DE-6949-4644-8D08-24F87DB29412}" destId="{E0348412-8FBD-435E-BDB8-386FAF300D83}" srcOrd="2" destOrd="0" presId="urn:microsoft.com/office/officeart/2018/2/layout/IconCircleList"/>
    <dgm:cxn modelId="{CC3490BA-F809-49AE-8023-117F7A40F96C}" type="presParOf" srcId="{9C0966DE-6949-4644-8D08-24F87DB29412}" destId="{C62E3873-AA17-49B3-A74A-47C85F83641C}" srcOrd="3" destOrd="0" presId="urn:microsoft.com/office/officeart/2018/2/layout/IconCircleList"/>
    <dgm:cxn modelId="{BC308F55-190C-4C74-92F7-66D4B055DAF4}" type="presParOf" srcId="{E8AFE635-16AB-491E-98EB-381E8F9676C3}" destId="{6B432FCF-384A-42E4-8BB9-9F80C9380BA1}" srcOrd="9" destOrd="0" presId="urn:microsoft.com/office/officeart/2018/2/layout/IconCircleList"/>
    <dgm:cxn modelId="{2DD84E21-34C0-45F6-9D99-192C67790142}" type="presParOf" srcId="{E8AFE635-16AB-491E-98EB-381E8F9676C3}" destId="{85F5DCF9-E6C4-4557-97E2-075AC09317EA}" srcOrd="10" destOrd="0" presId="urn:microsoft.com/office/officeart/2018/2/layout/IconCircleList"/>
    <dgm:cxn modelId="{FFBC5D1D-528C-4CA6-AC6E-EDBE324D4FEF}" type="presParOf" srcId="{85F5DCF9-E6C4-4557-97E2-075AC09317EA}" destId="{6479B15F-6055-4B0C-BCBB-F65D1593AC4D}" srcOrd="0" destOrd="0" presId="urn:microsoft.com/office/officeart/2018/2/layout/IconCircleList"/>
    <dgm:cxn modelId="{0D7F2C6D-1C8D-4C8E-9BD1-6BA264FAC805}" type="presParOf" srcId="{85F5DCF9-E6C4-4557-97E2-075AC09317EA}" destId="{12572459-46E5-48CA-BE65-769AAD907464}" srcOrd="1" destOrd="0" presId="urn:microsoft.com/office/officeart/2018/2/layout/IconCircleList"/>
    <dgm:cxn modelId="{A59B5927-F75A-4F98-9BF6-321E1B0B9AA5}" type="presParOf" srcId="{85F5DCF9-E6C4-4557-97E2-075AC09317EA}" destId="{AE575A7A-52C9-4B68-9DD2-8F364C63D12D}" srcOrd="2" destOrd="0" presId="urn:microsoft.com/office/officeart/2018/2/layout/IconCircleList"/>
    <dgm:cxn modelId="{C5304603-6D63-4D83-8A78-091A84CC2CA8}" type="presParOf" srcId="{85F5DCF9-E6C4-4557-97E2-075AC09317EA}" destId="{BBAEF829-3A13-4E26-91AC-C645FE6B0A9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8FF336-CA29-4159-B42B-BA77B2D687E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F2BFF3F-A585-4A7D-9EAA-94922A4CD0BA}">
      <dgm:prSet/>
      <dgm:spPr/>
      <dgm:t>
        <a:bodyPr/>
        <a:lstStyle/>
        <a:p>
          <a:pPr>
            <a:defRPr cap="all"/>
          </a:pPr>
          <a:r>
            <a:rPr lang="en-US"/>
            <a:t>Lead form on Website</a:t>
          </a:r>
        </a:p>
      </dgm:t>
    </dgm:pt>
    <dgm:pt modelId="{EA1CB512-39AB-43DB-82F0-9FC637B0BC1C}" type="parTrans" cxnId="{C7F543ED-D985-4C9B-BCFC-34703D4B83CB}">
      <dgm:prSet/>
      <dgm:spPr/>
      <dgm:t>
        <a:bodyPr/>
        <a:lstStyle/>
        <a:p>
          <a:endParaRPr lang="en-US"/>
        </a:p>
      </dgm:t>
    </dgm:pt>
    <dgm:pt modelId="{9F3D201E-C98B-4931-9C7F-A367EF0B8E7C}" type="sibTrans" cxnId="{C7F543ED-D985-4C9B-BCFC-34703D4B83CB}">
      <dgm:prSet/>
      <dgm:spPr/>
      <dgm:t>
        <a:bodyPr/>
        <a:lstStyle/>
        <a:p>
          <a:endParaRPr lang="en-US"/>
        </a:p>
      </dgm:t>
    </dgm:pt>
    <dgm:pt modelId="{20424921-3368-4EDF-8985-DF429DBFB213}">
      <dgm:prSet/>
      <dgm:spPr/>
      <dgm:t>
        <a:bodyPr/>
        <a:lstStyle/>
        <a:p>
          <a:pPr>
            <a:defRPr cap="all"/>
          </a:pPr>
          <a:r>
            <a:rPr lang="en-US"/>
            <a:t>Form in your signature</a:t>
          </a:r>
        </a:p>
      </dgm:t>
    </dgm:pt>
    <dgm:pt modelId="{6DE34B5B-BDE8-48D3-AE58-29AAFA8B43B8}" type="parTrans" cxnId="{6166A2A0-A6DA-45CE-A406-2E5986F711D5}">
      <dgm:prSet/>
      <dgm:spPr/>
      <dgm:t>
        <a:bodyPr/>
        <a:lstStyle/>
        <a:p>
          <a:endParaRPr lang="en-US"/>
        </a:p>
      </dgm:t>
    </dgm:pt>
    <dgm:pt modelId="{5243522E-70B0-4E78-A308-8E7983D7019B}" type="sibTrans" cxnId="{6166A2A0-A6DA-45CE-A406-2E5986F711D5}">
      <dgm:prSet/>
      <dgm:spPr/>
      <dgm:t>
        <a:bodyPr/>
        <a:lstStyle/>
        <a:p>
          <a:endParaRPr lang="en-US"/>
        </a:p>
      </dgm:t>
    </dgm:pt>
    <dgm:pt modelId="{0A955A9A-88A7-47F5-804D-7DAA40F2CA15}">
      <dgm:prSet/>
      <dgm:spPr/>
      <dgm:t>
        <a:bodyPr/>
        <a:lstStyle/>
        <a:p>
          <a:pPr>
            <a:defRPr cap="all"/>
          </a:pPr>
          <a:r>
            <a:rPr lang="en-US"/>
            <a:t>Form on your Social Media  page</a:t>
          </a:r>
        </a:p>
      </dgm:t>
    </dgm:pt>
    <dgm:pt modelId="{B6BA60DF-FBE8-425D-BA81-65FC99DDBAD9}" type="parTrans" cxnId="{7B916911-BD89-4F3C-924E-81027722A7FF}">
      <dgm:prSet/>
      <dgm:spPr/>
      <dgm:t>
        <a:bodyPr/>
        <a:lstStyle/>
        <a:p>
          <a:endParaRPr lang="en-US"/>
        </a:p>
      </dgm:t>
    </dgm:pt>
    <dgm:pt modelId="{1F106E32-AF30-46B5-8B59-C730950ECC34}" type="sibTrans" cxnId="{7B916911-BD89-4F3C-924E-81027722A7FF}">
      <dgm:prSet/>
      <dgm:spPr/>
      <dgm:t>
        <a:bodyPr/>
        <a:lstStyle/>
        <a:p>
          <a:endParaRPr lang="en-US"/>
        </a:p>
      </dgm:t>
    </dgm:pt>
    <dgm:pt modelId="{39B0C4EB-99F9-4F98-9782-CFECD3B91A3F}">
      <dgm:prSet/>
      <dgm:spPr/>
      <dgm:t>
        <a:bodyPr/>
        <a:lstStyle/>
        <a:p>
          <a:pPr>
            <a:defRPr cap="all"/>
          </a:pPr>
          <a:r>
            <a:rPr lang="en-US"/>
            <a:t>Lead Magnets</a:t>
          </a:r>
        </a:p>
      </dgm:t>
    </dgm:pt>
    <dgm:pt modelId="{E4B2F9A5-04B7-4C3E-9F94-84BBA32D8DC1}" type="parTrans" cxnId="{2C3BCD45-B792-44AB-A75C-7D8085946343}">
      <dgm:prSet/>
      <dgm:spPr/>
      <dgm:t>
        <a:bodyPr/>
        <a:lstStyle/>
        <a:p>
          <a:endParaRPr lang="en-US"/>
        </a:p>
      </dgm:t>
    </dgm:pt>
    <dgm:pt modelId="{3CC2BD5F-FA41-4A4D-8CF8-0FB381760A8C}" type="sibTrans" cxnId="{2C3BCD45-B792-44AB-A75C-7D8085946343}">
      <dgm:prSet/>
      <dgm:spPr/>
      <dgm:t>
        <a:bodyPr/>
        <a:lstStyle/>
        <a:p>
          <a:endParaRPr lang="en-US"/>
        </a:p>
      </dgm:t>
    </dgm:pt>
    <dgm:pt modelId="{474DF40C-E4F1-482F-97BA-A6876D191B50}">
      <dgm:prSet/>
      <dgm:spPr/>
      <dgm:t>
        <a:bodyPr/>
        <a:lstStyle/>
        <a:p>
          <a:pPr>
            <a:defRPr cap="all"/>
          </a:pPr>
          <a:r>
            <a:rPr lang="en-US"/>
            <a:t>Facebook Ads</a:t>
          </a:r>
        </a:p>
      </dgm:t>
    </dgm:pt>
    <dgm:pt modelId="{67DBC3D6-9C8D-4221-BF22-E9E4387F3DB9}" type="parTrans" cxnId="{41EE20EC-2A41-450C-8CEA-9D4F50653F9D}">
      <dgm:prSet/>
      <dgm:spPr/>
      <dgm:t>
        <a:bodyPr/>
        <a:lstStyle/>
        <a:p>
          <a:endParaRPr lang="en-US"/>
        </a:p>
      </dgm:t>
    </dgm:pt>
    <dgm:pt modelId="{94CF285C-C42A-4775-8624-77CF7BC93211}" type="sibTrans" cxnId="{41EE20EC-2A41-450C-8CEA-9D4F50653F9D}">
      <dgm:prSet/>
      <dgm:spPr/>
      <dgm:t>
        <a:bodyPr/>
        <a:lstStyle/>
        <a:p>
          <a:endParaRPr lang="en-US"/>
        </a:p>
      </dgm:t>
    </dgm:pt>
    <dgm:pt modelId="{B67CA87D-91E4-43A8-897C-BA75ADF3DD5C}" type="pres">
      <dgm:prSet presAssocID="{9A8FF336-CA29-4159-B42B-BA77B2D687E0}" presName="root" presStyleCnt="0">
        <dgm:presLayoutVars>
          <dgm:dir/>
          <dgm:resizeHandles val="exact"/>
        </dgm:presLayoutVars>
      </dgm:prSet>
      <dgm:spPr/>
    </dgm:pt>
    <dgm:pt modelId="{608B2850-4223-4E35-8800-ED3AD53AD5EB}" type="pres">
      <dgm:prSet presAssocID="{1F2BFF3F-A585-4A7D-9EAA-94922A4CD0BA}" presName="compNode" presStyleCnt="0"/>
      <dgm:spPr/>
    </dgm:pt>
    <dgm:pt modelId="{7733AA1D-9D1C-4858-9C5A-E6DA448AB382}" type="pres">
      <dgm:prSet presAssocID="{1F2BFF3F-A585-4A7D-9EAA-94922A4CD0BA}" presName="iconBgRect" presStyleLbl="bgShp" presStyleIdx="0" presStyleCnt="5"/>
      <dgm:spPr/>
    </dgm:pt>
    <dgm:pt modelId="{064241CF-1383-43B5-B16D-2A1176E3A366}" type="pres">
      <dgm:prSet presAssocID="{1F2BFF3F-A585-4A7D-9EAA-94922A4CD0B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C751F31-E501-44EE-838F-AA10936CD2CB}" type="pres">
      <dgm:prSet presAssocID="{1F2BFF3F-A585-4A7D-9EAA-94922A4CD0BA}" presName="spaceRect" presStyleCnt="0"/>
      <dgm:spPr/>
    </dgm:pt>
    <dgm:pt modelId="{6A993406-2354-4A96-B3FA-9043FC10E113}" type="pres">
      <dgm:prSet presAssocID="{1F2BFF3F-A585-4A7D-9EAA-94922A4CD0BA}" presName="textRect" presStyleLbl="revTx" presStyleIdx="0" presStyleCnt="5">
        <dgm:presLayoutVars>
          <dgm:chMax val="1"/>
          <dgm:chPref val="1"/>
        </dgm:presLayoutVars>
      </dgm:prSet>
      <dgm:spPr/>
    </dgm:pt>
    <dgm:pt modelId="{C58CEEC5-5382-4388-80F4-0F35B0566CC7}" type="pres">
      <dgm:prSet presAssocID="{9F3D201E-C98B-4931-9C7F-A367EF0B8E7C}" presName="sibTrans" presStyleCnt="0"/>
      <dgm:spPr/>
    </dgm:pt>
    <dgm:pt modelId="{84287A75-BA83-4B64-BFAC-37ABD97CDCC2}" type="pres">
      <dgm:prSet presAssocID="{20424921-3368-4EDF-8985-DF429DBFB213}" presName="compNode" presStyleCnt="0"/>
      <dgm:spPr/>
    </dgm:pt>
    <dgm:pt modelId="{98BC8455-54C9-444A-9656-286C20850D71}" type="pres">
      <dgm:prSet presAssocID="{20424921-3368-4EDF-8985-DF429DBFB213}" presName="iconBgRect" presStyleLbl="bgShp" presStyleIdx="1" presStyleCnt="5"/>
      <dgm:spPr/>
    </dgm:pt>
    <dgm:pt modelId="{789AA289-33F2-464B-893A-6410640C8250}" type="pres">
      <dgm:prSet presAssocID="{20424921-3368-4EDF-8985-DF429DBFB21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6788865-D93E-4E6B-BC5F-1D529C51CADC}" type="pres">
      <dgm:prSet presAssocID="{20424921-3368-4EDF-8985-DF429DBFB213}" presName="spaceRect" presStyleCnt="0"/>
      <dgm:spPr/>
    </dgm:pt>
    <dgm:pt modelId="{2FDA402D-33DF-4DFA-B343-585331F1927F}" type="pres">
      <dgm:prSet presAssocID="{20424921-3368-4EDF-8985-DF429DBFB213}" presName="textRect" presStyleLbl="revTx" presStyleIdx="1" presStyleCnt="5">
        <dgm:presLayoutVars>
          <dgm:chMax val="1"/>
          <dgm:chPref val="1"/>
        </dgm:presLayoutVars>
      </dgm:prSet>
      <dgm:spPr/>
    </dgm:pt>
    <dgm:pt modelId="{4C0A4949-9158-4F2D-9073-746434D04598}" type="pres">
      <dgm:prSet presAssocID="{5243522E-70B0-4E78-A308-8E7983D7019B}" presName="sibTrans" presStyleCnt="0"/>
      <dgm:spPr/>
    </dgm:pt>
    <dgm:pt modelId="{4A86972D-652A-46BC-8EF8-7D71AEDECECA}" type="pres">
      <dgm:prSet presAssocID="{0A955A9A-88A7-47F5-804D-7DAA40F2CA15}" presName="compNode" presStyleCnt="0"/>
      <dgm:spPr/>
    </dgm:pt>
    <dgm:pt modelId="{7F7F12D9-BBA3-40CA-96B1-5AAA04379B20}" type="pres">
      <dgm:prSet presAssocID="{0A955A9A-88A7-47F5-804D-7DAA40F2CA15}" presName="iconBgRect" presStyleLbl="bgShp" presStyleIdx="2" presStyleCnt="5"/>
      <dgm:spPr/>
    </dgm:pt>
    <dgm:pt modelId="{0661979F-B5B4-47B5-A0D2-69E2C851D544}" type="pres">
      <dgm:prSet presAssocID="{0A955A9A-88A7-47F5-804D-7DAA40F2CA1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A7EA51B-7F1B-4140-B269-D6749015FB20}" type="pres">
      <dgm:prSet presAssocID="{0A955A9A-88A7-47F5-804D-7DAA40F2CA15}" presName="spaceRect" presStyleCnt="0"/>
      <dgm:spPr/>
    </dgm:pt>
    <dgm:pt modelId="{AC646101-AFF0-4230-9088-48A23B7EB017}" type="pres">
      <dgm:prSet presAssocID="{0A955A9A-88A7-47F5-804D-7DAA40F2CA15}" presName="textRect" presStyleLbl="revTx" presStyleIdx="2" presStyleCnt="5">
        <dgm:presLayoutVars>
          <dgm:chMax val="1"/>
          <dgm:chPref val="1"/>
        </dgm:presLayoutVars>
      </dgm:prSet>
      <dgm:spPr/>
    </dgm:pt>
    <dgm:pt modelId="{CAC14289-8613-4AA4-9994-AA6B17BAE44A}" type="pres">
      <dgm:prSet presAssocID="{1F106E32-AF30-46B5-8B59-C730950ECC34}" presName="sibTrans" presStyleCnt="0"/>
      <dgm:spPr/>
    </dgm:pt>
    <dgm:pt modelId="{3C0282A9-D2D7-4250-99DF-6E1A43567BAA}" type="pres">
      <dgm:prSet presAssocID="{39B0C4EB-99F9-4F98-9782-CFECD3B91A3F}" presName="compNode" presStyleCnt="0"/>
      <dgm:spPr/>
    </dgm:pt>
    <dgm:pt modelId="{7A9E27CC-7FB5-40FD-B730-BE615C4FB9A4}" type="pres">
      <dgm:prSet presAssocID="{39B0C4EB-99F9-4F98-9782-CFECD3B91A3F}" presName="iconBgRect" presStyleLbl="bgShp" presStyleIdx="3" presStyleCnt="5"/>
      <dgm:spPr/>
    </dgm:pt>
    <dgm:pt modelId="{DDEC92A9-BF0D-4F51-AC73-ABDFA2CB628C}" type="pres">
      <dgm:prSet presAssocID="{39B0C4EB-99F9-4F98-9782-CFECD3B91A3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9460F6F8-C674-42BE-B805-3B7AB00FC2C9}" type="pres">
      <dgm:prSet presAssocID="{39B0C4EB-99F9-4F98-9782-CFECD3B91A3F}" presName="spaceRect" presStyleCnt="0"/>
      <dgm:spPr/>
    </dgm:pt>
    <dgm:pt modelId="{AB87957C-BF7B-4B69-8E67-A949320E83A6}" type="pres">
      <dgm:prSet presAssocID="{39B0C4EB-99F9-4F98-9782-CFECD3B91A3F}" presName="textRect" presStyleLbl="revTx" presStyleIdx="3" presStyleCnt="5">
        <dgm:presLayoutVars>
          <dgm:chMax val="1"/>
          <dgm:chPref val="1"/>
        </dgm:presLayoutVars>
      </dgm:prSet>
      <dgm:spPr/>
    </dgm:pt>
    <dgm:pt modelId="{D7673432-F99F-4E14-A97D-5B2BB5BABF80}" type="pres">
      <dgm:prSet presAssocID="{3CC2BD5F-FA41-4A4D-8CF8-0FB381760A8C}" presName="sibTrans" presStyleCnt="0"/>
      <dgm:spPr/>
    </dgm:pt>
    <dgm:pt modelId="{CFBAA6C0-BE6C-43E8-A342-0052A7630BB8}" type="pres">
      <dgm:prSet presAssocID="{474DF40C-E4F1-482F-97BA-A6876D191B50}" presName="compNode" presStyleCnt="0"/>
      <dgm:spPr/>
    </dgm:pt>
    <dgm:pt modelId="{8CD6D161-E5FA-4B70-B348-2F31722A3490}" type="pres">
      <dgm:prSet presAssocID="{474DF40C-E4F1-482F-97BA-A6876D191B50}" presName="iconBgRect" presStyleLbl="bgShp" presStyleIdx="4" presStyleCnt="5"/>
      <dgm:spPr/>
    </dgm:pt>
    <dgm:pt modelId="{E7913839-CE6D-40FF-9084-4C5CB1977F74}" type="pres">
      <dgm:prSet presAssocID="{474DF40C-E4F1-482F-97BA-A6876D191B5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2089D0EE-9977-40AB-872E-DEFF82FFA410}" type="pres">
      <dgm:prSet presAssocID="{474DF40C-E4F1-482F-97BA-A6876D191B50}" presName="spaceRect" presStyleCnt="0"/>
      <dgm:spPr/>
    </dgm:pt>
    <dgm:pt modelId="{4F90D27A-6471-4560-94AA-5FCA097B2EF0}" type="pres">
      <dgm:prSet presAssocID="{474DF40C-E4F1-482F-97BA-A6876D191B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916911-BD89-4F3C-924E-81027722A7FF}" srcId="{9A8FF336-CA29-4159-B42B-BA77B2D687E0}" destId="{0A955A9A-88A7-47F5-804D-7DAA40F2CA15}" srcOrd="2" destOrd="0" parTransId="{B6BA60DF-FBE8-425D-BA81-65FC99DDBAD9}" sibTransId="{1F106E32-AF30-46B5-8B59-C730950ECC34}"/>
    <dgm:cxn modelId="{4276C041-44F6-4F0A-8FD9-6D4B2DA4ED0F}" type="presOf" srcId="{474DF40C-E4F1-482F-97BA-A6876D191B50}" destId="{4F90D27A-6471-4560-94AA-5FCA097B2EF0}" srcOrd="0" destOrd="0" presId="urn:microsoft.com/office/officeart/2018/5/layout/IconCircleLabelList"/>
    <dgm:cxn modelId="{B4174562-5C7E-4C44-957E-8596BB7A0F8B}" type="presOf" srcId="{1F2BFF3F-A585-4A7D-9EAA-94922A4CD0BA}" destId="{6A993406-2354-4A96-B3FA-9043FC10E113}" srcOrd="0" destOrd="0" presId="urn:microsoft.com/office/officeart/2018/5/layout/IconCircleLabelList"/>
    <dgm:cxn modelId="{670A9944-7C0E-42FC-A871-CE7A2CC4A2D3}" type="presOf" srcId="{20424921-3368-4EDF-8985-DF429DBFB213}" destId="{2FDA402D-33DF-4DFA-B343-585331F1927F}" srcOrd="0" destOrd="0" presId="urn:microsoft.com/office/officeart/2018/5/layout/IconCircleLabelList"/>
    <dgm:cxn modelId="{2C3BCD45-B792-44AB-A75C-7D8085946343}" srcId="{9A8FF336-CA29-4159-B42B-BA77B2D687E0}" destId="{39B0C4EB-99F9-4F98-9782-CFECD3B91A3F}" srcOrd="3" destOrd="0" parTransId="{E4B2F9A5-04B7-4C3E-9F94-84BBA32D8DC1}" sibTransId="{3CC2BD5F-FA41-4A4D-8CF8-0FB381760A8C}"/>
    <dgm:cxn modelId="{D8632F68-E2CD-4E08-B1F6-43E1AE6063D4}" type="presOf" srcId="{0A955A9A-88A7-47F5-804D-7DAA40F2CA15}" destId="{AC646101-AFF0-4230-9088-48A23B7EB017}" srcOrd="0" destOrd="0" presId="urn:microsoft.com/office/officeart/2018/5/layout/IconCircleLabelList"/>
    <dgm:cxn modelId="{A7FCDA88-75CE-4F6C-8212-5C93D092F1F3}" type="presOf" srcId="{39B0C4EB-99F9-4F98-9782-CFECD3B91A3F}" destId="{AB87957C-BF7B-4B69-8E67-A949320E83A6}" srcOrd="0" destOrd="0" presId="urn:microsoft.com/office/officeart/2018/5/layout/IconCircleLabelList"/>
    <dgm:cxn modelId="{6166A2A0-A6DA-45CE-A406-2E5986F711D5}" srcId="{9A8FF336-CA29-4159-B42B-BA77B2D687E0}" destId="{20424921-3368-4EDF-8985-DF429DBFB213}" srcOrd="1" destOrd="0" parTransId="{6DE34B5B-BDE8-48D3-AE58-29AAFA8B43B8}" sibTransId="{5243522E-70B0-4E78-A308-8E7983D7019B}"/>
    <dgm:cxn modelId="{5EBEA2E5-E51E-479C-AE34-362CE1631927}" type="presOf" srcId="{9A8FF336-CA29-4159-B42B-BA77B2D687E0}" destId="{B67CA87D-91E4-43A8-897C-BA75ADF3DD5C}" srcOrd="0" destOrd="0" presId="urn:microsoft.com/office/officeart/2018/5/layout/IconCircleLabelList"/>
    <dgm:cxn modelId="{41EE20EC-2A41-450C-8CEA-9D4F50653F9D}" srcId="{9A8FF336-CA29-4159-B42B-BA77B2D687E0}" destId="{474DF40C-E4F1-482F-97BA-A6876D191B50}" srcOrd="4" destOrd="0" parTransId="{67DBC3D6-9C8D-4221-BF22-E9E4387F3DB9}" sibTransId="{94CF285C-C42A-4775-8624-77CF7BC93211}"/>
    <dgm:cxn modelId="{C7F543ED-D985-4C9B-BCFC-34703D4B83CB}" srcId="{9A8FF336-CA29-4159-B42B-BA77B2D687E0}" destId="{1F2BFF3F-A585-4A7D-9EAA-94922A4CD0BA}" srcOrd="0" destOrd="0" parTransId="{EA1CB512-39AB-43DB-82F0-9FC637B0BC1C}" sibTransId="{9F3D201E-C98B-4931-9C7F-A367EF0B8E7C}"/>
    <dgm:cxn modelId="{6BEC7D96-F4D1-4DEE-97CA-56D28BEA8CE6}" type="presParOf" srcId="{B67CA87D-91E4-43A8-897C-BA75ADF3DD5C}" destId="{608B2850-4223-4E35-8800-ED3AD53AD5EB}" srcOrd="0" destOrd="0" presId="urn:microsoft.com/office/officeart/2018/5/layout/IconCircleLabelList"/>
    <dgm:cxn modelId="{260F3959-59D0-4857-B1BA-E6BD65A2757B}" type="presParOf" srcId="{608B2850-4223-4E35-8800-ED3AD53AD5EB}" destId="{7733AA1D-9D1C-4858-9C5A-E6DA448AB382}" srcOrd="0" destOrd="0" presId="urn:microsoft.com/office/officeart/2018/5/layout/IconCircleLabelList"/>
    <dgm:cxn modelId="{4908F352-9D54-41CE-B7AD-956B32578A54}" type="presParOf" srcId="{608B2850-4223-4E35-8800-ED3AD53AD5EB}" destId="{064241CF-1383-43B5-B16D-2A1176E3A366}" srcOrd="1" destOrd="0" presId="urn:microsoft.com/office/officeart/2018/5/layout/IconCircleLabelList"/>
    <dgm:cxn modelId="{DD1A6787-B36F-480C-9DF9-D42A7E889C2C}" type="presParOf" srcId="{608B2850-4223-4E35-8800-ED3AD53AD5EB}" destId="{AC751F31-E501-44EE-838F-AA10936CD2CB}" srcOrd="2" destOrd="0" presId="urn:microsoft.com/office/officeart/2018/5/layout/IconCircleLabelList"/>
    <dgm:cxn modelId="{4AEF401C-D744-4389-A9A8-CA7A7CDA34ED}" type="presParOf" srcId="{608B2850-4223-4E35-8800-ED3AD53AD5EB}" destId="{6A993406-2354-4A96-B3FA-9043FC10E113}" srcOrd="3" destOrd="0" presId="urn:microsoft.com/office/officeart/2018/5/layout/IconCircleLabelList"/>
    <dgm:cxn modelId="{7EECC601-EC28-48E3-BE51-12A7C035FFDD}" type="presParOf" srcId="{B67CA87D-91E4-43A8-897C-BA75ADF3DD5C}" destId="{C58CEEC5-5382-4388-80F4-0F35B0566CC7}" srcOrd="1" destOrd="0" presId="urn:microsoft.com/office/officeart/2018/5/layout/IconCircleLabelList"/>
    <dgm:cxn modelId="{9B791C72-41A5-475B-8355-359964BEBDB7}" type="presParOf" srcId="{B67CA87D-91E4-43A8-897C-BA75ADF3DD5C}" destId="{84287A75-BA83-4B64-BFAC-37ABD97CDCC2}" srcOrd="2" destOrd="0" presId="urn:microsoft.com/office/officeart/2018/5/layout/IconCircleLabelList"/>
    <dgm:cxn modelId="{1B858B35-E496-4ADE-A4D3-B649E06F1F94}" type="presParOf" srcId="{84287A75-BA83-4B64-BFAC-37ABD97CDCC2}" destId="{98BC8455-54C9-444A-9656-286C20850D71}" srcOrd="0" destOrd="0" presId="urn:microsoft.com/office/officeart/2018/5/layout/IconCircleLabelList"/>
    <dgm:cxn modelId="{AD815688-6A7B-4D42-8071-B5BB193D095B}" type="presParOf" srcId="{84287A75-BA83-4B64-BFAC-37ABD97CDCC2}" destId="{789AA289-33F2-464B-893A-6410640C8250}" srcOrd="1" destOrd="0" presId="urn:microsoft.com/office/officeart/2018/5/layout/IconCircleLabelList"/>
    <dgm:cxn modelId="{CC31CDA0-A760-451B-BA07-8D22C7D9FED8}" type="presParOf" srcId="{84287A75-BA83-4B64-BFAC-37ABD97CDCC2}" destId="{16788865-D93E-4E6B-BC5F-1D529C51CADC}" srcOrd="2" destOrd="0" presId="urn:microsoft.com/office/officeart/2018/5/layout/IconCircleLabelList"/>
    <dgm:cxn modelId="{B6FF9BE0-D555-4875-9A2B-D6E122D37E4F}" type="presParOf" srcId="{84287A75-BA83-4B64-BFAC-37ABD97CDCC2}" destId="{2FDA402D-33DF-4DFA-B343-585331F1927F}" srcOrd="3" destOrd="0" presId="urn:microsoft.com/office/officeart/2018/5/layout/IconCircleLabelList"/>
    <dgm:cxn modelId="{DC2C3DE6-919F-459C-A3A7-6A28D0EFB95F}" type="presParOf" srcId="{B67CA87D-91E4-43A8-897C-BA75ADF3DD5C}" destId="{4C0A4949-9158-4F2D-9073-746434D04598}" srcOrd="3" destOrd="0" presId="urn:microsoft.com/office/officeart/2018/5/layout/IconCircleLabelList"/>
    <dgm:cxn modelId="{3BC0286B-6BF1-4640-AE49-A73799CC0A89}" type="presParOf" srcId="{B67CA87D-91E4-43A8-897C-BA75ADF3DD5C}" destId="{4A86972D-652A-46BC-8EF8-7D71AEDECECA}" srcOrd="4" destOrd="0" presId="urn:microsoft.com/office/officeart/2018/5/layout/IconCircleLabelList"/>
    <dgm:cxn modelId="{7B4A85BD-31DF-4618-973D-537BBD51882A}" type="presParOf" srcId="{4A86972D-652A-46BC-8EF8-7D71AEDECECA}" destId="{7F7F12D9-BBA3-40CA-96B1-5AAA04379B20}" srcOrd="0" destOrd="0" presId="urn:microsoft.com/office/officeart/2018/5/layout/IconCircleLabelList"/>
    <dgm:cxn modelId="{5F04A319-EC49-4E3D-8F84-819CECE4B67F}" type="presParOf" srcId="{4A86972D-652A-46BC-8EF8-7D71AEDECECA}" destId="{0661979F-B5B4-47B5-A0D2-69E2C851D544}" srcOrd="1" destOrd="0" presId="urn:microsoft.com/office/officeart/2018/5/layout/IconCircleLabelList"/>
    <dgm:cxn modelId="{2836A839-C024-47C6-9DC9-4CACA5DAC7C1}" type="presParOf" srcId="{4A86972D-652A-46BC-8EF8-7D71AEDECECA}" destId="{9A7EA51B-7F1B-4140-B269-D6749015FB20}" srcOrd="2" destOrd="0" presId="urn:microsoft.com/office/officeart/2018/5/layout/IconCircleLabelList"/>
    <dgm:cxn modelId="{A693E977-07E2-4C53-97F0-363D67208E0B}" type="presParOf" srcId="{4A86972D-652A-46BC-8EF8-7D71AEDECECA}" destId="{AC646101-AFF0-4230-9088-48A23B7EB017}" srcOrd="3" destOrd="0" presId="urn:microsoft.com/office/officeart/2018/5/layout/IconCircleLabelList"/>
    <dgm:cxn modelId="{E0B7356D-36A4-4D4F-B0C0-13BCA337AD53}" type="presParOf" srcId="{B67CA87D-91E4-43A8-897C-BA75ADF3DD5C}" destId="{CAC14289-8613-4AA4-9994-AA6B17BAE44A}" srcOrd="5" destOrd="0" presId="urn:microsoft.com/office/officeart/2018/5/layout/IconCircleLabelList"/>
    <dgm:cxn modelId="{0B30225F-BA0E-4591-B4EC-6972E2B52499}" type="presParOf" srcId="{B67CA87D-91E4-43A8-897C-BA75ADF3DD5C}" destId="{3C0282A9-D2D7-4250-99DF-6E1A43567BAA}" srcOrd="6" destOrd="0" presId="urn:microsoft.com/office/officeart/2018/5/layout/IconCircleLabelList"/>
    <dgm:cxn modelId="{EBD1583C-F9A9-409C-BE5B-E321DF66C939}" type="presParOf" srcId="{3C0282A9-D2D7-4250-99DF-6E1A43567BAA}" destId="{7A9E27CC-7FB5-40FD-B730-BE615C4FB9A4}" srcOrd="0" destOrd="0" presId="urn:microsoft.com/office/officeart/2018/5/layout/IconCircleLabelList"/>
    <dgm:cxn modelId="{3780BEB9-A49F-40C0-B73F-110935820E40}" type="presParOf" srcId="{3C0282A9-D2D7-4250-99DF-6E1A43567BAA}" destId="{DDEC92A9-BF0D-4F51-AC73-ABDFA2CB628C}" srcOrd="1" destOrd="0" presId="urn:microsoft.com/office/officeart/2018/5/layout/IconCircleLabelList"/>
    <dgm:cxn modelId="{CE76D3ED-AF33-4F82-A522-B0050B9F8C35}" type="presParOf" srcId="{3C0282A9-D2D7-4250-99DF-6E1A43567BAA}" destId="{9460F6F8-C674-42BE-B805-3B7AB00FC2C9}" srcOrd="2" destOrd="0" presId="urn:microsoft.com/office/officeart/2018/5/layout/IconCircleLabelList"/>
    <dgm:cxn modelId="{D014F32D-9C43-4BB5-901F-F31767F5AD3B}" type="presParOf" srcId="{3C0282A9-D2D7-4250-99DF-6E1A43567BAA}" destId="{AB87957C-BF7B-4B69-8E67-A949320E83A6}" srcOrd="3" destOrd="0" presId="urn:microsoft.com/office/officeart/2018/5/layout/IconCircleLabelList"/>
    <dgm:cxn modelId="{8A566F40-CFB8-4DB9-96FD-1284D125AB72}" type="presParOf" srcId="{B67CA87D-91E4-43A8-897C-BA75ADF3DD5C}" destId="{D7673432-F99F-4E14-A97D-5B2BB5BABF80}" srcOrd="7" destOrd="0" presId="urn:microsoft.com/office/officeart/2018/5/layout/IconCircleLabelList"/>
    <dgm:cxn modelId="{9053F9FF-83D4-44B5-9FC6-5C063DEC86E5}" type="presParOf" srcId="{B67CA87D-91E4-43A8-897C-BA75ADF3DD5C}" destId="{CFBAA6C0-BE6C-43E8-A342-0052A7630BB8}" srcOrd="8" destOrd="0" presId="urn:microsoft.com/office/officeart/2018/5/layout/IconCircleLabelList"/>
    <dgm:cxn modelId="{F8C288D6-D55E-47AD-8E73-1D3F96106216}" type="presParOf" srcId="{CFBAA6C0-BE6C-43E8-A342-0052A7630BB8}" destId="{8CD6D161-E5FA-4B70-B348-2F31722A3490}" srcOrd="0" destOrd="0" presId="urn:microsoft.com/office/officeart/2018/5/layout/IconCircleLabelList"/>
    <dgm:cxn modelId="{9FECC292-28E0-4C11-953D-C3BE75CE091F}" type="presParOf" srcId="{CFBAA6C0-BE6C-43E8-A342-0052A7630BB8}" destId="{E7913839-CE6D-40FF-9084-4C5CB1977F74}" srcOrd="1" destOrd="0" presId="urn:microsoft.com/office/officeart/2018/5/layout/IconCircleLabelList"/>
    <dgm:cxn modelId="{34F2A03F-43D7-4907-9D12-68EAAF6A7549}" type="presParOf" srcId="{CFBAA6C0-BE6C-43E8-A342-0052A7630BB8}" destId="{2089D0EE-9977-40AB-872E-DEFF82FFA410}" srcOrd="2" destOrd="0" presId="urn:microsoft.com/office/officeart/2018/5/layout/IconCircleLabelList"/>
    <dgm:cxn modelId="{61ED04BF-F85F-4AC9-A7C1-8C8C1FB559EE}" type="presParOf" srcId="{CFBAA6C0-BE6C-43E8-A342-0052A7630BB8}" destId="{4F90D27A-6471-4560-94AA-5FCA097B2E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F9655D-98E7-40C2-94E1-578ADCECC42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10E714-2D2E-459F-A849-931CFF248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eBooks</a:t>
          </a:r>
        </a:p>
      </dgm:t>
    </dgm:pt>
    <dgm:pt modelId="{058A72A4-9268-4D76-8B7F-0BE400E49119}" type="parTrans" cxnId="{044EB0AE-D832-4751-98BF-0397A30F5C9A}">
      <dgm:prSet/>
      <dgm:spPr/>
      <dgm:t>
        <a:bodyPr/>
        <a:lstStyle/>
        <a:p>
          <a:endParaRPr lang="en-US"/>
        </a:p>
      </dgm:t>
    </dgm:pt>
    <dgm:pt modelId="{037CF5E0-9AD0-4201-BF22-D4063F4BB042}" type="sibTrans" cxnId="{044EB0AE-D832-4751-98BF-0397A30F5C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C867BE-7BD2-4116-93E9-738B6C1203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cheat sheet of tups or resources</a:t>
          </a:r>
        </a:p>
      </dgm:t>
    </dgm:pt>
    <dgm:pt modelId="{DEF3C6DA-5CF0-4B0B-923C-24F3F09BF47B}" type="parTrans" cxnId="{3DC3D249-C6E5-4885-8321-0C44DE276355}">
      <dgm:prSet/>
      <dgm:spPr/>
      <dgm:t>
        <a:bodyPr/>
        <a:lstStyle/>
        <a:p>
          <a:endParaRPr lang="en-US"/>
        </a:p>
      </dgm:t>
    </dgm:pt>
    <dgm:pt modelId="{149EA87F-1709-4162-8A45-14B579A48E26}" type="sibTrans" cxnId="{3DC3D249-C6E5-4885-8321-0C44DE2763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2FAD617-46ED-4439-A96A-8C554CE4A8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White papers or case studies</a:t>
          </a:r>
        </a:p>
      </dgm:t>
    </dgm:pt>
    <dgm:pt modelId="{68C2B7E9-EED1-4B33-972A-255E15C49D4A}" type="parTrans" cxnId="{95BB96DB-FD65-4E19-AD8A-A8DDC37DB298}">
      <dgm:prSet/>
      <dgm:spPr/>
      <dgm:t>
        <a:bodyPr/>
        <a:lstStyle/>
        <a:p>
          <a:endParaRPr lang="en-US"/>
        </a:p>
      </dgm:t>
    </dgm:pt>
    <dgm:pt modelId="{02B256EE-4C6E-4610-BE9C-4E19306CBF5D}" type="sibTrans" cxnId="{95BB96DB-FD65-4E19-AD8A-A8DDC37DB2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043402-5071-4B95-BFDC-8B45D66FE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Webinar</a:t>
          </a:r>
        </a:p>
      </dgm:t>
    </dgm:pt>
    <dgm:pt modelId="{9225E861-89E1-43CA-A3EF-4BB8F7B97722}" type="parTrans" cxnId="{86A4D392-FBDD-42BE-9692-800E627D219E}">
      <dgm:prSet/>
      <dgm:spPr/>
      <dgm:t>
        <a:bodyPr/>
        <a:lstStyle/>
        <a:p>
          <a:endParaRPr lang="en-US"/>
        </a:p>
      </dgm:t>
    </dgm:pt>
    <dgm:pt modelId="{16284E20-9956-41D3-86F0-A4E1872265D2}" type="sibTrans" cxnId="{86A4D392-FBDD-42BE-9692-800E627D21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E2CB41-6E7D-4EE0-ABA6-9096877B85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trials or samples</a:t>
          </a:r>
        </a:p>
      </dgm:t>
    </dgm:pt>
    <dgm:pt modelId="{2923E979-BF13-4E34-9BCB-BB9A6BD178ED}" type="parTrans" cxnId="{6E89360C-779F-413A-8033-74D8E6D0B283}">
      <dgm:prSet/>
      <dgm:spPr/>
      <dgm:t>
        <a:bodyPr/>
        <a:lstStyle/>
        <a:p>
          <a:endParaRPr lang="en-US"/>
        </a:p>
      </dgm:t>
    </dgm:pt>
    <dgm:pt modelId="{07807921-6B81-4E70-BFEF-51DD0805AD8C}" type="sibTrans" cxnId="{6E89360C-779F-413A-8033-74D8E6D0B2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9036B0-5083-463E-9FE3-7227DF919B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quote or consultation</a:t>
          </a:r>
        </a:p>
      </dgm:t>
    </dgm:pt>
    <dgm:pt modelId="{C86119A0-DBC2-4668-B3BB-48B597B3017E}" type="parTrans" cxnId="{7A95AE72-ED58-47E4-A84A-7ADE574ACBE8}">
      <dgm:prSet/>
      <dgm:spPr/>
      <dgm:t>
        <a:bodyPr/>
        <a:lstStyle/>
        <a:p>
          <a:endParaRPr lang="en-US"/>
        </a:p>
      </dgm:t>
    </dgm:pt>
    <dgm:pt modelId="{53C93DC2-0721-45F6-BF50-5CDC678C5AFE}" type="sibTrans" cxnId="{7A95AE72-ED58-47E4-A84A-7ADE574ACB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34DC61-B555-4BB0-B901-04B4E5A8CC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self-assessment</a:t>
          </a:r>
        </a:p>
      </dgm:t>
    </dgm:pt>
    <dgm:pt modelId="{2E1C9EFC-17F0-4777-AB13-A04773EFACFB}" type="parTrans" cxnId="{84755E3D-EC03-4F23-8EAD-7DA516C6AE02}">
      <dgm:prSet/>
      <dgm:spPr/>
      <dgm:t>
        <a:bodyPr/>
        <a:lstStyle/>
        <a:p>
          <a:endParaRPr lang="en-US"/>
        </a:p>
      </dgm:t>
    </dgm:pt>
    <dgm:pt modelId="{58C1945E-2D9F-4050-BCA7-59C344D960D7}" type="sibTrans" cxnId="{84755E3D-EC03-4F23-8EAD-7DA516C6AE02}">
      <dgm:prSet/>
      <dgm:spPr/>
      <dgm:t>
        <a:bodyPr/>
        <a:lstStyle/>
        <a:p>
          <a:endParaRPr lang="en-US"/>
        </a:p>
      </dgm:t>
    </dgm:pt>
    <dgm:pt modelId="{E4997215-0073-415D-99B8-B6F1604B9F25}" type="pres">
      <dgm:prSet presAssocID="{F5F9655D-98E7-40C2-94E1-578ADCECC42C}" presName="root" presStyleCnt="0">
        <dgm:presLayoutVars>
          <dgm:dir/>
          <dgm:resizeHandles val="exact"/>
        </dgm:presLayoutVars>
      </dgm:prSet>
      <dgm:spPr/>
    </dgm:pt>
    <dgm:pt modelId="{AA95A3B0-40BF-4DDE-97F1-95AF36EC8D5F}" type="pres">
      <dgm:prSet presAssocID="{F5F9655D-98E7-40C2-94E1-578ADCECC42C}" presName="container" presStyleCnt="0">
        <dgm:presLayoutVars>
          <dgm:dir/>
          <dgm:resizeHandles val="exact"/>
        </dgm:presLayoutVars>
      </dgm:prSet>
      <dgm:spPr/>
    </dgm:pt>
    <dgm:pt modelId="{F4856187-6477-4C8A-BD88-63BBE47A63D3}" type="pres">
      <dgm:prSet presAssocID="{2A10E714-2D2E-459F-A849-931CFF24822A}" presName="compNode" presStyleCnt="0"/>
      <dgm:spPr/>
    </dgm:pt>
    <dgm:pt modelId="{33DFE21D-B2F3-41F5-8F09-1CBA2189E163}" type="pres">
      <dgm:prSet presAssocID="{2A10E714-2D2E-459F-A849-931CFF24822A}" presName="iconBgRect" presStyleLbl="bgShp" presStyleIdx="0" presStyleCnt="7"/>
      <dgm:spPr/>
    </dgm:pt>
    <dgm:pt modelId="{98CC6536-04AD-420C-9D5B-27D9A4CC39C2}" type="pres">
      <dgm:prSet presAssocID="{2A10E714-2D2E-459F-A849-931CFF24822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7D5E851-92C7-41FF-A7B0-71C3AC811DEB}" type="pres">
      <dgm:prSet presAssocID="{2A10E714-2D2E-459F-A849-931CFF24822A}" presName="spaceRect" presStyleCnt="0"/>
      <dgm:spPr/>
    </dgm:pt>
    <dgm:pt modelId="{C7137E94-FC6E-416B-950E-48481B73F465}" type="pres">
      <dgm:prSet presAssocID="{2A10E714-2D2E-459F-A849-931CFF24822A}" presName="textRect" presStyleLbl="revTx" presStyleIdx="0" presStyleCnt="7">
        <dgm:presLayoutVars>
          <dgm:chMax val="1"/>
          <dgm:chPref val="1"/>
        </dgm:presLayoutVars>
      </dgm:prSet>
      <dgm:spPr/>
    </dgm:pt>
    <dgm:pt modelId="{490854D0-75EF-4980-B48C-D2992B892896}" type="pres">
      <dgm:prSet presAssocID="{037CF5E0-9AD0-4201-BF22-D4063F4BB042}" presName="sibTrans" presStyleLbl="sibTrans2D1" presStyleIdx="0" presStyleCnt="0"/>
      <dgm:spPr/>
    </dgm:pt>
    <dgm:pt modelId="{A50CEEDF-9606-4314-90E1-17C248534AEF}" type="pres">
      <dgm:prSet presAssocID="{48C867BE-7BD2-4116-93E9-738B6C1203C2}" presName="compNode" presStyleCnt="0"/>
      <dgm:spPr/>
    </dgm:pt>
    <dgm:pt modelId="{C0928D2E-B61D-4CC8-BAB1-D09D36C8BF8A}" type="pres">
      <dgm:prSet presAssocID="{48C867BE-7BD2-4116-93E9-738B6C1203C2}" presName="iconBgRect" presStyleLbl="bgShp" presStyleIdx="1" presStyleCnt="7"/>
      <dgm:spPr/>
    </dgm:pt>
    <dgm:pt modelId="{A477F4C6-F3B7-4C44-ADCF-3641AC037E1F}" type="pres">
      <dgm:prSet presAssocID="{48C867BE-7BD2-4116-93E9-738B6C1203C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FAA50D4-32E1-41D1-9A43-148D0050747A}" type="pres">
      <dgm:prSet presAssocID="{48C867BE-7BD2-4116-93E9-738B6C1203C2}" presName="spaceRect" presStyleCnt="0"/>
      <dgm:spPr/>
    </dgm:pt>
    <dgm:pt modelId="{3697D88B-C5C2-44D9-98B5-F8BB6EC5C3C9}" type="pres">
      <dgm:prSet presAssocID="{48C867BE-7BD2-4116-93E9-738B6C1203C2}" presName="textRect" presStyleLbl="revTx" presStyleIdx="1" presStyleCnt="7">
        <dgm:presLayoutVars>
          <dgm:chMax val="1"/>
          <dgm:chPref val="1"/>
        </dgm:presLayoutVars>
      </dgm:prSet>
      <dgm:spPr/>
    </dgm:pt>
    <dgm:pt modelId="{B082C1C3-A913-4A99-8A87-E8C3C32D35F5}" type="pres">
      <dgm:prSet presAssocID="{149EA87F-1709-4162-8A45-14B579A48E26}" presName="sibTrans" presStyleLbl="sibTrans2D1" presStyleIdx="0" presStyleCnt="0"/>
      <dgm:spPr/>
    </dgm:pt>
    <dgm:pt modelId="{18EABF20-1D43-486A-B3E0-82C2ADFC2C8A}" type="pres">
      <dgm:prSet presAssocID="{A2FAD617-46ED-4439-A96A-8C554CE4A86A}" presName="compNode" presStyleCnt="0"/>
      <dgm:spPr/>
    </dgm:pt>
    <dgm:pt modelId="{47CB1D00-C4CF-4B39-AEAF-B1CEE036C021}" type="pres">
      <dgm:prSet presAssocID="{A2FAD617-46ED-4439-A96A-8C554CE4A86A}" presName="iconBgRect" presStyleLbl="bgShp" presStyleIdx="2" presStyleCnt="7"/>
      <dgm:spPr/>
    </dgm:pt>
    <dgm:pt modelId="{662FC893-34CD-4F77-B52B-51ACC3C7BAFD}" type="pres">
      <dgm:prSet presAssocID="{A2FAD617-46ED-4439-A96A-8C554CE4A86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239BEFE-77F9-45BC-A1E5-A322110CC57C}" type="pres">
      <dgm:prSet presAssocID="{A2FAD617-46ED-4439-A96A-8C554CE4A86A}" presName="spaceRect" presStyleCnt="0"/>
      <dgm:spPr/>
    </dgm:pt>
    <dgm:pt modelId="{A8CF05F2-ED75-46EB-931B-3BFE4DE507D3}" type="pres">
      <dgm:prSet presAssocID="{A2FAD617-46ED-4439-A96A-8C554CE4A86A}" presName="textRect" presStyleLbl="revTx" presStyleIdx="2" presStyleCnt="7">
        <dgm:presLayoutVars>
          <dgm:chMax val="1"/>
          <dgm:chPref val="1"/>
        </dgm:presLayoutVars>
      </dgm:prSet>
      <dgm:spPr/>
    </dgm:pt>
    <dgm:pt modelId="{50AD89C4-A0B8-4767-B7A8-D4FDB0434173}" type="pres">
      <dgm:prSet presAssocID="{02B256EE-4C6E-4610-BE9C-4E19306CBF5D}" presName="sibTrans" presStyleLbl="sibTrans2D1" presStyleIdx="0" presStyleCnt="0"/>
      <dgm:spPr/>
    </dgm:pt>
    <dgm:pt modelId="{55E6E2AF-9EBF-4E50-A918-F754C5A7BA05}" type="pres">
      <dgm:prSet presAssocID="{DB043402-5071-4B95-BFDC-8B45D66FE3E4}" presName="compNode" presStyleCnt="0"/>
      <dgm:spPr/>
    </dgm:pt>
    <dgm:pt modelId="{5E6BFA92-2BA0-4D9F-BF3A-6DDFA847D745}" type="pres">
      <dgm:prSet presAssocID="{DB043402-5071-4B95-BFDC-8B45D66FE3E4}" presName="iconBgRect" presStyleLbl="bgShp" presStyleIdx="3" presStyleCnt="7"/>
      <dgm:spPr/>
    </dgm:pt>
    <dgm:pt modelId="{23D5762A-AE78-4B86-9BEF-1D9E0207B6F2}" type="pres">
      <dgm:prSet presAssocID="{DB043402-5071-4B95-BFDC-8B45D66FE3E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A150EB5-B5C6-439D-B883-C844CBD99BFC}" type="pres">
      <dgm:prSet presAssocID="{DB043402-5071-4B95-BFDC-8B45D66FE3E4}" presName="spaceRect" presStyleCnt="0"/>
      <dgm:spPr/>
    </dgm:pt>
    <dgm:pt modelId="{BA800730-B339-470B-8C29-F35B53A2BA51}" type="pres">
      <dgm:prSet presAssocID="{DB043402-5071-4B95-BFDC-8B45D66FE3E4}" presName="textRect" presStyleLbl="revTx" presStyleIdx="3" presStyleCnt="7">
        <dgm:presLayoutVars>
          <dgm:chMax val="1"/>
          <dgm:chPref val="1"/>
        </dgm:presLayoutVars>
      </dgm:prSet>
      <dgm:spPr/>
    </dgm:pt>
    <dgm:pt modelId="{E413B10A-A944-4188-BEE6-8D4A81D01646}" type="pres">
      <dgm:prSet presAssocID="{16284E20-9956-41D3-86F0-A4E1872265D2}" presName="sibTrans" presStyleLbl="sibTrans2D1" presStyleIdx="0" presStyleCnt="0"/>
      <dgm:spPr/>
    </dgm:pt>
    <dgm:pt modelId="{B081872F-026A-4895-ABDA-BE982B286924}" type="pres">
      <dgm:prSet presAssocID="{8FE2CB41-6E7D-4EE0-ABA6-9096877B856D}" presName="compNode" presStyleCnt="0"/>
      <dgm:spPr/>
    </dgm:pt>
    <dgm:pt modelId="{B95E984C-E5AE-40B7-A1A2-9A1F7225EA68}" type="pres">
      <dgm:prSet presAssocID="{8FE2CB41-6E7D-4EE0-ABA6-9096877B856D}" presName="iconBgRect" presStyleLbl="bgShp" presStyleIdx="4" presStyleCnt="7"/>
      <dgm:spPr/>
    </dgm:pt>
    <dgm:pt modelId="{CEABC50A-F0FB-441C-9804-9094176A5F42}" type="pres">
      <dgm:prSet presAssocID="{8FE2CB41-6E7D-4EE0-ABA6-9096877B856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31E1B6B-22E1-47C6-9121-2C34E8D4A24E}" type="pres">
      <dgm:prSet presAssocID="{8FE2CB41-6E7D-4EE0-ABA6-9096877B856D}" presName="spaceRect" presStyleCnt="0"/>
      <dgm:spPr/>
    </dgm:pt>
    <dgm:pt modelId="{4C9BBA7F-A70D-4CF3-B0A9-852ED6C63770}" type="pres">
      <dgm:prSet presAssocID="{8FE2CB41-6E7D-4EE0-ABA6-9096877B856D}" presName="textRect" presStyleLbl="revTx" presStyleIdx="4" presStyleCnt="7">
        <dgm:presLayoutVars>
          <dgm:chMax val="1"/>
          <dgm:chPref val="1"/>
        </dgm:presLayoutVars>
      </dgm:prSet>
      <dgm:spPr/>
    </dgm:pt>
    <dgm:pt modelId="{2BB6648C-5CA8-40BE-A69E-35F65E516D58}" type="pres">
      <dgm:prSet presAssocID="{07807921-6B81-4E70-BFEF-51DD0805AD8C}" presName="sibTrans" presStyleLbl="sibTrans2D1" presStyleIdx="0" presStyleCnt="0"/>
      <dgm:spPr/>
    </dgm:pt>
    <dgm:pt modelId="{1EEA33B5-1AF9-419C-BC1E-4F3298F2AFB5}" type="pres">
      <dgm:prSet presAssocID="{0C9036B0-5083-463E-9FE3-7227DF919B9F}" presName="compNode" presStyleCnt="0"/>
      <dgm:spPr/>
    </dgm:pt>
    <dgm:pt modelId="{F347DA8A-B6B0-4D8C-ADF9-E96AC518AA30}" type="pres">
      <dgm:prSet presAssocID="{0C9036B0-5083-463E-9FE3-7227DF919B9F}" presName="iconBgRect" presStyleLbl="bgShp" presStyleIdx="5" presStyleCnt="7"/>
      <dgm:spPr/>
    </dgm:pt>
    <dgm:pt modelId="{1A72E072-2290-46AB-B85C-65180A48013B}" type="pres">
      <dgm:prSet presAssocID="{0C9036B0-5083-463E-9FE3-7227DF919B9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4F4594AA-5706-4AF5-A06A-72B31A2D5215}" type="pres">
      <dgm:prSet presAssocID="{0C9036B0-5083-463E-9FE3-7227DF919B9F}" presName="spaceRect" presStyleCnt="0"/>
      <dgm:spPr/>
    </dgm:pt>
    <dgm:pt modelId="{DB9F4443-1E88-4077-AA92-705F9FAC02D6}" type="pres">
      <dgm:prSet presAssocID="{0C9036B0-5083-463E-9FE3-7227DF919B9F}" presName="textRect" presStyleLbl="revTx" presStyleIdx="5" presStyleCnt="7">
        <dgm:presLayoutVars>
          <dgm:chMax val="1"/>
          <dgm:chPref val="1"/>
        </dgm:presLayoutVars>
      </dgm:prSet>
      <dgm:spPr/>
    </dgm:pt>
    <dgm:pt modelId="{92DEC136-A298-4D4A-B275-EE2D1CE84204}" type="pres">
      <dgm:prSet presAssocID="{53C93DC2-0721-45F6-BF50-5CDC678C5AFE}" presName="sibTrans" presStyleLbl="sibTrans2D1" presStyleIdx="0" presStyleCnt="0"/>
      <dgm:spPr/>
    </dgm:pt>
    <dgm:pt modelId="{95BFBDEA-2B1A-4F7F-81D5-D506F7826AAF}" type="pres">
      <dgm:prSet presAssocID="{C534DC61-B555-4BB0-B901-04B4E5A8CC88}" presName="compNode" presStyleCnt="0"/>
      <dgm:spPr/>
    </dgm:pt>
    <dgm:pt modelId="{368BC032-704C-4F7F-B466-BEA46334EDF4}" type="pres">
      <dgm:prSet presAssocID="{C534DC61-B555-4BB0-B901-04B4E5A8CC88}" presName="iconBgRect" presStyleLbl="bgShp" presStyleIdx="6" presStyleCnt="7"/>
      <dgm:spPr/>
    </dgm:pt>
    <dgm:pt modelId="{F5D86476-6218-44AE-8021-51E7708478A1}" type="pres">
      <dgm:prSet presAssocID="{C534DC61-B555-4BB0-B901-04B4E5A8CC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C938544-9751-4580-B39C-637EE535C547}" type="pres">
      <dgm:prSet presAssocID="{C534DC61-B555-4BB0-B901-04B4E5A8CC88}" presName="spaceRect" presStyleCnt="0"/>
      <dgm:spPr/>
    </dgm:pt>
    <dgm:pt modelId="{2F0E3B5E-0B93-4257-AB4D-D5E80E06CD0D}" type="pres">
      <dgm:prSet presAssocID="{C534DC61-B555-4BB0-B901-04B4E5A8CC8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992B600-BD53-46F5-8E1C-D4CD590DCB5E}" type="presOf" srcId="{149EA87F-1709-4162-8A45-14B579A48E26}" destId="{B082C1C3-A913-4A99-8A87-E8C3C32D35F5}" srcOrd="0" destOrd="0" presId="urn:microsoft.com/office/officeart/2018/2/layout/IconCircleList"/>
    <dgm:cxn modelId="{6E89360C-779F-413A-8033-74D8E6D0B283}" srcId="{F5F9655D-98E7-40C2-94E1-578ADCECC42C}" destId="{8FE2CB41-6E7D-4EE0-ABA6-9096877B856D}" srcOrd="4" destOrd="0" parTransId="{2923E979-BF13-4E34-9BCB-BB9A6BD178ED}" sibTransId="{07807921-6B81-4E70-BFEF-51DD0805AD8C}"/>
    <dgm:cxn modelId="{E4207E30-1E0C-4582-B1FE-BAD5DC21CE33}" type="presOf" srcId="{C534DC61-B555-4BB0-B901-04B4E5A8CC88}" destId="{2F0E3B5E-0B93-4257-AB4D-D5E80E06CD0D}" srcOrd="0" destOrd="0" presId="urn:microsoft.com/office/officeart/2018/2/layout/IconCircleList"/>
    <dgm:cxn modelId="{84755E3D-EC03-4F23-8EAD-7DA516C6AE02}" srcId="{F5F9655D-98E7-40C2-94E1-578ADCECC42C}" destId="{C534DC61-B555-4BB0-B901-04B4E5A8CC88}" srcOrd="6" destOrd="0" parTransId="{2E1C9EFC-17F0-4777-AB13-A04773EFACFB}" sibTransId="{58C1945E-2D9F-4050-BCA7-59C344D960D7}"/>
    <dgm:cxn modelId="{823FC964-8C80-46BF-A58F-D6CC7930934B}" type="presOf" srcId="{0C9036B0-5083-463E-9FE3-7227DF919B9F}" destId="{DB9F4443-1E88-4077-AA92-705F9FAC02D6}" srcOrd="0" destOrd="0" presId="urn:microsoft.com/office/officeart/2018/2/layout/IconCircleList"/>
    <dgm:cxn modelId="{3DC3D249-C6E5-4885-8321-0C44DE276355}" srcId="{F5F9655D-98E7-40C2-94E1-578ADCECC42C}" destId="{48C867BE-7BD2-4116-93E9-738B6C1203C2}" srcOrd="1" destOrd="0" parTransId="{DEF3C6DA-5CF0-4B0B-923C-24F3F09BF47B}" sibTransId="{149EA87F-1709-4162-8A45-14B579A48E26}"/>
    <dgm:cxn modelId="{F5AB4B6D-DD83-4416-8596-8E6E22B6935E}" type="presOf" srcId="{07807921-6B81-4E70-BFEF-51DD0805AD8C}" destId="{2BB6648C-5CA8-40BE-A69E-35F65E516D58}" srcOrd="0" destOrd="0" presId="urn:microsoft.com/office/officeart/2018/2/layout/IconCircleList"/>
    <dgm:cxn modelId="{FE1F6170-A486-4BC2-8064-2C6C58D29796}" type="presOf" srcId="{16284E20-9956-41D3-86F0-A4E1872265D2}" destId="{E413B10A-A944-4188-BEE6-8D4A81D01646}" srcOrd="0" destOrd="0" presId="urn:microsoft.com/office/officeart/2018/2/layout/IconCircleList"/>
    <dgm:cxn modelId="{872E5371-D00B-4952-92F5-BA5F36F506E0}" type="presOf" srcId="{8FE2CB41-6E7D-4EE0-ABA6-9096877B856D}" destId="{4C9BBA7F-A70D-4CF3-B0A9-852ED6C63770}" srcOrd="0" destOrd="0" presId="urn:microsoft.com/office/officeart/2018/2/layout/IconCircleList"/>
    <dgm:cxn modelId="{7A95AE72-ED58-47E4-A84A-7ADE574ACBE8}" srcId="{F5F9655D-98E7-40C2-94E1-578ADCECC42C}" destId="{0C9036B0-5083-463E-9FE3-7227DF919B9F}" srcOrd="5" destOrd="0" parTransId="{C86119A0-DBC2-4668-B3BB-48B597B3017E}" sibTransId="{53C93DC2-0721-45F6-BF50-5CDC678C5AFE}"/>
    <dgm:cxn modelId="{4DA13B89-81C1-4413-9273-D031DBC44DF7}" type="presOf" srcId="{037CF5E0-9AD0-4201-BF22-D4063F4BB042}" destId="{490854D0-75EF-4980-B48C-D2992B892896}" srcOrd="0" destOrd="0" presId="urn:microsoft.com/office/officeart/2018/2/layout/IconCircleList"/>
    <dgm:cxn modelId="{86A4D392-FBDD-42BE-9692-800E627D219E}" srcId="{F5F9655D-98E7-40C2-94E1-578ADCECC42C}" destId="{DB043402-5071-4B95-BFDC-8B45D66FE3E4}" srcOrd="3" destOrd="0" parTransId="{9225E861-89E1-43CA-A3EF-4BB8F7B97722}" sibTransId="{16284E20-9956-41D3-86F0-A4E1872265D2}"/>
    <dgm:cxn modelId="{60DDF4AB-A2F9-46AD-9F52-A2D37441FE79}" type="presOf" srcId="{48C867BE-7BD2-4116-93E9-738B6C1203C2}" destId="{3697D88B-C5C2-44D9-98B5-F8BB6EC5C3C9}" srcOrd="0" destOrd="0" presId="urn:microsoft.com/office/officeart/2018/2/layout/IconCircleList"/>
    <dgm:cxn modelId="{044EB0AE-D832-4751-98BF-0397A30F5C9A}" srcId="{F5F9655D-98E7-40C2-94E1-578ADCECC42C}" destId="{2A10E714-2D2E-459F-A849-931CFF24822A}" srcOrd="0" destOrd="0" parTransId="{058A72A4-9268-4D76-8B7F-0BE400E49119}" sibTransId="{037CF5E0-9AD0-4201-BF22-D4063F4BB042}"/>
    <dgm:cxn modelId="{91C510C4-6ADB-446C-8A7B-28148DEAA454}" type="presOf" srcId="{DB043402-5071-4B95-BFDC-8B45D66FE3E4}" destId="{BA800730-B339-470B-8C29-F35B53A2BA51}" srcOrd="0" destOrd="0" presId="urn:microsoft.com/office/officeart/2018/2/layout/IconCircleList"/>
    <dgm:cxn modelId="{0DE44ED7-A675-477D-A99E-DDB02A421C4D}" type="presOf" srcId="{2A10E714-2D2E-459F-A849-931CFF24822A}" destId="{C7137E94-FC6E-416B-950E-48481B73F465}" srcOrd="0" destOrd="0" presId="urn:microsoft.com/office/officeart/2018/2/layout/IconCircleList"/>
    <dgm:cxn modelId="{95BB96DB-FD65-4E19-AD8A-A8DDC37DB298}" srcId="{F5F9655D-98E7-40C2-94E1-578ADCECC42C}" destId="{A2FAD617-46ED-4439-A96A-8C554CE4A86A}" srcOrd="2" destOrd="0" parTransId="{68C2B7E9-EED1-4B33-972A-255E15C49D4A}" sibTransId="{02B256EE-4C6E-4610-BE9C-4E19306CBF5D}"/>
    <dgm:cxn modelId="{C49DEBDE-E435-4A02-BCE4-FD2E9CB06504}" type="presOf" srcId="{A2FAD617-46ED-4439-A96A-8C554CE4A86A}" destId="{A8CF05F2-ED75-46EB-931B-3BFE4DE507D3}" srcOrd="0" destOrd="0" presId="urn:microsoft.com/office/officeart/2018/2/layout/IconCircleList"/>
    <dgm:cxn modelId="{7B558AE3-D81F-4A7A-A617-F73CBE9453D7}" type="presOf" srcId="{02B256EE-4C6E-4610-BE9C-4E19306CBF5D}" destId="{50AD89C4-A0B8-4767-B7A8-D4FDB0434173}" srcOrd="0" destOrd="0" presId="urn:microsoft.com/office/officeart/2018/2/layout/IconCircleList"/>
    <dgm:cxn modelId="{77B7C2F3-0687-4688-BE3C-B3526FD691F4}" type="presOf" srcId="{53C93DC2-0721-45F6-BF50-5CDC678C5AFE}" destId="{92DEC136-A298-4D4A-B275-EE2D1CE84204}" srcOrd="0" destOrd="0" presId="urn:microsoft.com/office/officeart/2018/2/layout/IconCircleList"/>
    <dgm:cxn modelId="{9D7BBAFA-EC63-4BD1-9CF1-B961340F1408}" type="presOf" srcId="{F5F9655D-98E7-40C2-94E1-578ADCECC42C}" destId="{E4997215-0073-415D-99B8-B6F1604B9F25}" srcOrd="0" destOrd="0" presId="urn:microsoft.com/office/officeart/2018/2/layout/IconCircleList"/>
    <dgm:cxn modelId="{9E11332F-5F46-45CD-9825-978CC4AE4F70}" type="presParOf" srcId="{E4997215-0073-415D-99B8-B6F1604B9F25}" destId="{AA95A3B0-40BF-4DDE-97F1-95AF36EC8D5F}" srcOrd="0" destOrd="0" presId="urn:microsoft.com/office/officeart/2018/2/layout/IconCircleList"/>
    <dgm:cxn modelId="{94DA5587-86F9-4899-8613-3ECC23A9A864}" type="presParOf" srcId="{AA95A3B0-40BF-4DDE-97F1-95AF36EC8D5F}" destId="{F4856187-6477-4C8A-BD88-63BBE47A63D3}" srcOrd="0" destOrd="0" presId="urn:microsoft.com/office/officeart/2018/2/layout/IconCircleList"/>
    <dgm:cxn modelId="{866AF68B-4737-4E04-B671-489CDA0D5027}" type="presParOf" srcId="{F4856187-6477-4C8A-BD88-63BBE47A63D3}" destId="{33DFE21D-B2F3-41F5-8F09-1CBA2189E163}" srcOrd="0" destOrd="0" presId="urn:microsoft.com/office/officeart/2018/2/layout/IconCircleList"/>
    <dgm:cxn modelId="{198B1F2C-5FB7-4255-8F70-746D8EA3BF73}" type="presParOf" srcId="{F4856187-6477-4C8A-BD88-63BBE47A63D3}" destId="{98CC6536-04AD-420C-9D5B-27D9A4CC39C2}" srcOrd="1" destOrd="0" presId="urn:microsoft.com/office/officeart/2018/2/layout/IconCircleList"/>
    <dgm:cxn modelId="{0F9FAAC2-BC43-4B61-96B2-80F5956CD084}" type="presParOf" srcId="{F4856187-6477-4C8A-BD88-63BBE47A63D3}" destId="{57D5E851-92C7-41FF-A7B0-71C3AC811DEB}" srcOrd="2" destOrd="0" presId="urn:microsoft.com/office/officeart/2018/2/layout/IconCircleList"/>
    <dgm:cxn modelId="{BB8F2019-4104-4F24-92E0-E23F5C444C32}" type="presParOf" srcId="{F4856187-6477-4C8A-BD88-63BBE47A63D3}" destId="{C7137E94-FC6E-416B-950E-48481B73F465}" srcOrd="3" destOrd="0" presId="urn:microsoft.com/office/officeart/2018/2/layout/IconCircleList"/>
    <dgm:cxn modelId="{B96432B0-EF9F-42B2-A3DB-FA119E6E71E2}" type="presParOf" srcId="{AA95A3B0-40BF-4DDE-97F1-95AF36EC8D5F}" destId="{490854D0-75EF-4980-B48C-D2992B892896}" srcOrd="1" destOrd="0" presId="urn:microsoft.com/office/officeart/2018/2/layout/IconCircleList"/>
    <dgm:cxn modelId="{83983C68-2F83-4213-BCA2-DE15AA426B5C}" type="presParOf" srcId="{AA95A3B0-40BF-4DDE-97F1-95AF36EC8D5F}" destId="{A50CEEDF-9606-4314-90E1-17C248534AEF}" srcOrd="2" destOrd="0" presId="urn:microsoft.com/office/officeart/2018/2/layout/IconCircleList"/>
    <dgm:cxn modelId="{2E3DD827-4019-41C1-B9B4-503081CC07C1}" type="presParOf" srcId="{A50CEEDF-9606-4314-90E1-17C248534AEF}" destId="{C0928D2E-B61D-4CC8-BAB1-D09D36C8BF8A}" srcOrd="0" destOrd="0" presId="urn:microsoft.com/office/officeart/2018/2/layout/IconCircleList"/>
    <dgm:cxn modelId="{6A3EFC03-7D42-441F-85FC-7F19568FA9D5}" type="presParOf" srcId="{A50CEEDF-9606-4314-90E1-17C248534AEF}" destId="{A477F4C6-F3B7-4C44-ADCF-3641AC037E1F}" srcOrd="1" destOrd="0" presId="urn:microsoft.com/office/officeart/2018/2/layout/IconCircleList"/>
    <dgm:cxn modelId="{0E167129-E56D-4DE4-8A4A-FBE8B0E746BE}" type="presParOf" srcId="{A50CEEDF-9606-4314-90E1-17C248534AEF}" destId="{3FAA50D4-32E1-41D1-9A43-148D0050747A}" srcOrd="2" destOrd="0" presId="urn:microsoft.com/office/officeart/2018/2/layout/IconCircleList"/>
    <dgm:cxn modelId="{BEB7B0C0-F4EE-4BCF-B7A5-4DD79F0CAEF4}" type="presParOf" srcId="{A50CEEDF-9606-4314-90E1-17C248534AEF}" destId="{3697D88B-C5C2-44D9-98B5-F8BB6EC5C3C9}" srcOrd="3" destOrd="0" presId="urn:microsoft.com/office/officeart/2018/2/layout/IconCircleList"/>
    <dgm:cxn modelId="{BE7FC270-494C-4DFA-A3DF-995842D1CBB3}" type="presParOf" srcId="{AA95A3B0-40BF-4DDE-97F1-95AF36EC8D5F}" destId="{B082C1C3-A913-4A99-8A87-E8C3C32D35F5}" srcOrd="3" destOrd="0" presId="urn:microsoft.com/office/officeart/2018/2/layout/IconCircleList"/>
    <dgm:cxn modelId="{54754B88-8AD1-4215-B5F0-C74848A346A0}" type="presParOf" srcId="{AA95A3B0-40BF-4DDE-97F1-95AF36EC8D5F}" destId="{18EABF20-1D43-486A-B3E0-82C2ADFC2C8A}" srcOrd="4" destOrd="0" presId="urn:microsoft.com/office/officeart/2018/2/layout/IconCircleList"/>
    <dgm:cxn modelId="{C488E419-6BB0-4593-AC4A-587931E7FA9C}" type="presParOf" srcId="{18EABF20-1D43-486A-B3E0-82C2ADFC2C8A}" destId="{47CB1D00-C4CF-4B39-AEAF-B1CEE036C021}" srcOrd="0" destOrd="0" presId="urn:microsoft.com/office/officeart/2018/2/layout/IconCircleList"/>
    <dgm:cxn modelId="{273BCC72-79CD-4AE7-919D-BB84C224CA95}" type="presParOf" srcId="{18EABF20-1D43-486A-B3E0-82C2ADFC2C8A}" destId="{662FC893-34CD-4F77-B52B-51ACC3C7BAFD}" srcOrd="1" destOrd="0" presId="urn:microsoft.com/office/officeart/2018/2/layout/IconCircleList"/>
    <dgm:cxn modelId="{A9321FED-6572-4D3C-9C51-ED8635AA978E}" type="presParOf" srcId="{18EABF20-1D43-486A-B3E0-82C2ADFC2C8A}" destId="{6239BEFE-77F9-45BC-A1E5-A322110CC57C}" srcOrd="2" destOrd="0" presId="urn:microsoft.com/office/officeart/2018/2/layout/IconCircleList"/>
    <dgm:cxn modelId="{7625CA43-2CB8-4485-ACC8-9BFE46CE07A5}" type="presParOf" srcId="{18EABF20-1D43-486A-B3E0-82C2ADFC2C8A}" destId="{A8CF05F2-ED75-46EB-931B-3BFE4DE507D3}" srcOrd="3" destOrd="0" presId="urn:microsoft.com/office/officeart/2018/2/layout/IconCircleList"/>
    <dgm:cxn modelId="{40B9CD67-A3FA-4A30-99F1-F9BFDB24338E}" type="presParOf" srcId="{AA95A3B0-40BF-4DDE-97F1-95AF36EC8D5F}" destId="{50AD89C4-A0B8-4767-B7A8-D4FDB0434173}" srcOrd="5" destOrd="0" presId="urn:microsoft.com/office/officeart/2018/2/layout/IconCircleList"/>
    <dgm:cxn modelId="{2AEDB991-80FE-4CEA-9843-8A9B444F0773}" type="presParOf" srcId="{AA95A3B0-40BF-4DDE-97F1-95AF36EC8D5F}" destId="{55E6E2AF-9EBF-4E50-A918-F754C5A7BA05}" srcOrd="6" destOrd="0" presId="urn:microsoft.com/office/officeart/2018/2/layout/IconCircleList"/>
    <dgm:cxn modelId="{AAE3D846-3378-422B-97A8-9A9A7A368BF5}" type="presParOf" srcId="{55E6E2AF-9EBF-4E50-A918-F754C5A7BA05}" destId="{5E6BFA92-2BA0-4D9F-BF3A-6DDFA847D745}" srcOrd="0" destOrd="0" presId="urn:microsoft.com/office/officeart/2018/2/layout/IconCircleList"/>
    <dgm:cxn modelId="{1F681888-CC24-42B2-BF20-16CCDA0D159F}" type="presParOf" srcId="{55E6E2AF-9EBF-4E50-A918-F754C5A7BA05}" destId="{23D5762A-AE78-4B86-9BEF-1D9E0207B6F2}" srcOrd="1" destOrd="0" presId="urn:microsoft.com/office/officeart/2018/2/layout/IconCircleList"/>
    <dgm:cxn modelId="{399F5B8D-1E99-41B4-B30A-D9B31B21F982}" type="presParOf" srcId="{55E6E2AF-9EBF-4E50-A918-F754C5A7BA05}" destId="{7A150EB5-B5C6-439D-B883-C844CBD99BFC}" srcOrd="2" destOrd="0" presId="urn:microsoft.com/office/officeart/2018/2/layout/IconCircleList"/>
    <dgm:cxn modelId="{3D15A461-4AD9-480E-8DB9-C59CD2B1C888}" type="presParOf" srcId="{55E6E2AF-9EBF-4E50-A918-F754C5A7BA05}" destId="{BA800730-B339-470B-8C29-F35B53A2BA51}" srcOrd="3" destOrd="0" presId="urn:microsoft.com/office/officeart/2018/2/layout/IconCircleList"/>
    <dgm:cxn modelId="{6E501EC7-BF06-4403-BDD3-11B7352F14C6}" type="presParOf" srcId="{AA95A3B0-40BF-4DDE-97F1-95AF36EC8D5F}" destId="{E413B10A-A944-4188-BEE6-8D4A81D01646}" srcOrd="7" destOrd="0" presId="urn:microsoft.com/office/officeart/2018/2/layout/IconCircleList"/>
    <dgm:cxn modelId="{227D96C5-C1BE-4ED5-A81C-AE4664BB6726}" type="presParOf" srcId="{AA95A3B0-40BF-4DDE-97F1-95AF36EC8D5F}" destId="{B081872F-026A-4895-ABDA-BE982B286924}" srcOrd="8" destOrd="0" presId="urn:microsoft.com/office/officeart/2018/2/layout/IconCircleList"/>
    <dgm:cxn modelId="{3DDBEFCF-930F-4C7B-947F-FA4438746F40}" type="presParOf" srcId="{B081872F-026A-4895-ABDA-BE982B286924}" destId="{B95E984C-E5AE-40B7-A1A2-9A1F7225EA68}" srcOrd="0" destOrd="0" presId="urn:microsoft.com/office/officeart/2018/2/layout/IconCircleList"/>
    <dgm:cxn modelId="{F4ACB53C-2CDF-44DB-A531-C582FD151ACD}" type="presParOf" srcId="{B081872F-026A-4895-ABDA-BE982B286924}" destId="{CEABC50A-F0FB-441C-9804-9094176A5F42}" srcOrd="1" destOrd="0" presId="urn:microsoft.com/office/officeart/2018/2/layout/IconCircleList"/>
    <dgm:cxn modelId="{ECB1F55A-4A49-4AA0-AE5B-0B1BF7AD07C8}" type="presParOf" srcId="{B081872F-026A-4895-ABDA-BE982B286924}" destId="{631E1B6B-22E1-47C6-9121-2C34E8D4A24E}" srcOrd="2" destOrd="0" presId="urn:microsoft.com/office/officeart/2018/2/layout/IconCircleList"/>
    <dgm:cxn modelId="{6DDE9CBC-688C-4144-B1B7-B4471B0DC20A}" type="presParOf" srcId="{B081872F-026A-4895-ABDA-BE982B286924}" destId="{4C9BBA7F-A70D-4CF3-B0A9-852ED6C63770}" srcOrd="3" destOrd="0" presId="urn:microsoft.com/office/officeart/2018/2/layout/IconCircleList"/>
    <dgm:cxn modelId="{9A7FCA48-61A4-442C-9802-ECB470873D0A}" type="presParOf" srcId="{AA95A3B0-40BF-4DDE-97F1-95AF36EC8D5F}" destId="{2BB6648C-5CA8-40BE-A69E-35F65E516D58}" srcOrd="9" destOrd="0" presId="urn:microsoft.com/office/officeart/2018/2/layout/IconCircleList"/>
    <dgm:cxn modelId="{ECAD3FE2-23EA-4BD3-A281-ACB96BB58CC2}" type="presParOf" srcId="{AA95A3B0-40BF-4DDE-97F1-95AF36EC8D5F}" destId="{1EEA33B5-1AF9-419C-BC1E-4F3298F2AFB5}" srcOrd="10" destOrd="0" presId="urn:microsoft.com/office/officeart/2018/2/layout/IconCircleList"/>
    <dgm:cxn modelId="{B60D5CDA-AE2D-47B5-9895-9B3DAF9CE48E}" type="presParOf" srcId="{1EEA33B5-1AF9-419C-BC1E-4F3298F2AFB5}" destId="{F347DA8A-B6B0-4D8C-ADF9-E96AC518AA30}" srcOrd="0" destOrd="0" presId="urn:microsoft.com/office/officeart/2018/2/layout/IconCircleList"/>
    <dgm:cxn modelId="{8CBB323C-CDCF-4D01-B5D0-9F6875259013}" type="presParOf" srcId="{1EEA33B5-1AF9-419C-BC1E-4F3298F2AFB5}" destId="{1A72E072-2290-46AB-B85C-65180A48013B}" srcOrd="1" destOrd="0" presId="urn:microsoft.com/office/officeart/2018/2/layout/IconCircleList"/>
    <dgm:cxn modelId="{AB2E4A78-0C0B-43F4-A1B5-8AEC694B325E}" type="presParOf" srcId="{1EEA33B5-1AF9-419C-BC1E-4F3298F2AFB5}" destId="{4F4594AA-5706-4AF5-A06A-72B31A2D5215}" srcOrd="2" destOrd="0" presId="urn:microsoft.com/office/officeart/2018/2/layout/IconCircleList"/>
    <dgm:cxn modelId="{D0BF2701-C91A-47C0-92CC-B2B751F9D698}" type="presParOf" srcId="{1EEA33B5-1AF9-419C-BC1E-4F3298F2AFB5}" destId="{DB9F4443-1E88-4077-AA92-705F9FAC02D6}" srcOrd="3" destOrd="0" presId="urn:microsoft.com/office/officeart/2018/2/layout/IconCircleList"/>
    <dgm:cxn modelId="{55F67A70-3326-40EA-9830-3EDACFDA7EF9}" type="presParOf" srcId="{AA95A3B0-40BF-4DDE-97F1-95AF36EC8D5F}" destId="{92DEC136-A298-4D4A-B275-EE2D1CE84204}" srcOrd="11" destOrd="0" presId="urn:microsoft.com/office/officeart/2018/2/layout/IconCircleList"/>
    <dgm:cxn modelId="{D0730179-4AC5-4E8E-BFB5-C90BDD339AB3}" type="presParOf" srcId="{AA95A3B0-40BF-4DDE-97F1-95AF36EC8D5F}" destId="{95BFBDEA-2B1A-4F7F-81D5-D506F7826AAF}" srcOrd="12" destOrd="0" presId="urn:microsoft.com/office/officeart/2018/2/layout/IconCircleList"/>
    <dgm:cxn modelId="{B31D36C7-AF7A-41EC-B889-E323DFC2BFB3}" type="presParOf" srcId="{95BFBDEA-2B1A-4F7F-81D5-D506F7826AAF}" destId="{368BC032-704C-4F7F-B466-BEA46334EDF4}" srcOrd="0" destOrd="0" presId="urn:microsoft.com/office/officeart/2018/2/layout/IconCircleList"/>
    <dgm:cxn modelId="{5E056776-6EB1-4251-A359-7B271F3A9C52}" type="presParOf" srcId="{95BFBDEA-2B1A-4F7F-81D5-D506F7826AAF}" destId="{F5D86476-6218-44AE-8021-51E7708478A1}" srcOrd="1" destOrd="0" presId="urn:microsoft.com/office/officeart/2018/2/layout/IconCircleList"/>
    <dgm:cxn modelId="{BF19BF6F-8B47-43FE-97C5-C1042AE2090C}" type="presParOf" srcId="{95BFBDEA-2B1A-4F7F-81D5-D506F7826AAF}" destId="{4C938544-9751-4580-B39C-637EE535C547}" srcOrd="2" destOrd="0" presId="urn:microsoft.com/office/officeart/2018/2/layout/IconCircleList"/>
    <dgm:cxn modelId="{F6B11304-91AA-4964-AD05-D5120316D901}" type="presParOf" srcId="{95BFBDEA-2B1A-4F7F-81D5-D506F7826AAF}" destId="{2F0E3B5E-0B93-4257-AB4D-D5E80E06CD0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06C90B-6CE7-4D62-BE80-5C7321DAE5D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895939-F6CB-4481-914B-07841AB148EC}">
      <dgm:prSet/>
      <dgm:spPr/>
      <dgm:t>
        <a:bodyPr/>
        <a:lstStyle/>
        <a:p>
          <a:r>
            <a:rPr lang="en-US"/>
            <a:t>Solves a real problem</a:t>
          </a:r>
        </a:p>
      </dgm:t>
    </dgm:pt>
    <dgm:pt modelId="{E08798E9-972B-498D-8D9F-055D99471807}" type="parTrans" cxnId="{DED6F19A-48D3-4951-8AA8-D72DD293B972}">
      <dgm:prSet/>
      <dgm:spPr/>
      <dgm:t>
        <a:bodyPr/>
        <a:lstStyle/>
        <a:p>
          <a:endParaRPr lang="en-US"/>
        </a:p>
      </dgm:t>
    </dgm:pt>
    <dgm:pt modelId="{0F17B32B-5381-4320-9757-51305CC46257}" type="sibTrans" cxnId="{DED6F19A-48D3-4951-8AA8-D72DD293B972}">
      <dgm:prSet/>
      <dgm:spPr/>
      <dgm:t>
        <a:bodyPr/>
        <a:lstStyle/>
        <a:p>
          <a:endParaRPr lang="en-US"/>
        </a:p>
      </dgm:t>
    </dgm:pt>
    <dgm:pt modelId="{791317FE-E371-49EA-A1D4-EB7352FA78A8}">
      <dgm:prSet/>
      <dgm:spPr/>
      <dgm:t>
        <a:bodyPr/>
        <a:lstStyle/>
        <a:p>
          <a:r>
            <a:rPr lang="en-US"/>
            <a:t>Super specific</a:t>
          </a:r>
        </a:p>
      </dgm:t>
    </dgm:pt>
    <dgm:pt modelId="{B08D82BD-00AE-47A5-B14D-5F96382FD54F}" type="parTrans" cxnId="{B6FE63AA-2A0F-4808-8B97-996BC610F039}">
      <dgm:prSet/>
      <dgm:spPr/>
      <dgm:t>
        <a:bodyPr/>
        <a:lstStyle/>
        <a:p>
          <a:endParaRPr lang="en-US"/>
        </a:p>
      </dgm:t>
    </dgm:pt>
    <dgm:pt modelId="{E6DC8983-E88B-48C7-928C-920DECDCF2F4}" type="sibTrans" cxnId="{B6FE63AA-2A0F-4808-8B97-996BC610F039}">
      <dgm:prSet/>
      <dgm:spPr/>
      <dgm:t>
        <a:bodyPr/>
        <a:lstStyle/>
        <a:p>
          <a:endParaRPr lang="en-US"/>
        </a:p>
      </dgm:t>
    </dgm:pt>
    <dgm:pt modelId="{AE79ADCE-C726-4D33-9634-C557B9136869}">
      <dgm:prSet/>
      <dgm:spPr/>
      <dgm:t>
        <a:bodyPr/>
        <a:lstStyle/>
        <a:p>
          <a:r>
            <a:rPr lang="en-US"/>
            <a:t>Quick to consume</a:t>
          </a:r>
        </a:p>
      </dgm:t>
    </dgm:pt>
    <dgm:pt modelId="{CD34A36A-C8C7-47D7-9646-7AC7F50C1DAE}" type="parTrans" cxnId="{0A0D404F-AEC3-444D-8C10-20339195251C}">
      <dgm:prSet/>
      <dgm:spPr/>
      <dgm:t>
        <a:bodyPr/>
        <a:lstStyle/>
        <a:p>
          <a:endParaRPr lang="en-US"/>
        </a:p>
      </dgm:t>
    </dgm:pt>
    <dgm:pt modelId="{0AE71143-526F-429C-BB41-368A95F417A5}" type="sibTrans" cxnId="{0A0D404F-AEC3-444D-8C10-20339195251C}">
      <dgm:prSet/>
      <dgm:spPr/>
      <dgm:t>
        <a:bodyPr/>
        <a:lstStyle/>
        <a:p>
          <a:endParaRPr lang="en-US"/>
        </a:p>
      </dgm:t>
    </dgm:pt>
    <dgm:pt modelId="{797B8998-7B31-4047-B992-E4875DA6C326}">
      <dgm:prSet/>
      <dgm:spPr/>
      <dgm:t>
        <a:bodyPr/>
        <a:lstStyle/>
        <a:p>
          <a:r>
            <a:rPr lang="en-US"/>
            <a:t>High value</a:t>
          </a:r>
        </a:p>
      </dgm:t>
    </dgm:pt>
    <dgm:pt modelId="{A0A817D6-D818-4D16-AA64-F357ABBB041B}" type="parTrans" cxnId="{C62B4001-61E9-4BAF-BF29-E7C9925762DA}">
      <dgm:prSet/>
      <dgm:spPr/>
      <dgm:t>
        <a:bodyPr/>
        <a:lstStyle/>
        <a:p>
          <a:endParaRPr lang="en-US"/>
        </a:p>
      </dgm:t>
    </dgm:pt>
    <dgm:pt modelId="{F94A6F9B-12F3-4D38-9CDB-68B264E39E80}" type="sibTrans" cxnId="{C62B4001-61E9-4BAF-BF29-E7C9925762DA}">
      <dgm:prSet/>
      <dgm:spPr/>
      <dgm:t>
        <a:bodyPr/>
        <a:lstStyle/>
        <a:p>
          <a:endParaRPr lang="en-US"/>
        </a:p>
      </dgm:t>
    </dgm:pt>
    <dgm:pt modelId="{0868BDFA-0C52-484D-A0F8-AC6351F7B242}">
      <dgm:prSet/>
      <dgm:spPr/>
      <dgm:t>
        <a:bodyPr/>
        <a:lstStyle/>
        <a:p>
          <a:r>
            <a:rPr lang="en-US"/>
            <a:t>Instantly accessible</a:t>
          </a:r>
        </a:p>
      </dgm:t>
    </dgm:pt>
    <dgm:pt modelId="{60705A79-C472-43B6-87FC-E4CADE65A2AA}" type="parTrans" cxnId="{96160CC2-7957-4F85-A049-64F01794AF17}">
      <dgm:prSet/>
      <dgm:spPr/>
      <dgm:t>
        <a:bodyPr/>
        <a:lstStyle/>
        <a:p>
          <a:endParaRPr lang="en-US"/>
        </a:p>
      </dgm:t>
    </dgm:pt>
    <dgm:pt modelId="{E8A0DD16-B265-42F0-B7BC-A7A98E186666}" type="sibTrans" cxnId="{96160CC2-7957-4F85-A049-64F01794AF17}">
      <dgm:prSet/>
      <dgm:spPr/>
      <dgm:t>
        <a:bodyPr/>
        <a:lstStyle/>
        <a:p>
          <a:endParaRPr lang="en-US"/>
        </a:p>
      </dgm:t>
    </dgm:pt>
    <dgm:pt modelId="{33AF3075-134E-4D65-8A1B-D8AA67AD399A}">
      <dgm:prSet/>
      <dgm:spPr/>
      <dgm:t>
        <a:bodyPr/>
        <a:lstStyle/>
        <a:p>
          <a:r>
            <a:rPr lang="en-US"/>
            <a:t>Demonstrates your expertise</a:t>
          </a:r>
        </a:p>
      </dgm:t>
    </dgm:pt>
    <dgm:pt modelId="{AFD69E55-274B-40FC-BF77-B53F9C361CD0}" type="parTrans" cxnId="{F01DDA77-D5CC-43B8-BACC-5F3E4C785C29}">
      <dgm:prSet/>
      <dgm:spPr/>
      <dgm:t>
        <a:bodyPr/>
        <a:lstStyle/>
        <a:p>
          <a:endParaRPr lang="en-US"/>
        </a:p>
      </dgm:t>
    </dgm:pt>
    <dgm:pt modelId="{CD0C42E7-1F9C-4C62-8230-DA1DB5BE9EEB}" type="sibTrans" cxnId="{F01DDA77-D5CC-43B8-BACC-5F3E4C785C29}">
      <dgm:prSet/>
      <dgm:spPr/>
      <dgm:t>
        <a:bodyPr/>
        <a:lstStyle/>
        <a:p>
          <a:endParaRPr lang="en-US"/>
        </a:p>
      </dgm:t>
    </dgm:pt>
    <dgm:pt modelId="{66340DD5-9B86-4AEC-B5B1-65844E1CA383}" type="pres">
      <dgm:prSet presAssocID="{8806C90B-6CE7-4D62-BE80-5C7321DAE5DD}" presName="diagram" presStyleCnt="0">
        <dgm:presLayoutVars>
          <dgm:dir/>
          <dgm:resizeHandles val="exact"/>
        </dgm:presLayoutVars>
      </dgm:prSet>
      <dgm:spPr/>
    </dgm:pt>
    <dgm:pt modelId="{B4F0AA6A-08D3-4DF0-BDDB-2283243FD314}" type="pres">
      <dgm:prSet presAssocID="{DD895939-F6CB-4481-914B-07841AB148EC}" presName="node" presStyleLbl="node1" presStyleIdx="0" presStyleCnt="6">
        <dgm:presLayoutVars>
          <dgm:bulletEnabled val="1"/>
        </dgm:presLayoutVars>
      </dgm:prSet>
      <dgm:spPr/>
    </dgm:pt>
    <dgm:pt modelId="{CA96FBF3-595B-4EF2-98EB-9CE376127693}" type="pres">
      <dgm:prSet presAssocID="{0F17B32B-5381-4320-9757-51305CC46257}" presName="sibTrans" presStyleCnt="0"/>
      <dgm:spPr/>
    </dgm:pt>
    <dgm:pt modelId="{EEFA2F96-67A5-4916-B12F-68D7929EC0AA}" type="pres">
      <dgm:prSet presAssocID="{791317FE-E371-49EA-A1D4-EB7352FA78A8}" presName="node" presStyleLbl="node1" presStyleIdx="1" presStyleCnt="6">
        <dgm:presLayoutVars>
          <dgm:bulletEnabled val="1"/>
        </dgm:presLayoutVars>
      </dgm:prSet>
      <dgm:spPr/>
    </dgm:pt>
    <dgm:pt modelId="{8223D731-6788-4278-ADD3-730D058AA101}" type="pres">
      <dgm:prSet presAssocID="{E6DC8983-E88B-48C7-928C-920DECDCF2F4}" presName="sibTrans" presStyleCnt="0"/>
      <dgm:spPr/>
    </dgm:pt>
    <dgm:pt modelId="{0AB0DA9C-2F59-4012-ADDA-CD95D66E402A}" type="pres">
      <dgm:prSet presAssocID="{AE79ADCE-C726-4D33-9634-C557B9136869}" presName="node" presStyleLbl="node1" presStyleIdx="2" presStyleCnt="6">
        <dgm:presLayoutVars>
          <dgm:bulletEnabled val="1"/>
        </dgm:presLayoutVars>
      </dgm:prSet>
      <dgm:spPr/>
    </dgm:pt>
    <dgm:pt modelId="{7790E189-8637-44E8-A748-ECE5D74B24CD}" type="pres">
      <dgm:prSet presAssocID="{0AE71143-526F-429C-BB41-368A95F417A5}" presName="sibTrans" presStyleCnt="0"/>
      <dgm:spPr/>
    </dgm:pt>
    <dgm:pt modelId="{CECDBEF3-702C-4BC5-9076-19F978DE3523}" type="pres">
      <dgm:prSet presAssocID="{797B8998-7B31-4047-B992-E4875DA6C326}" presName="node" presStyleLbl="node1" presStyleIdx="3" presStyleCnt="6">
        <dgm:presLayoutVars>
          <dgm:bulletEnabled val="1"/>
        </dgm:presLayoutVars>
      </dgm:prSet>
      <dgm:spPr/>
    </dgm:pt>
    <dgm:pt modelId="{D72B26A1-24A9-4EA3-9E9A-AA25D9D07975}" type="pres">
      <dgm:prSet presAssocID="{F94A6F9B-12F3-4D38-9CDB-68B264E39E80}" presName="sibTrans" presStyleCnt="0"/>
      <dgm:spPr/>
    </dgm:pt>
    <dgm:pt modelId="{7793D045-3472-4552-9015-DBBA84D6B26F}" type="pres">
      <dgm:prSet presAssocID="{0868BDFA-0C52-484D-A0F8-AC6351F7B242}" presName="node" presStyleLbl="node1" presStyleIdx="4" presStyleCnt="6">
        <dgm:presLayoutVars>
          <dgm:bulletEnabled val="1"/>
        </dgm:presLayoutVars>
      </dgm:prSet>
      <dgm:spPr/>
    </dgm:pt>
    <dgm:pt modelId="{636066A1-3B8D-4626-8A60-F0056C587AF7}" type="pres">
      <dgm:prSet presAssocID="{E8A0DD16-B265-42F0-B7BC-A7A98E186666}" presName="sibTrans" presStyleCnt="0"/>
      <dgm:spPr/>
    </dgm:pt>
    <dgm:pt modelId="{B9E3E4C6-544A-4E87-9781-AFAC5546CCFE}" type="pres">
      <dgm:prSet presAssocID="{33AF3075-134E-4D65-8A1B-D8AA67AD399A}" presName="node" presStyleLbl="node1" presStyleIdx="5" presStyleCnt="6">
        <dgm:presLayoutVars>
          <dgm:bulletEnabled val="1"/>
        </dgm:presLayoutVars>
      </dgm:prSet>
      <dgm:spPr/>
    </dgm:pt>
  </dgm:ptLst>
  <dgm:cxnLst>
    <dgm:cxn modelId="{C62B4001-61E9-4BAF-BF29-E7C9925762DA}" srcId="{8806C90B-6CE7-4D62-BE80-5C7321DAE5DD}" destId="{797B8998-7B31-4047-B992-E4875DA6C326}" srcOrd="3" destOrd="0" parTransId="{A0A817D6-D818-4D16-AA64-F357ABBB041B}" sibTransId="{F94A6F9B-12F3-4D38-9CDB-68B264E39E80}"/>
    <dgm:cxn modelId="{13523C03-E889-4C68-BD59-9C773DCC6D2F}" type="presOf" srcId="{797B8998-7B31-4047-B992-E4875DA6C326}" destId="{CECDBEF3-702C-4BC5-9076-19F978DE3523}" srcOrd="0" destOrd="0" presId="urn:microsoft.com/office/officeart/2005/8/layout/default"/>
    <dgm:cxn modelId="{48F17E0F-69C6-4B4F-8EC7-08C740A8F395}" type="presOf" srcId="{DD895939-F6CB-4481-914B-07841AB148EC}" destId="{B4F0AA6A-08D3-4DF0-BDDB-2283243FD314}" srcOrd="0" destOrd="0" presId="urn:microsoft.com/office/officeart/2005/8/layout/default"/>
    <dgm:cxn modelId="{8B0C4614-4858-4922-8E1A-64541DC80638}" type="presOf" srcId="{8806C90B-6CE7-4D62-BE80-5C7321DAE5DD}" destId="{66340DD5-9B86-4AEC-B5B1-65844E1CA383}" srcOrd="0" destOrd="0" presId="urn:microsoft.com/office/officeart/2005/8/layout/default"/>
    <dgm:cxn modelId="{4088921D-D116-43ED-9646-E05EAA2CEAB5}" type="presOf" srcId="{0868BDFA-0C52-484D-A0F8-AC6351F7B242}" destId="{7793D045-3472-4552-9015-DBBA84D6B26F}" srcOrd="0" destOrd="0" presId="urn:microsoft.com/office/officeart/2005/8/layout/default"/>
    <dgm:cxn modelId="{1F4ACC40-8D41-4339-8CE4-1EFBB241BA83}" type="presOf" srcId="{791317FE-E371-49EA-A1D4-EB7352FA78A8}" destId="{EEFA2F96-67A5-4916-B12F-68D7929EC0AA}" srcOrd="0" destOrd="0" presId="urn:microsoft.com/office/officeart/2005/8/layout/default"/>
    <dgm:cxn modelId="{8A780C45-B32F-4900-A539-91C1F0CA33D4}" type="presOf" srcId="{33AF3075-134E-4D65-8A1B-D8AA67AD399A}" destId="{B9E3E4C6-544A-4E87-9781-AFAC5546CCFE}" srcOrd="0" destOrd="0" presId="urn:microsoft.com/office/officeart/2005/8/layout/default"/>
    <dgm:cxn modelId="{0A0D404F-AEC3-444D-8C10-20339195251C}" srcId="{8806C90B-6CE7-4D62-BE80-5C7321DAE5DD}" destId="{AE79ADCE-C726-4D33-9634-C557B9136869}" srcOrd="2" destOrd="0" parTransId="{CD34A36A-C8C7-47D7-9646-7AC7F50C1DAE}" sibTransId="{0AE71143-526F-429C-BB41-368A95F417A5}"/>
    <dgm:cxn modelId="{F01DDA77-D5CC-43B8-BACC-5F3E4C785C29}" srcId="{8806C90B-6CE7-4D62-BE80-5C7321DAE5DD}" destId="{33AF3075-134E-4D65-8A1B-D8AA67AD399A}" srcOrd="5" destOrd="0" parTransId="{AFD69E55-274B-40FC-BF77-B53F9C361CD0}" sibTransId="{CD0C42E7-1F9C-4C62-8230-DA1DB5BE9EEB}"/>
    <dgm:cxn modelId="{DED6F19A-48D3-4951-8AA8-D72DD293B972}" srcId="{8806C90B-6CE7-4D62-BE80-5C7321DAE5DD}" destId="{DD895939-F6CB-4481-914B-07841AB148EC}" srcOrd="0" destOrd="0" parTransId="{E08798E9-972B-498D-8D9F-055D99471807}" sibTransId="{0F17B32B-5381-4320-9757-51305CC46257}"/>
    <dgm:cxn modelId="{B6FE63AA-2A0F-4808-8B97-996BC610F039}" srcId="{8806C90B-6CE7-4D62-BE80-5C7321DAE5DD}" destId="{791317FE-E371-49EA-A1D4-EB7352FA78A8}" srcOrd="1" destOrd="0" parTransId="{B08D82BD-00AE-47A5-B14D-5F96382FD54F}" sibTransId="{E6DC8983-E88B-48C7-928C-920DECDCF2F4}"/>
    <dgm:cxn modelId="{96160CC2-7957-4F85-A049-64F01794AF17}" srcId="{8806C90B-6CE7-4D62-BE80-5C7321DAE5DD}" destId="{0868BDFA-0C52-484D-A0F8-AC6351F7B242}" srcOrd="4" destOrd="0" parTransId="{60705A79-C472-43B6-87FC-E4CADE65A2AA}" sibTransId="{E8A0DD16-B265-42F0-B7BC-A7A98E186666}"/>
    <dgm:cxn modelId="{37D4B6EA-0BEA-4392-9068-C95E1AFAA217}" type="presOf" srcId="{AE79ADCE-C726-4D33-9634-C557B9136869}" destId="{0AB0DA9C-2F59-4012-ADDA-CD95D66E402A}" srcOrd="0" destOrd="0" presId="urn:microsoft.com/office/officeart/2005/8/layout/default"/>
    <dgm:cxn modelId="{0E153025-6974-4601-BBCB-3B496B8D1196}" type="presParOf" srcId="{66340DD5-9B86-4AEC-B5B1-65844E1CA383}" destId="{B4F0AA6A-08D3-4DF0-BDDB-2283243FD314}" srcOrd="0" destOrd="0" presId="urn:microsoft.com/office/officeart/2005/8/layout/default"/>
    <dgm:cxn modelId="{FAF2A3BC-91AB-4E2D-8F36-4FFC401169BA}" type="presParOf" srcId="{66340DD5-9B86-4AEC-B5B1-65844E1CA383}" destId="{CA96FBF3-595B-4EF2-98EB-9CE376127693}" srcOrd="1" destOrd="0" presId="urn:microsoft.com/office/officeart/2005/8/layout/default"/>
    <dgm:cxn modelId="{B4EA9EB1-4EE4-4E35-9568-4E1217D47FD5}" type="presParOf" srcId="{66340DD5-9B86-4AEC-B5B1-65844E1CA383}" destId="{EEFA2F96-67A5-4916-B12F-68D7929EC0AA}" srcOrd="2" destOrd="0" presId="urn:microsoft.com/office/officeart/2005/8/layout/default"/>
    <dgm:cxn modelId="{1CF0A034-6E67-457F-92B7-1196674AA363}" type="presParOf" srcId="{66340DD5-9B86-4AEC-B5B1-65844E1CA383}" destId="{8223D731-6788-4278-ADD3-730D058AA101}" srcOrd="3" destOrd="0" presId="urn:microsoft.com/office/officeart/2005/8/layout/default"/>
    <dgm:cxn modelId="{3C96F149-615B-4B38-A5DD-CFD669478DE0}" type="presParOf" srcId="{66340DD5-9B86-4AEC-B5B1-65844E1CA383}" destId="{0AB0DA9C-2F59-4012-ADDA-CD95D66E402A}" srcOrd="4" destOrd="0" presId="urn:microsoft.com/office/officeart/2005/8/layout/default"/>
    <dgm:cxn modelId="{CEB35622-7B04-43D1-B5C1-569290D50693}" type="presParOf" srcId="{66340DD5-9B86-4AEC-B5B1-65844E1CA383}" destId="{7790E189-8637-44E8-A748-ECE5D74B24CD}" srcOrd="5" destOrd="0" presId="urn:microsoft.com/office/officeart/2005/8/layout/default"/>
    <dgm:cxn modelId="{ECEA1D1F-3F45-49C0-8815-323903882A26}" type="presParOf" srcId="{66340DD5-9B86-4AEC-B5B1-65844E1CA383}" destId="{CECDBEF3-702C-4BC5-9076-19F978DE3523}" srcOrd="6" destOrd="0" presId="urn:microsoft.com/office/officeart/2005/8/layout/default"/>
    <dgm:cxn modelId="{A78C812C-A22C-496C-8C47-4D5672F751F3}" type="presParOf" srcId="{66340DD5-9B86-4AEC-B5B1-65844E1CA383}" destId="{D72B26A1-24A9-4EA3-9E9A-AA25D9D07975}" srcOrd="7" destOrd="0" presId="urn:microsoft.com/office/officeart/2005/8/layout/default"/>
    <dgm:cxn modelId="{6CCC91BC-FA23-499F-8AA7-014B5BD42BA2}" type="presParOf" srcId="{66340DD5-9B86-4AEC-B5B1-65844E1CA383}" destId="{7793D045-3472-4552-9015-DBBA84D6B26F}" srcOrd="8" destOrd="0" presId="urn:microsoft.com/office/officeart/2005/8/layout/default"/>
    <dgm:cxn modelId="{EBC18EEC-9580-4A91-B9DB-309BAEF492A1}" type="presParOf" srcId="{66340DD5-9B86-4AEC-B5B1-65844E1CA383}" destId="{636066A1-3B8D-4626-8A60-F0056C587AF7}" srcOrd="9" destOrd="0" presId="urn:microsoft.com/office/officeart/2005/8/layout/default"/>
    <dgm:cxn modelId="{557F878C-8D0B-4EDB-AF74-A719DA353CA2}" type="presParOf" srcId="{66340DD5-9B86-4AEC-B5B1-65844E1CA383}" destId="{B9E3E4C6-544A-4E87-9781-AFAC5546CCF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D4B45-8AE3-4603-BD7E-3601F886F881}">
      <dsp:nvSpPr>
        <dsp:cNvPr id="0" name=""/>
        <dsp:cNvSpPr/>
      </dsp:nvSpPr>
      <dsp:spPr>
        <a:xfrm>
          <a:off x="1283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Brand awareness</a:t>
          </a:r>
        </a:p>
      </dsp:txBody>
      <dsp:txXfrm>
        <a:off x="1283" y="381763"/>
        <a:ext cx="1617389" cy="970433"/>
      </dsp:txXfrm>
    </dsp:sp>
    <dsp:sp modelId="{63F54DA6-D816-4821-AF29-D6B520558F92}">
      <dsp:nvSpPr>
        <dsp:cNvPr id="0" name=""/>
        <dsp:cNvSpPr/>
      </dsp:nvSpPr>
      <dsp:spPr>
        <a:xfrm>
          <a:off x="1780412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Customer retention/Loyalty</a:t>
          </a:r>
        </a:p>
      </dsp:txBody>
      <dsp:txXfrm>
        <a:off x="1780412" y="381763"/>
        <a:ext cx="1617389" cy="970433"/>
      </dsp:txXfrm>
    </dsp:sp>
    <dsp:sp modelId="{7BC42F7E-60A7-4356-B596-F2E0797F338B}">
      <dsp:nvSpPr>
        <dsp:cNvPr id="0" name=""/>
        <dsp:cNvSpPr/>
      </dsp:nvSpPr>
      <dsp:spPr>
        <a:xfrm>
          <a:off x="3559540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Sales</a:t>
          </a:r>
        </a:p>
      </dsp:txBody>
      <dsp:txXfrm>
        <a:off x="3559540" y="381763"/>
        <a:ext cx="1617389" cy="970433"/>
      </dsp:txXfrm>
    </dsp:sp>
    <dsp:sp modelId="{88BECECC-1AA0-44C3-AB48-5E2E5AEFD34A}">
      <dsp:nvSpPr>
        <dsp:cNvPr id="0" name=""/>
        <dsp:cNvSpPr/>
      </dsp:nvSpPr>
      <dsp:spPr>
        <a:xfrm>
          <a:off x="5338669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Lead generation</a:t>
          </a:r>
        </a:p>
      </dsp:txBody>
      <dsp:txXfrm>
        <a:off x="5338669" y="381763"/>
        <a:ext cx="1617389" cy="970433"/>
      </dsp:txXfrm>
    </dsp:sp>
    <dsp:sp modelId="{D3FBC0E5-7197-4A7B-A95F-47364A856CB0}">
      <dsp:nvSpPr>
        <dsp:cNvPr id="0" name=""/>
        <dsp:cNvSpPr/>
      </dsp:nvSpPr>
      <dsp:spPr>
        <a:xfrm>
          <a:off x="7117798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Nurturing leads</a:t>
          </a:r>
        </a:p>
      </dsp:txBody>
      <dsp:txXfrm>
        <a:off x="7117798" y="381763"/>
        <a:ext cx="1617389" cy="970433"/>
      </dsp:txXfrm>
    </dsp:sp>
    <dsp:sp modelId="{A6B962C8-9EAF-4483-99D3-D27FC6BAAE9A}">
      <dsp:nvSpPr>
        <dsp:cNvPr id="0" name=""/>
        <dsp:cNvSpPr/>
      </dsp:nvSpPr>
      <dsp:spPr>
        <a:xfrm>
          <a:off x="8896926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Customer Engagement</a:t>
          </a:r>
        </a:p>
      </dsp:txBody>
      <dsp:txXfrm>
        <a:off x="8896926" y="381763"/>
        <a:ext cx="1617389" cy="970433"/>
      </dsp:txXfrm>
    </dsp:sp>
    <dsp:sp modelId="{6891C821-F835-401E-84E7-66F19C2706EA}">
      <dsp:nvSpPr>
        <dsp:cNvPr id="0" name=""/>
        <dsp:cNvSpPr/>
      </dsp:nvSpPr>
      <dsp:spPr>
        <a:xfrm>
          <a:off x="1283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Product promotion/discounts</a:t>
          </a:r>
        </a:p>
      </dsp:txBody>
      <dsp:txXfrm>
        <a:off x="1283" y="1513936"/>
        <a:ext cx="1617389" cy="970433"/>
      </dsp:txXfrm>
    </dsp:sp>
    <dsp:sp modelId="{3D5B06A6-B464-4274-8887-F170DD1DE8FB}">
      <dsp:nvSpPr>
        <dsp:cNvPr id="0" name=""/>
        <dsp:cNvSpPr/>
      </dsp:nvSpPr>
      <dsp:spPr>
        <a:xfrm>
          <a:off x="1780412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Educating customers</a:t>
          </a:r>
        </a:p>
      </dsp:txBody>
      <dsp:txXfrm>
        <a:off x="1780412" y="1513936"/>
        <a:ext cx="1617389" cy="970433"/>
      </dsp:txXfrm>
    </dsp:sp>
    <dsp:sp modelId="{0F299165-2A90-4ECB-B8D3-81ED6D4C9E86}">
      <dsp:nvSpPr>
        <dsp:cNvPr id="0" name=""/>
        <dsp:cNvSpPr/>
      </dsp:nvSpPr>
      <dsp:spPr>
        <a:xfrm>
          <a:off x="3559540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Driving website traffic</a:t>
          </a:r>
        </a:p>
      </dsp:txBody>
      <dsp:txXfrm>
        <a:off x="3559540" y="1513936"/>
        <a:ext cx="1617389" cy="970433"/>
      </dsp:txXfrm>
    </dsp:sp>
    <dsp:sp modelId="{E77C9D7B-AA12-4CA4-8E8B-66B1820EC125}">
      <dsp:nvSpPr>
        <dsp:cNvPr id="0" name=""/>
        <dsp:cNvSpPr/>
      </dsp:nvSpPr>
      <dsp:spPr>
        <a:xfrm>
          <a:off x="5338669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Boosting social media presence</a:t>
          </a:r>
        </a:p>
      </dsp:txBody>
      <dsp:txXfrm>
        <a:off x="5338669" y="1513936"/>
        <a:ext cx="1617389" cy="970433"/>
      </dsp:txXfrm>
    </dsp:sp>
    <dsp:sp modelId="{4C8EFE8C-1091-4D3A-A237-8E17CDBD3081}">
      <dsp:nvSpPr>
        <dsp:cNvPr id="0" name=""/>
        <dsp:cNvSpPr/>
      </dsp:nvSpPr>
      <dsp:spPr>
        <a:xfrm>
          <a:off x="7117798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Feedback generation</a:t>
          </a:r>
        </a:p>
      </dsp:txBody>
      <dsp:txXfrm>
        <a:off x="7117798" y="1513936"/>
        <a:ext cx="1617389" cy="970433"/>
      </dsp:txXfrm>
    </dsp:sp>
    <dsp:sp modelId="{E9368AD5-0A9E-4802-899E-02564119797E}">
      <dsp:nvSpPr>
        <dsp:cNvPr id="0" name=""/>
        <dsp:cNvSpPr/>
      </dsp:nvSpPr>
      <dsp:spPr>
        <a:xfrm>
          <a:off x="8896926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Conducting surveys</a:t>
          </a:r>
        </a:p>
      </dsp:txBody>
      <dsp:txXfrm>
        <a:off x="8896926" y="1513936"/>
        <a:ext cx="1617389" cy="970433"/>
      </dsp:txXfrm>
    </dsp:sp>
    <dsp:sp modelId="{1497E0CD-5AD5-427F-B352-31C443F0E045}">
      <dsp:nvSpPr>
        <dsp:cNvPr id="0" name=""/>
        <dsp:cNvSpPr/>
      </dsp:nvSpPr>
      <dsp:spPr>
        <a:xfrm>
          <a:off x="1780412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Announcing events</a:t>
          </a:r>
        </a:p>
      </dsp:txBody>
      <dsp:txXfrm>
        <a:off x="1780412" y="2646108"/>
        <a:ext cx="1617389" cy="970433"/>
      </dsp:txXfrm>
    </dsp:sp>
    <dsp:sp modelId="{520D919E-F08F-4781-9C00-0E763B5CE234}">
      <dsp:nvSpPr>
        <dsp:cNvPr id="0" name=""/>
        <dsp:cNvSpPr/>
      </dsp:nvSpPr>
      <dsp:spPr>
        <a:xfrm>
          <a:off x="3559540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Sharing news/updates</a:t>
          </a:r>
        </a:p>
      </dsp:txBody>
      <dsp:txXfrm>
        <a:off x="3559540" y="2646108"/>
        <a:ext cx="1617389" cy="970433"/>
      </dsp:txXfrm>
    </dsp:sp>
    <dsp:sp modelId="{2A6746D6-DC27-414A-A107-07A5E1BCB1E1}">
      <dsp:nvSpPr>
        <dsp:cNvPr id="0" name=""/>
        <dsp:cNvSpPr/>
      </dsp:nvSpPr>
      <dsp:spPr>
        <a:xfrm>
          <a:off x="5338669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Cross-selling, up-selling</a:t>
          </a:r>
        </a:p>
      </dsp:txBody>
      <dsp:txXfrm>
        <a:off x="5338669" y="2646108"/>
        <a:ext cx="1617389" cy="970433"/>
      </dsp:txXfrm>
    </dsp:sp>
    <dsp:sp modelId="{F0A982F8-2E50-45B5-AA4D-D14AC7723272}">
      <dsp:nvSpPr>
        <dsp:cNvPr id="0" name=""/>
        <dsp:cNvSpPr/>
      </dsp:nvSpPr>
      <dsp:spPr>
        <a:xfrm>
          <a:off x="7117798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Recovering abandoned carts</a:t>
          </a:r>
        </a:p>
      </dsp:txBody>
      <dsp:txXfrm>
        <a:off x="7117798" y="2646108"/>
        <a:ext cx="1617389" cy="970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0187D-16A2-4E81-BD17-A390F38717ED}">
      <dsp:nvSpPr>
        <dsp:cNvPr id="0" name=""/>
        <dsp:cNvSpPr/>
      </dsp:nvSpPr>
      <dsp:spPr>
        <a:xfrm>
          <a:off x="3245188" y="695015"/>
          <a:ext cx="535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51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98794" y="737904"/>
        <a:ext cx="28305" cy="5661"/>
      </dsp:txXfrm>
    </dsp:sp>
    <dsp:sp modelId="{7B69F3CB-37F6-4912-A08E-467664621C53}">
      <dsp:nvSpPr>
        <dsp:cNvPr id="0" name=""/>
        <dsp:cNvSpPr/>
      </dsp:nvSpPr>
      <dsp:spPr>
        <a:xfrm>
          <a:off x="785607" y="2321"/>
          <a:ext cx="2461380" cy="14768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Define your audience</a:t>
          </a:r>
          <a:endParaRPr lang="en-US" sz="2400" kern="1200" dirty="0"/>
        </a:p>
      </dsp:txBody>
      <dsp:txXfrm>
        <a:off x="785607" y="2321"/>
        <a:ext cx="2461380" cy="1476828"/>
      </dsp:txXfrm>
    </dsp:sp>
    <dsp:sp modelId="{C238F49C-2508-4A66-B07E-DA7D8C70395D}">
      <dsp:nvSpPr>
        <dsp:cNvPr id="0" name=""/>
        <dsp:cNvSpPr/>
      </dsp:nvSpPr>
      <dsp:spPr>
        <a:xfrm>
          <a:off x="2016298" y="1477349"/>
          <a:ext cx="3027498" cy="535517"/>
        </a:xfrm>
        <a:custGeom>
          <a:avLst/>
          <a:gdLst/>
          <a:ahLst/>
          <a:cxnLst/>
          <a:rect l="0" t="0" r="0" b="0"/>
          <a:pathLst>
            <a:path>
              <a:moveTo>
                <a:pt x="3027498" y="0"/>
              </a:moveTo>
              <a:lnTo>
                <a:pt x="3027498" y="284858"/>
              </a:lnTo>
              <a:lnTo>
                <a:pt x="0" y="284858"/>
              </a:lnTo>
              <a:lnTo>
                <a:pt x="0" y="53551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3048" y="1742277"/>
        <a:ext cx="153998" cy="5661"/>
      </dsp:txXfrm>
    </dsp:sp>
    <dsp:sp modelId="{07E5EB25-1ECD-45F5-ADDB-CE98977134C9}">
      <dsp:nvSpPr>
        <dsp:cNvPr id="0" name=""/>
        <dsp:cNvSpPr/>
      </dsp:nvSpPr>
      <dsp:spPr>
        <a:xfrm>
          <a:off x="3813106" y="2321"/>
          <a:ext cx="2461380" cy="14768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Your Goals/Metrics</a:t>
          </a:r>
          <a:endParaRPr lang="en-US" sz="2400" kern="1200" dirty="0"/>
        </a:p>
      </dsp:txBody>
      <dsp:txXfrm>
        <a:off x="3813106" y="2321"/>
        <a:ext cx="2461380" cy="1476828"/>
      </dsp:txXfrm>
    </dsp:sp>
    <dsp:sp modelId="{F66AD82A-E638-40F2-9B19-88BDF51D1D3C}">
      <dsp:nvSpPr>
        <dsp:cNvPr id="0" name=""/>
        <dsp:cNvSpPr/>
      </dsp:nvSpPr>
      <dsp:spPr>
        <a:xfrm>
          <a:off x="3245188" y="2737961"/>
          <a:ext cx="535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517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98794" y="2780850"/>
        <a:ext cx="28305" cy="5661"/>
      </dsp:txXfrm>
    </dsp:sp>
    <dsp:sp modelId="{AA65D9CC-6312-4D87-8651-F56BD2379791}">
      <dsp:nvSpPr>
        <dsp:cNvPr id="0" name=""/>
        <dsp:cNvSpPr/>
      </dsp:nvSpPr>
      <dsp:spPr>
        <a:xfrm>
          <a:off x="785607" y="2045267"/>
          <a:ext cx="2461380" cy="14768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Find ways for people to sign-up</a:t>
          </a:r>
          <a:endParaRPr lang="en-US" sz="2400" kern="1200" dirty="0"/>
        </a:p>
      </dsp:txBody>
      <dsp:txXfrm>
        <a:off x="785607" y="2045267"/>
        <a:ext cx="2461380" cy="1476828"/>
      </dsp:txXfrm>
    </dsp:sp>
    <dsp:sp modelId="{1A4984D3-F870-4713-8617-A6A39F3D025D}">
      <dsp:nvSpPr>
        <dsp:cNvPr id="0" name=""/>
        <dsp:cNvSpPr/>
      </dsp:nvSpPr>
      <dsp:spPr>
        <a:xfrm>
          <a:off x="2016298" y="3520295"/>
          <a:ext cx="3027498" cy="535517"/>
        </a:xfrm>
        <a:custGeom>
          <a:avLst/>
          <a:gdLst/>
          <a:ahLst/>
          <a:cxnLst/>
          <a:rect l="0" t="0" r="0" b="0"/>
          <a:pathLst>
            <a:path>
              <a:moveTo>
                <a:pt x="3027498" y="0"/>
              </a:moveTo>
              <a:lnTo>
                <a:pt x="3027498" y="284858"/>
              </a:lnTo>
              <a:lnTo>
                <a:pt x="0" y="284858"/>
              </a:lnTo>
              <a:lnTo>
                <a:pt x="0" y="535517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3048" y="3785223"/>
        <a:ext cx="153998" cy="5661"/>
      </dsp:txXfrm>
    </dsp:sp>
    <dsp:sp modelId="{AC04D7C5-D1E3-442B-837A-D6CD9DFBF98D}">
      <dsp:nvSpPr>
        <dsp:cNvPr id="0" name=""/>
        <dsp:cNvSpPr/>
      </dsp:nvSpPr>
      <dsp:spPr>
        <a:xfrm>
          <a:off x="3813106" y="2045267"/>
          <a:ext cx="2461380" cy="14768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Email Campaign type</a:t>
          </a:r>
        </a:p>
      </dsp:txBody>
      <dsp:txXfrm>
        <a:off x="3813106" y="2045267"/>
        <a:ext cx="2461380" cy="1476828"/>
      </dsp:txXfrm>
    </dsp:sp>
    <dsp:sp modelId="{656D85A8-8A79-49A8-9AAD-9CE2F700D131}">
      <dsp:nvSpPr>
        <dsp:cNvPr id="0" name=""/>
        <dsp:cNvSpPr/>
      </dsp:nvSpPr>
      <dsp:spPr>
        <a:xfrm>
          <a:off x="3245188" y="4780907"/>
          <a:ext cx="535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517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98794" y="4823796"/>
        <a:ext cx="28305" cy="5661"/>
      </dsp:txXfrm>
    </dsp:sp>
    <dsp:sp modelId="{D344BD0F-E75C-42BC-A85E-B15C0A566F19}">
      <dsp:nvSpPr>
        <dsp:cNvPr id="0" name=""/>
        <dsp:cNvSpPr/>
      </dsp:nvSpPr>
      <dsp:spPr>
        <a:xfrm>
          <a:off x="785607" y="4088213"/>
          <a:ext cx="2461380" cy="14768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Fire Emails</a:t>
          </a:r>
          <a:endParaRPr lang="en-US" sz="2400" kern="1200" dirty="0"/>
        </a:p>
      </dsp:txBody>
      <dsp:txXfrm>
        <a:off x="785607" y="4088213"/>
        <a:ext cx="2461380" cy="1476828"/>
      </dsp:txXfrm>
    </dsp:sp>
    <dsp:sp modelId="{496CDC80-FA38-4FFA-AEA0-63A04950BCF1}">
      <dsp:nvSpPr>
        <dsp:cNvPr id="0" name=""/>
        <dsp:cNvSpPr/>
      </dsp:nvSpPr>
      <dsp:spPr>
        <a:xfrm>
          <a:off x="3813106" y="4088213"/>
          <a:ext cx="2461380" cy="14768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Measure Results</a:t>
          </a:r>
        </a:p>
      </dsp:txBody>
      <dsp:txXfrm>
        <a:off x="3813106" y="4088213"/>
        <a:ext cx="2461380" cy="1476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FB2E9-FB40-4D76-9B0D-5FCE7D27AD96}">
      <dsp:nvSpPr>
        <dsp:cNvPr id="0" name=""/>
        <dsp:cNvSpPr/>
      </dsp:nvSpPr>
      <dsp:spPr>
        <a:xfrm>
          <a:off x="82613" y="76205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E588A-C3EC-401C-B9B0-6F9C6075EA1A}">
      <dsp:nvSpPr>
        <dsp:cNvPr id="0" name=""/>
        <dsp:cNvSpPr/>
      </dsp:nvSpPr>
      <dsp:spPr>
        <a:xfrm>
          <a:off x="271034" y="950472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910B2-20A3-4E04-AFB1-9C858C238081}">
      <dsp:nvSpPr>
        <dsp:cNvPr id="0" name=""/>
        <dsp:cNvSpPr/>
      </dsp:nvSpPr>
      <dsp:spPr>
        <a:xfrm>
          <a:off x="1172126" y="76205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Newsletters</a:t>
          </a:r>
        </a:p>
      </dsp:txBody>
      <dsp:txXfrm>
        <a:off x="1172126" y="762050"/>
        <a:ext cx="2114937" cy="897246"/>
      </dsp:txXfrm>
    </dsp:sp>
    <dsp:sp modelId="{6C1B22A6-34AE-4350-8F0F-02845F7D8454}">
      <dsp:nvSpPr>
        <dsp:cNvPr id="0" name=""/>
        <dsp:cNvSpPr/>
      </dsp:nvSpPr>
      <dsp:spPr>
        <a:xfrm>
          <a:off x="3655575" y="76205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D2206-35B2-4BFE-8B43-647260FE23BD}">
      <dsp:nvSpPr>
        <dsp:cNvPr id="0" name=""/>
        <dsp:cNvSpPr/>
      </dsp:nvSpPr>
      <dsp:spPr>
        <a:xfrm>
          <a:off x="3843996" y="950472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4E79F-0F4C-48A4-986E-23C559C7F57D}">
      <dsp:nvSpPr>
        <dsp:cNvPr id="0" name=""/>
        <dsp:cNvSpPr/>
      </dsp:nvSpPr>
      <dsp:spPr>
        <a:xfrm>
          <a:off x="4745088" y="76205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Webinar</a:t>
          </a:r>
        </a:p>
      </dsp:txBody>
      <dsp:txXfrm>
        <a:off x="4745088" y="762050"/>
        <a:ext cx="2114937" cy="897246"/>
      </dsp:txXfrm>
    </dsp:sp>
    <dsp:sp modelId="{15995B6E-A1E6-441B-ADF6-41C40F0CD1E1}">
      <dsp:nvSpPr>
        <dsp:cNvPr id="0" name=""/>
        <dsp:cNvSpPr/>
      </dsp:nvSpPr>
      <dsp:spPr>
        <a:xfrm>
          <a:off x="7228536" y="76205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7AD37-75F1-45D9-BAF5-00CBF9B9085A}">
      <dsp:nvSpPr>
        <dsp:cNvPr id="0" name=""/>
        <dsp:cNvSpPr/>
      </dsp:nvSpPr>
      <dsp:spPr>
        <a:xfrm>
          <a:off x="7416958" y="950472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D9096-7F55-4E9F-B4DE-276B0236C22B}">
      <dsp:nvSpPr>
        <dsp:cNvPr id="0" name=""/>
        <dsp:cNvSpPr/>
      </dsp:nvSpPr>
      <dsp:spPr>
        <a:xfrm>
          <a:off x="8318049" y="76205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Blogs</a:t>
          </a:r>
        </a:p>
      </dsp:txBody>
      <dsp:txXfrm>
        <a:off x="8318049" y="762050"/>
        <a:ext cx="2114937" cy="897246"/>
      </dsp:txXfrm>
    </dsp:sp>
    <dsp:sp modelId="{77ABD583-D4DB-472C-A94D-B40C869AAA9F}">
      <dsp:nvSpPr>
        <dsp:cNvPr id="0" name=""/>
        <dsp:cNvSpPr/>
      </dsp:nvSpPr>
      <dsp:spPr>
        <a:xfrm>
          <a:off x="82613" y="233900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2718A-5DAB-4098-8783-8E628812C7A9}">
      <dsp:nvSpPr>
        <dsp:cNvPr id="0" name=""/>
        <dsp:cNvSpPr/>
      </dsp:nvSpPr>
      <dsp:spPr>
        <a:xfrm>
          <a:off x="271034" y="2527430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394E6-238E-4159-8C20-E37C69B1FCDB}">
      <dsp:nvSpPr>
        <dsp:cNvPr id="0" name=""/>
        <dsp:cNvSpPr/>
      </dsp:nvSpPr>
      <dsp:spPr>
        <a:xfrm>
          <a:off x="1172126" y="233900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Lead Magnet</a:t>
          </a:r>
        </a:p>
      </dsp:txBody>
      <dsp:txXfrm>
        <a:off x="1172126" y="2339009"/>
        <a:ext cx="2114937" cy="897246"/>
      </dsp:txXfrm>
    </dsp:sp>
    <dsp:sp modelId="{3E41A38E-84DE-47B3-846F-3AC14DB6111A}">
      <dsp:nvSpPr>
        <dsp:cNvPr id="0" name=""/>
        <dsp:cNvSpPr/>
      </dsp:nvSpPr>
      <dsp:spPr>
        <a:xfrm>
          <a:off x="3655575" y="233900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830C8-F909-47A1-8FFC-80122E79F6BC}">
      <dsp:nvSpPr>
        <dsp:cNvPr id="0" name=""/>
        <dsp:cNvSpPr/>
      </dsp:nvSpPr>
      <dsp:spPr>
        <a:xfrm>
          <a:off x="3843996" y="2527430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E3873-AA17-49B3-A74A-47C85F83641C}">
      <dsp:nvSpPr>
        <dsp:cNvPr id="0" name=""/>
        <dsp:cNvSpPr/>
      </dsp:nvSpPr>
      <dsp:spPr>
        <a:xfrm>
          <a:off x="4745088" y="233900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Buy Emails</a:t>
          </a:r>
        </a:p>
      </dsp:txBody>
      <dsp:txXfrm>
        <a:off x="4745088" y="2339009"/>
        <a:ext cx="2114937" cy="897246"/>
      </dsp:txXfrm>
    </dsp:sp>
    <dsp:sp modelId="{6479B15F-6055-4B0C-BCBB-F65D1593AC4D}">
      <dsp:nvSpPr>
        <dsp:cNvPr id="0" name=""/>
        <dsp:cNvSpPr/>
      </dsp:nvSpPr>
      <dsp:spPr>
        <a:xfrm>
          <a:off x="7228536" y="233900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72459-46E5-48CA-BE65-769AAD907464}">
      <dsp:nvSpPr>
        <dsp:cNvPr id="0" name=""/>
        <dsp:cNvSpPr/>
      </dsp:nvSpPr>
      <dsp:spPr>
        <a:xfrm>
          <a:off x="7416958" y="2527430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EF829-3A13-4E26-91AC-C645FE6B0A94}">
      <dsp:nvSpPr>
        <dsp:cNvPr id="0" name=""/>
        <dsp:cNvSpPr/>
      </dsp:nvSpPr>
      <dsp:spPr>
        <a:xfrm>
          <a:off x="8318049" y="233900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Scrapping</a:t>
          </a:r>
        </a:p>
      </dsp:txBody>
      <dsp:txXfrm>
        <a:off x="8318049" y="2339009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3AA1D-9D1C-4858-9C5A-E6DA448AB382}">
      <dsp:nvSpPr>
        <dsp:cNvPr id="0" name=""/>
        <dsp:cNvSpPr/>
      </dsp:nvSpPr>
      <dsp:spPr>
        <a:xfrm>
          <a:off x="478800" y="432093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241CF-1383-43B5-B16D-2A1176E3A366}">
      <dsp:nvSpPr>
        <dsp:cNvPr id="0" name=""/>
        <dsp:cNvSpPr/>
      </dsp:nvSpPr>
      <dsp:spPr>
        <a:xfrm>
          <a:off x="712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93406-2354-4A96-B3FA-9043FC10E113}">
      <dsp:nvSpPr>
        <dsp:cNvPr id="0" name=""/>
        <dsp:cNvSpPr/>
      </dsp:nvSpPr>
      <dsp:spPr>
        <a:xfrm>
          <a:off x="127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Lead form on Website</a:t>
          </a:r>
        </a:p>
      </dsp:txBody>
      <dsp:txXfrm>
        <a:off x="127800" y="1872094"/>
        <a:ext cx="1800000" cy="720000"/>
      </dsp:txXfrm>
    </dsp:sp>
    <dsp:sp modelId="{98BC8455-54C9-444A-9656-286C20850D71}">
      <dsp:nvSpPr>
        <dsp:cNvPr id="0" name=""/>
        <dsp:cNvSpPr/>
      </dsp:nvSpPr>
      <dsp:spPr>
        <a:xfrm>
          <a:off x="2593800" y="432093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AA289-33F2-464B-893A-6410640C8250}">
      <dsp:nvSpPr>
        <dsp:cNvPr id="0" name=""/>
        <dsp:cNvSpPr/>
      </dsp:nvSpPr>
      <dsp:spPr>
        <a:xfrm>
          <a:off x="2827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A402D-33DF-4DFA-B343-585331F1927F}">
      <dsp:nvSpPr>
        <dsp:cNvPr id="0" name=""/>
        <dsp:cNvSpPr/>
      </dsp:nvSpPr>
      <dsp:spPr>
        <a:xfrm>
          <a:off x="2242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Form in your signature</a:t>
          </a:r>
        </a:p>
      </dsp:txBody>
      <dsp:txXfrm>
        <a:off x="2242800" y="1872094"/>
        <a:ext cx="1800000" cy="720000"/>
      </dsp:txXfrm>
    </dsp:sp>
    <dsp:sp modelId="{7F7F12D9-BBA3-40CA-96B1-5AAA04379B20}">
      <dsp:nvSpPr>
        <dsp:cNvPr id="0" name=""/>
        <dsp:cNvSpPr/>
      </dsp:nvSpPr>
      <dsp:spPr>
        <a:xfrm>
          <a:off x="4708800" y="432093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1979F-B5B4-47B5-A0D2-69E2C851D544}">
      <dsp:nvSpPr>
        <dsp:cNvPr id="0" name=""/>
        <dsp:cNvSpPr/>
      </dsp:nvSpPr>
      <dsp:spPr>
        <a:xfrm>
          <a:off x="4942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46101-AFF0-4230-9088-48A23B7EB017}">
      <dsp:nvSpPr>
        <dsp:cNvPr id="0" name=""/>
        <dsp:cNvSpPr/>
      </dsp:nvSpPr>
      <dsp:spPr>
        <a:xfrm>
          <a:off x="4357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Form on your Social Media  page</a:t>
          </a:r>
        </a:p>
      </dsp:txBody>
      <dsp:txXfrm>
        <a:off x="4357800" y="1872094"/>
        <a:ext cx="1800000" cy="720000"/>
      </dsp:txXfrm>
    </dsp:sp>
    <dsp:sp modelId="{7A9E27CC-7FB5-40FD-B730-BE615C4FB9A4}">
      <dsp:nvSpPr>
        <dsp:cNvPr id="0" name=""/>
        <dsp:cNvSpPr/>
      </dsp:nvSpPr>
      <dsp:spPr>
        <a:xfrm>
          <a:off x="6823800" y="432093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C92A9-BF0D-4F51-AC73-ABDFA2CB628C}">
      <dsp:nvSpPr>
        <dsp:cNvPr id="0" name=""/>
        <dsp:cNvSpPr/>
      </dsp:nvSpPr>
      <dsp:spPr>
        <a:xfrm>
          <a:off x="7057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7957C-BF7B-4B69-8E67-A949320E83A6}">
      <dsp:nvSpPr>
        <dsp:cNvPr id="0" name=""/>
        <dsp:cNvSpPr/>
      </dsp:nvSpPr>
      <dsp:spPr>
        <a:xfrm>
          <a:off x="6472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Lead Magnets</a:t>
          </a:r>
        </a:p>
      </dsp:txBody>
      <dsp:txXfrm>
        <a:off x="6472800" y="1872094"/>
        <a:ext cx="1800000" cy="720000"/>
      </dsp:txXfrm>
    </dsp:sp>
    <dsp:sp modelId="{8CD6D161-E5FA-4B70-B348-2F31722A3490}">
      <dsp:nvSpPr>
        <dsp:cNvPr id="0" name=""/>
        <dsp:cNvSpPr/>
      </dsp:nvSpPr>
      <dsp:spPr>
        <a:xfrm>
          <a:off x="8938800" y="432093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13839-CE6D-40FF-9084-4C5CB1977F74}">
      <dsp:nvSpPr>
        <dsp:cNvPr id="0" name=""/>
        <dsp:cNvSpPr/>
      </dsp:nvSpPr>
      <dsp:spPr>
        <a:xfrm>
          <a:off x="9172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0D27A-6471-4560-94AA-5FCA097B2EF0}">
      <dsp:nvSpPr>
        <dsp:cNvPr id="0" name=""/>
        <dsp:cNvSpPr/>
      </dsp:nvSpPr>
      <dsp:spPr>
        <a:xfrm>
          <a:off x="8587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Facebook Ads</a:t>
          </a:r>
        </a:p>
      </dsp:txBody>
      <dsp:txXfrm>
        <a:off x="8587800" y="1872094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FE21D-B2F3-41F5-8F09-1CBA2189E163}">
      <dsp:nvSpPr>
        <dsp:cNvPr id="0" name=""/>
        <dsp:cNvSpPr/>
      </dsp:nvSpPr>
      <dsp:spPr>
        <a:xfrm>
          <a:off x="504309" y="83239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C6536-04AD-420C-9D5B-27D9A4CC39C2}">
      <dsp:nvSpPr>
        <dsp:cNvPr id="0" name=""/>
        <dsp:cNvSpPr/>
      </dsp:nvSpPr>
      <dsp:spPr>
        <a:xfrm>
          <a:off x="677378" y="256307"/>
          <a:ext cx="477998" cy="477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37E94-FC6E-416B-950E-48481B73F465}">
      <dsp:nvSpPr>
        <dsp:cNvPr id="0" name=""/>
        <dsp:cNvSpPr/>
      </dsp:nvSpPr>
      <dsp:spPr>
        <a:xfrm>
          <a:off x="1505044" y="83239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eBooks</a:t>
          </a:r>
        </a:p>
      </dsp:txBody>
      <dsp:txXfrm>
        <a:off x="1505044" y="83239"/>
        <a:ext cx="1942602" cy="824134"/>
      </dsp:txXfrm>
    </dsp:sp>
    <dsp:sp modelId="{C0928D2E-B61D-4CC8-BAB1-D09D36C8BF8A}">
      <dsp:nvSpPr>
        <dsp:cNvPr id="0" name=""/>
        <dsp:cNvSpPr/>
      </dsp:nvSpPr>
      <dsp:spPr>
        <a:xfrm>
          <a:off x="3786131" y="83239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7F4C6-F3B7-4C44-ADCF-3641AC037E1F}">
      <dsp:nvSpPr>
        <dsp:cNvPr id="0" name=""/>
        <dsp:cNvSpPr/>
      </dsp:nvSpPr>
      <dsp:spPr>
        <a:xfrm>
          <a:off x="3959199" y="256307"/>
          <a:ext cx="477998" cy="477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7D88B-C5C2-44D9-98B5-F8BB6EC5C3C9}">
      <dsp:nvSpPr>
        <dsp:cNvPr id="0" name=""/>
        <dsp:cNvSpPr/>
      </dsp:nvSpPr>
      <dsp:spPr>
        <a:xfrm>
          <a:off x="4786866" y="83239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cheat sheet of tups or resources</a:t>
          </a:r>
        </a:p>
      </dsp:txBody>
      <dsp:txXfrm>
        <a:off x="4786866" y="83239"/>
        <a:ext cx="1942602" cy="824134"/>
      </dsp:txXfrm>
    </dsp:sp>
    <dsp:sp modelId="{47CB1D00-C4CF-4B39-AEAF-B1CEE036C021}">
      <dsp:nvSpPr>
        <dsp:cNvPr id="0" name=""/>
        <dsp:cNvSpPr/>
      </dsp:nvSpPr>
      <dsp:spPr>
        <a:xfrm>
          <a:off x="7067952" y="83239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FC893-34CD-4F77-B52B-51ACC3C7BAFD}">
      <dsp:nvSpPr>
        <dsp:cNvPr id="0" name=""/>
        <dsp:cNvSpPr/>
      </dsp:nvSpPr>
      <dsp:spPr>
        <a:xfrm>
          <a:off x="7241020" y="256307"/>
          <a:ext cx="477998" cy="4779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F05F2-ED75-46EB-931B-3BFE4DE507D3}">
      <dsp:nvSpPr>
        <dsp:cNvPr id="0" name=""/>
        <dsp:cNvSpPr/>
      </dsp:nvSpPr>
      <dsp:spPr>
        <a:xfrm>
          <a:off x="8068687" y="83239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White papers or case studies</a:t>
          </a:r>
        </a:p>
      </dsp:txBody>
      <dsp:txXfrm>
        <a:off x="8068687" y="83239"/>
        <a:ext cx="1942602" cy="824134"/>
      </dsp:txXfrm>
    </dsp:sp>
    <dsp:sp modelId="{5E6BFA92-2BA0-4D9F-BF3A-6DDFA847D745}">
      <dsp:nvSpPr>
        <dsp:cNvPr id="0" name=""/>
        <dsp:cNvSpPr/>
      </dsp:nvSpPr>
      <dsp:spPr>
        <a:xfrm>
          <a:off x="504309" y="1587085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5762A-AE78-4B86-9BEF-1D9E0207B6F2}">
      <dsp:nvSpPr>
        <dsp:cNvPr id="0" name=""/>
        <dsp:cNvSpPr/>
      </dsp:nvSpPr>
      <dsp:spPr>
        <a:xfrm>
          <a:off x="677378" y="1760153"/>
          <a:ext cx="477998" cy="4779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00730-B339-470B-8C29-F35B53A2BA51}">
      <dsp:nvSpPr>
        <dsp:cNvPr id="0" name=""/>
        <dsp:cNvSpPr/>
      </dsp:nvSpPr>
      <dsp:spPr>
        <a:xfrm>
          <a:off x="1505044" y="1587085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Webinar</a:t>
          </a:r>
        </a:p>
      </dsp:txBody>
      <dsp:txXfrm>
        <a:off x="1505044" y="1587085"/>
        <a:ext cx="1942602" cy="824134"/>
      </dsp:txXfrm>
    </dsp:sp>
    <dsp:sp modelId="{B95E984C-E5AE-40B7-A1A2-9A1F7225EA68}">
      <dsp:nvSpPr>
        <dsp:cNvPr id="0" name=""/>
        <dsp:cNvSpPr/>
      </dsp:nvSpPr>
      <dsp:spPr>
        <a:xfrm>
          <a:off x="3786131" y="1587085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BC50A-F0FB-441C-9804-9094176A5F42}">
      <dsp:nvSpPr>
        <dsp:cNvPr id="0" name=""/>
        <dsp:cNvSpPr/>
      </dsp:nvSpPr>
      <dsp:spPr>
        <a:xfrm>
          <a:off x="3959199" y="1760153"/>
          <a:ext cx="477998" cy="4779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BBA7F-A70D-4CF3-B0A9-852ED6C63770}">
      <dsp:nvSpPr>
        <dsp:cNvPr id="0" name=""/>
        <dsp:cNvSpPr/>
      </dsp:nvSpPr>
      <dsp:spPr>
        <a:xfrm>
          <a:off x="4786866" y="1587085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trials or samples</a:t>
          </a:r>
        </a:p>
      </dsp:txBody>
      <dsp:txXfrm>
        <a:off x="4786866" y="1587085"/>
        <a:ext cx="1942602" cy="824134"/>
      </dsp:txXfrm>
    </dsp:sp>
    <dsp:sp modelId="{F347DA8A-B6B0-4D8C-ADF9-E96AC518AA30}">
      <dsp:nvSpPr>
        <dsp:cNvPr id="0" name=""/>
        <dsp:cNvSpPr/>
      </dsp:nvSpPr>
      <dsp:spPr>
        <a:xfrm>
          <a:off x="7067952" y="1587085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2E072-2290-46AB-B85C-65180A48013B}">
      <dsp:nvSpPr>
        <dsp:cNvPr id="0" name=""/>
        <dsp:cNvSpPr/>
      </dsp:nvSpPr>
      <dsp:spPr>
        <a:xfrm>
          <a:off x="7241020" y="1760153"/>
          <a:ext cx="477998" cy="47799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F4443-1E88-4077-AA92-705F9FAC02D6}">
      <dsp:nvSpPr>
        <dsp:cNvPr id="0" name=""/>
        <dsp:cNvSpPr/>
      </dsp:nvSpPr>
      <dsp:spPr>
        <a:xfrm>
          <a:off x="8068687" y="1587085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quote or consultation</a:t>
          </a:r>
        </a:p>
      </dsp:txBody>
      <dsp:txXfrm>
        <a:off x="8068687" y="1587085"/>
        <a:ext cx="1942602" cy="824134"/>
      </dsp:txXfrm>
    </dsp:sp>
    <dsp:sp modelId="{368BC032-704C-4F7F-B466-BEA46334EDF4}">
      <dsp:nvSpPr>
        <dsp:cNvPr id="0" name=""/>
        <dsp:cNvSpPr/>
      </dsp:nvSpPr>
      <dsp:spPr>
        <a:xfrm>
          <a:off x="504309" y="3090932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86476-6218-44AE-8021-51E7708478A1}">
      <dsp:nvSpPr>
        <dsp:cNvPr id="0" name=""/>
        <dsp:cNvSpPr/>
      </dsp:nvSpPr>
      <dsp:spPr>
        <a:xfrm>
          <a:off x="677378" y="3264000"/>
          <a:ext cx="477998" cy="47799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E3B5E-0B93-4257-AB4D-D5E80E06CD0D}">
      <dsp:nvSpPr>
        <dsp:cNvPr id="0" name=""/>
        <dsp:cNvSpPr/>
      </dsp:nvSpPr>
      <dsp:spPr>
        <a:xfrm>
          <a:off x="1505044" y="3090932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self-assessment</a:t>
          </a:r>
        </a:p>
      </dsp:txBody>
      <dsp:txXfrm>
        <a:off x="1505044" y="3090932"/>
        <a:ext cx="1942602" cy="8241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0AA6A-08D3-4DF0-BDDB-2283243FD314}">
      <dsp:nvSpPr>
        <dsp:cNvPr id="0" name=""/>
        <dsp:cNvSpPr/>
      </dsp:nvSpPr>
      <dsp:spPr>
        <a:xfrm>
          <a:off x="336827" y="8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Solves a real problem</a:t>
          </a:r>
        </a:p>
      </dsp:txBody>
      <dsp:txXfrm>
        <a:off x="336827" y="8"/>
        <a:ext cx="3075607" cy="1845364"/>
      </dsp:txXfrm>
    </dsp:sp>
    <dsp:sp modelId="{EEFA2F96-67A5-4916-B12F-68D7929EC0AA}">
      <dsp:nvSpPr>
        <dsp:cNvPr id="0" name=""/>
        <dsp:cNvSpPr/>
      </dsp:nvSpPr>
      <dsp:spPr>
        <a:xfrm>
          <a:off x="3719996" y="8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Super specific</a:t>
          </a:r>
        </a:p>
      </dsp:txBody>
      <dsp:txXfrm>
        <a:off x="3719996" y="8"/>
        <a:ext cx="3075607" cy="1845364"/>
      </dsp:txXfrm>
    </dsp:sp>
    <dsp:sp modelId="{0AB0DA9C-2F59-4012-ADDA-CD95D66E402A}">
      <dsp:nvSpPr>
        <dsp:cNvPr id="0" name=""/>
        <dsp:cNvSpPr/>
      </dsp:nvSpPr>
      <dsp:spPr>
        <a:xfrm>
          <a:off x="7103164" y="8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Quick to consume</a:t>
          </a:r>
        </a:p>
      </dsp:txBody>
      <dsp:txXfrm>
        <a:off x="7103164" y="8"/>
        <a:ext cx="3075607" cy="1845364"/>
      </dsp:txXfrm>
    </dsp:sp>
    <dsp:sp modelId="{CECDBEF3-702C-4BC5-9076-19F978DE3523}">
      <dsp:nvSpPr>
        <dsp:cNvPr id="0" name=""/>
        <dsp:cNvSpPr/>
      </dsp:nvSpPr>
      <dsp:spPr>
        <a:xfrm>
          <a:off x="336827" y="2152933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High value</a:t>
          </a:r>
        </a:p>
      </dsp:txBody>
      <dsp:txXfrm>
        <a:off x="336827" y="2152933"/>
        <a:ext cx="3075607" cy="1845364"/>
      </dsp:txXfrm>
    </dsp:sp>
    <dsp:sp modelId="{7793D045-3472-4552-9015-DBBA84D6B26F}">
      <dsp:nvSpPr>
        <dsp:cNvPr id="0" name=""/>
        <dsp:cNvSpPr/>
      </dsp:nvSpPr>
      <dsp:spPr>
        <a:xfrm>
          <a:off x="3719996" y="2152933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Instantly accessible</a:t>
          </a:r>
        </a:p>
      </dsp:txBody>
      <dsp:txXfrm>
        <a:off x="3719996" y="2152933"/>
        <a:ext cx="3075607" cy="1845364"/>
      </dsp:txXfrm>
    </dsp:sp>
    <dsp:sp modelId="{B9E3E4C6-544A-4E87-9781-AFAC5546CCFE}">
      <dsp:nvSpPr>
        <dsp:cNvPr id="0" name=""/>
        <dsp:cNvSpPr/>
      </dsp:nvSpPr>
      <dsp:spPr>
        <a:xfrm>
          <a:off x="7103164" y="2152933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Demonstrates your expertise</a:t>
          </a:r>
        </a:p>
      </dsp:txBody>
      <dsp:txXfrm>
        <a:off x="7103164" y="2152933"/>
        <a:ext cx="3075607" cy="1845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2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4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8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2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9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1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5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6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7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9/19/2023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8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chimp.com/?_ga=2.238659136.1185132344.1695183837-2094033705.1694250314&amp;_gac=1.216723300.1695183845.CjwKCAjwjaWoBhAmEiwAXz8DBWg6hqsaHbRcXmz3KQqytZNLrrVEse3V-fitq64ZcrstzbRiqZP-jhoCqMcQAvD_Bw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6858000" cy="2387600"/>
          </a:xfrm>
        </p:spPr>
        <p:txBody>
          <a:bodyPr>
            <a:normAutofit/>
          </a:bodyPr>
          <a:lstStyle/>
          <a:p>
            <a:pPr algn="l"/>
            <a:r>
              <a:rPr lang="en-US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Calibri Light"/>
              </a:rPr>
              <a:t>Email Marketing</a:t>
            </a:r>
            <a:endParaRPr lang="en-US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6858000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200">
                <a:solidFill>
                  <a:schemeClr val="tx2">
                    <a:alpha val="60000"/>
                  </a:schemeClr>
                </a:solidFill>
                <a:cs typeface="Calibri"/>
              </a:rPr>
              <a:t>Anshu Sharma</a:t>
            </a:r>
            <a:endParaRPr 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24" name="Picture 23" descr="Colourful envelopes">
            <a:extLst>
              <a:ext uri="{FF2B5EF4-FFF2-40B4-BE49-F238E27FC236}">
                <a16:creationId xmlns:a16="http://schemas.microsoft.com/office/drawing/2014/main" id="{5D28B31A-A65C-7CC1-D336-454BA90A11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26320" r="33677" b="4"/>
          <a:stretch/>
        </p:blipFill>
        <p:spPr>
          <a:xfrm>
            <a:off x="8069579" y="10"/>
            <a:ext cx="4110228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C53C-C69C-6EE5-D261-C6BE0288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Objectives of email marketing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EF3B8C-96EF-9AB0-D67B-E43BD3E359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690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61DF3E2F-0A88-4C55-8678-0764BF733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9B90B-91A0-2B0E-FC7D-013BBDDE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09600"/>
            <a:ext cx="3200400" cy="5567363"/>
          </a:xfrm>
        </p:spPr>
        <p:txBody>
          <a:bodyPr anchor="ctr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Angsana New"/>
              </a:rPr>
              <a:t>Email Marketing Process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232B05-48C3-9095-8645-D03210061A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559221"/>
              </p:ext>
            </p:extLst>
          </p:nvPr>
        </p:nvGraphicFramePr>
        <p:xfrm>
          <a:off x="4293704" y="609600"/>
          <a:ext cx="7060095" cy="556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93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1500-BC78-7DDE-FB80-8F3E7E1F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ngsana New"/>
              </a:rPr>
              <a:t>How to capture emails? - Find examples online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EB82A64-3671-425E-800F-7054CEE125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463D3C86-18D7-D4BD-94D7-EF6157011CC5}"/>
              </a:ext>
            </a:extLst>
          </p:cNvPr>
          <p:cNvSpPr txBox="1"/>
          <p:nvPr/>
        </p:nvSpPr>
        <p:spPr>
          <a:xfrm>
            <a:off x="5821127" y="5643101"/>
            <a:ext cx="3616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Email Warmup, Delivery rate</a:t>
            </a:r>
          </a:p>
        </p:txBody>
      </p:sp>
    </p:spTree>
    <p:extLst>
      <p:ext uri="{BB962C8B-B14F-4D97-AF65-F5344CB8AC3E}">
        <p14:creationId xmlns:p14="http://schemas.microsoft.com/office/powerpoint/2010/main" val="246589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AE588A-C3EC-401C-B9B0-6F9C6075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17AE588A-C3EC-401C-B9B0-6F9C6075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17AE588A-C3EC-401C-B9B0-6F9C6075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5FB2E9-FB40-4D76-9B0D-5FCE7D27A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graphicEl>
                                              <a:dgm id="{585FB2E9-FB40-4D76-9B0D-5FCE7D27A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585FB2E9-FB40-4D76-9B0D-5FCE7D27A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4910B2-20A3-4E04-AFB1-9C858C238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graphicEl>
                                              <a:dgm id="{5A4910B2-20A3-4E04-AFB1-9C858C238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graphicEl>
                                              <a:dgm id="{5A4910B2-20A3-4E04-AFB1-9C858C238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2D2206-35B2-4BFE-8B43-647260FE2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graphicEl>
                                              <a:dgm id="{722D2206-35B2-4BFE-8B43-647260FE2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722D2206-35B2-4BFE-8B43-647260FE2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1B22A6-34AE-4350-8F0F-02845F7D8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dgm id="{6C1B22A6-34AE-4350-8F0F-02845F7D8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graphicEl>
                                              <a:dgm id="{6C1B22A6-34AE-4350-8F0F-02845F7D8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24E79F-0F4C-48A4-986E-23C559C7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graphicEl>
                                              <a:dgm id="{4D24E79F-0F4C-48A4-986E-23C559C7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graphicEl>
                                              <a:dgm id="{4D24E79F-0F4C-48A4-986E-23C559C7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B57AD37-75F1-45D9-BAF5-00CBF9B90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graphicEl>
                                              <a:dgm id="{AB57AD37-75F1-45D9-BAF5-00CBF9B90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graphicEl>
                                              <a:dgm id="{AB57AD37-75F1-45D9-BAF5-00CBF9B90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995B6E-A1E6-441B-ADF6-41C40F0CD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graphicEl>
                                              <a:dgm id="{15995B6E-A1E6-441B-ADF6-41C40F0CD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graphicEl>
                                              <a:dgm id="{15995B6E-A1E6-441B-ADF6-41C40F0CD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3D9096-7F55-4E9F-B4DE-276B0236C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graphicEl>
                                              <a:dgm id="{3B3D9096-7F55-4E9F-B4DE-276B0236C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graphicEl>
                                              <a:dgm id="{3B3D9096-7F55-4E9F-B4DE-276B0236C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22718A-5DAB-4098-8783-8E628812C7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graphicEl>
                                              <a:dgm id="{DE22718A-5DAB-4098-8783-8E628812C7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graphicEl>
                                              <a:dgm id="{DE22718A-5DAB-4098-8783-8E628812C7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ABD583-D4DB-472C-A94D-B40C869AA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graphicEl>
                                              <a:dgm id="{77ABD583-D4DB-472C-A94D-B40C869AA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graphicEl>
                                              <a:dgm id="{77ABD583-D4DB-472C-A94D-B40C869AA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8394E6-238E-4159-8C20-E37C69B1FC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graphicEl>
                                              <a:dgm id="{008394E6-238E-4159-8C20-E37C69B1FC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graphicEl>
                                              <a:dgm id="{008394E6-238E-4159-8C20-E37C69B1FC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2F830C8-F909-47A1-8FFC-80122E79F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graphicEl>
                                              <a:dgm id="{42F830C8-F909-47A1-8FFC-80122E79F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graphicEl>
                                              <a:dgm id="{42F830C8-F909-47A1-8FFC-80122E79F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E41A38E-84DE-47B3-846F-3AC14DB61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graphicEl>
                                              <a:dgm id="{3E41A38E-84DE-47B3-846F-3AC14DB61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graphicEl>
                                              <a:dgm id="{3E41A38E-84DE-47B3-846F-3AC14DB61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2E3873-AA17-49B3-A74A-47C85F836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graphicEl>
                                              <a:dgm id="{C62E3873-AA17-49B3-A74A-47C85F836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graphicEl>
                                              <a:dgm id="{C62E3873-AA17-49B3-A74A-47C85F836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572459-46E5-48CA-BE65-769AAD907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graphicEl>
                                              <a:dgm id="{12572459-46E5-48CA-BE65-769AAD907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graphicEl>
                                              <a:dgm id="{12572459-46E5-48CA-BE65-769AAD907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79B15F-6055-4B0C-BCBB-F65D1593A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graphicEl>
                                              <a:dgm id="{6479B15F-6055-4B0C-BCBB-F65D1593A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graphicEl>
                                              <a:dgm id="{6479B15F-6055-4B0C-BCBB-F65D1593A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BAEF829-3A13-4E26-91AC-C645FE6B0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graphicEl>
                                              <a:dgm id="{BBAEF829-3A13-4E26-91AC-C645FE6B0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graphicEl>
                                              <a:dgm id="{BBAEF829-3A13-4E26-91AC-C645FE6B0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B44B5-9DB3-15B5-21E6-19F4E3CE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2324101"/>
          </a:xfrm>
        </p:spPr>
        <p:txBody>
          <a:bodyPr anchor="ctr">
            <a:normAutofit/>
          </a:bodyPr>
          <a:lstStyle/>
          <a:p>
            <a:pPr algn="ctr"/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Angsana New"/>
              </a:rPr>
              <a:t>Source of Emails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A954B9-C41A-0C8F-4CED-D80F11C95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449693"/>
              </p:ext>
            </p:extLst>
          </p:nvPr>
        </p:nvGraphicFramePr>
        <p:xfrm>
          <a:off x="838200" y="3152775"/>
          <a:ext cx="10515600" cy="3024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103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1583-4186-EC5B-7EB4-4CBEC8AF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ngsana New"/>
              </a:rPr>
              <a:t>What is a Lead Magnets? - Find examples online.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25912A-9672-545F-E2B8-6F191FA804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11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DFE21D-B2F3-41F5-8F09-1CBA2189E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33DFE21D-B2F3-41F5-8F09-1CBA2189E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33DFE21D-B2F3-41F5-8F09-1CBA2189E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8CC6536-04AD-420C-9D5B-27D9A4CC3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8CC6536-04AD-420C-9D5B-27D9A4CC3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8CC6536-04AD-420C-9D5B-27D9A4CC3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137E94-FC6E-416B-950E-48481B73F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C7137E94-FC6E-416B-950E-48481B73F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C7137E94-FC6E-416B-950E-48481B73F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928D2E-B61D-4CC8-BAB1-D09D36C8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0928D2E-B61D-4CC8-BAB1-D09D36C8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0928D2E-B61D-4CC8-BAB1-D09D36C8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77F4C6-F3B7-4C44-ADCF-3641AC03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477F4C6-F3B7-4C44-ADCF-3641AC03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477F4C6-F3B7-4C44-ADCF-3641AC03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97D88B-C5C2-44D9-98B5-F8BB6EC5C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3697D88B-C5C2-44D9-98B5-F8BB6EC5C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3697D88B-C5C2-44D9-98B5-F8BB6EC5C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2FC893-34CD-4F77-B52B-51ACC3C7B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662FC893-34CD-4F77-B52B-51ACC3C7B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662FC893-34CD-4F77-B52B-51ACC3C7B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CB1D00-C4CF-4B39-AEAF-B1CEE036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47CB1D00-C4CF-4B39-AEAF-B1CEE036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47CB1D00-C4CF-4B39-AEAF-B1CEE036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CF05F2-ED75-46EB-931B-3BFE4DE50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A8CF05F2-ED75-46EB-931B-3BFE4DE50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A8CF05F2-ED75-46EB-931B-3BFE4DE50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D5762A-AE78-4B86-9BEF-1D9E0207B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23D5762A-AE78-4B86-9BEF-1D9E0207B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23D5762A-AE78-4B86-9BEF-1D9E0207B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6BFA92-2BA0-4D9F-BF3A-6DDFA847D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5E6BFA92-2BA0-4D9F-BF3A-6DDFA847D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5E6BFA92-2BA0-4D9F-BF3A-6DDFA847D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800730-B339-470B-8C29-F35B53A2B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BA800730-B339-470B-8C29-F35B53A2B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BA800730-B339-470B-8C29-F35B53A2B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ABC50A-F0FB-441C-9804-9094176A5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CEABC50A-F0FB-441C-9804-9094176A5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CEABC50A-F0FB-441C-9804-9094176A5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5E984C-E5AE-40B7-A1A2-9A1F7225E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B95E984C-E5AE-40B7-A1A2-9A1F7225E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B95E984C-E5AE-40B7-A1A2-9A1F7225E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9BBA7F-A70D-4CF3-B0A9-852ED6C63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graphicEl>
                                              <a:dgm id="{4C9BBA7F-A70D-4CF3-B0A9-852ED6C63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4C9BBA7F-A70D-4CF3-B0A9-852ED6C63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347DA8A-B6B0-4D8C-ADF9-E96AC518AA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F347DA8A-B6B0-4D8C-ADF9-E96AC518AA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F347DA8A-B6B0-4D8C-ADF9-E96AC518AA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72E072-2290-46AB-B85C-65180A48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>
                                            <p:graphicEl>
                                              <a:dgm id="{1A72E072-2290-46AB-B85C-65180A48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graphicEl>
                                              <a:dgm id="{1A72E072-2290-46AB-B85C-65180A48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9F4443-1E88-4077-AA92-705F9FAC02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>
                                            <p:graphicEl>
                                              <a:dgm id="{DB9F4443-1E88-4077-AA92-705F9FAC02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graphicEl>
                                              <a:dgm id="{DB9F4443-1E88-4077-AA92-705F9FAC02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8BC032-704C-4F7F-B466-BEA4633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graphicEl>
                                              <a:dgm id="{368BC032-704C-4F7F-B466-BEA4633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graphicEl>
                                              <a:dgm id="{368BC032-704C-4F7F-B466-BEA4633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D86476-6218-44AE-8021-51E770847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>
                                            <p:graphicEl>
                                              <a:dgm id="{F5D86476-6218-44AE-8021-51E770847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>
                                            <p:graphicEl>
                                              <a:dgm id="{F5D86476-6218-44AE-8021-51E770847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0E3B5E-0B93-4257-AB4D-D5E80E06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">
                                            <p:graphicEl>
                                              <a:dgm id="{2F0E3B5E-0B93-4257-AB4D-D5E80E06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">
                                            <p:graphicEl>
                                              <a:dgm id="{2F0E3B5E-0B93-4257-AB4D-D5E80E06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5500-20F6-90C8-FB40-B6C9E094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What makes a good lead magnet?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DE04C9-382A-36E3-69E9-032B7A6468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989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E6CF-709E-864E-64FD-1EB6E736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D26F-01C2-1DAE-24E8-8AB31B272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MailChimp (</a:t>
            </a:r>
            <a:r>
              <a:rPr lang="en-US" sz="1200" dirty="0">
                <a:solidFill>
                  <a:srgbClr val="413224">
                    <a:alpha val="70000"/>
                  </a:srgbClr>
                </a:solidFill>
                <a:ea typeface="+mn-lt"/>
                <a:cs typeface="+mn-lt"/>
                <a:hlinkClick r:id="rId2"/>
              </a:rPr>
              <a:t>https://mailchimp.com/?_ga=2.238659136.1185132344.1695183837-2094033705.1694250314&amp;_gac=1.216723300.1695183845.CjwKCAjwjaWoBhAmEiwAXz8DBWg6hqsaHbRcXmz3KQqytZNLrrVEse3V-fitq64ZcrstzbRiqZP-jhoCqMcQAvD_BwE</a:t>
            </a:r>
            <a:r>
              <a:rPr lang="en-US" sz="1200" dirty="0">
                <a:solidFill>
                  <a:srgbClr val="413224">
                    <a:alpha val="70000"/>
                  </a:srgbClr>
                </a:solidFill>
              </a:rPr>
              <a:t> </a:t>
            </a: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)</a:t>
            </a:r>
          </a:p>
          <a:p>
            <a:pPr>
              <a:buClr>
                <a:srgbClr val="F0EAE5"/>
              </a:buClr>
            </a:pPr>
            <a:r>
              <a:rPr lang="en-US" dirty="0" err="1">
                <a:solidFill>
                  <a:srgbClr val="413224">
                    <a:alpha val="70000"/>
                  </a:srgbClr>
                </a:solidFill>
              </a:rPr>
              <a:t>ActiveCampaign</a:t>
            </a:r>
            <a:endParaRPr lang="en-US">
              <a:solidFill>
                <a:srgbClr val="413224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95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2616-316B-B51A-CF32-A29EFDBD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Metrics to track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B692-0A80-C88B-C8B6-AE7034E0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Open rate = Emails opened / (Emails Sent-Bounced)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Click rate inside email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Bounce Rate</a:t>
            </a:r>
          </a:p>
          <a:p>
            <a:pPr lvl="1"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Soft bounce</a:t>
            </a:r>
          </a:p>
          <a:p>
            <a:pPr lvl="1"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Hard bounce</a:t>
            </a:r>
          </a:p>
          <a:p>
            <a:pPr marL="457200" lvl="1" indent="0">
              <a:buClr>
                <a:srgbClr val="F0EAE5"/>
              </a:buClr>
              <a:buNone/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Unsubscribe rate</a:t>
            </a:r>
          </a:p>
        </p:txBody>
      </p:sp>
    </p:spTree>
    <p:extLst>
      <p:ext uri="{BB962C8B-B14F-4D97-AF65-F5344CB8AC3E}">
        <p14:creationId xmlns:p14="http://schemas.microsoft.com/office/powerpoint/2010/main" val="360091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3BC3-142B-4C97-B1D7-0FB01456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Audience Temperature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54C7-DE6C-EF35-22DE-71A0D6F5A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indent="0">
              <a:buNone/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Template, Sequence, Intentions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Hot  - Coss-Sell, Up-sell</a:t>
            </a:r>
            <a:endParaRPr lang="en-US" dirty="0"/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Warm – Conversion, Follow-up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Cold – Introduction, Nurture, Conversion</a:t>
            </a:r>
          </a:p>
        </p:txBody>
      </p:sp>
    </p:spTree>
    <p:extLst>
      <p:ext uri="{BB962C8B-B14F-4D97-AF65-F5344CB8AC3E}">
        <p14:creationId xmlns:p14="http://schemas.microsoft.com/office/powerpoint/2010/main" val="4245954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0208-BB5D-50C0-AB4C-87DA6D74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Email Automation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F0DC2-D634-81D0-E6F7-66D92FA0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413224">
                    <a:alpha val="70000"/>
                  </a:srgbClr>
                </a:solidFill>
              </a:rPr>
              <a:t>Define scenarios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Draft emails</a:t>
            </a:r>
          </a:p>
        </p:txBody>
      </p:sp>
      <p:pic>
        <p:nvPicPr>
          <p:cNvPr id="4" name="Picture 3" descr="A diagram of sales funnel&#10;&#10;Description automatically generated">
            <a:extLst>
              <a:ext uri="{FF2B5EF4-FFF2-40B4-BE49-F238E27FC236}">
                <a16:creationId xmlns:a16="http://schemas.microsoft.com/office/drawing/2014/main" id="{F30A2238-649C-85A2-0EF3-3CD1E0EEC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58" y="1625453"/>
            <a:ext cx="2743200" cy="38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21653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AnalogousFromLightSeedLeftStep">
      <a:dk1>
        <a:srgbClr val="000000"/>
      </a:dk1>
      <a:lt1>
        <a:srgbClr val="FFFFFF"/>
      </a:lt1>
      <a:dk2>
        <a:srgbClr val="413224"/>
      </a:dk2>
      <a:lt2>
        <a:srgbClr val="E8E4E2"/>
      </a:lt2>
      <a:accent1>
        <a:srgbClr val="72AAC9"/>
      </a:accent1>
      <a:accent2>
        <a:srgbClr val="61AEAA"/>
      </a:accent2>
      <a:accent3>
        <a:srgbClr val="72AF92"/>
      </a:accent3>
      <a:accent4>
        <a:srgbClr val="64B46D"/>
      </a:accent4>
      <a:accent5>
        <a:srgbClr val="84AD72"/>
      </a:accent5>
      <a:accent6>
        <a:srgbClr val="95AA5F"/>
      </a:accent6>
      <a:hlink>
        <a:srgbClr val="A7775C"/>
      </a:hlink>
      <a:folHlink>
        <a:srgbClr val="7F7F7F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LuminousVTI</vt:lpstr>
      <vt:lpstr>Email Marketing</vt:lpstr>
      <vt:lpstr>Objectives of email marketing</vt:lpstr>
      <vt:lpstr>Email Marketing Process</vt:lpstr>
      <vt:lpstr>How to capture emails? - Find examples online</vt:lpstr>
      <vt:lpstr>Source of Emails</vt:lpstr>
      <vt:lpstr>What is a Lead Magnets? - Find examples online.</vt:lpstr>
      <vt:lpstr>What makes a good lead magnet?</vt:lpstr>
      <vt:lpstr>Tools</vt:lpstr>
      <vt:lpstr>Metrics to track</vt:lpstr>
      <vt:lpstr>Audience Temperature</vt:lpstr>
      <vt:lpstr>Email Automation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139</cp:revision>
  <dcterms:created xsi:type="dcterms:W3CDTF">2023-09-20T04:21:28Z</dcterms:created>
  <dcterms:modified xsi:type="dcterms:W3CDTF">2023-09-20T04:56:25Z</dcterms:modified>
</cp:coreProperties>
</file>