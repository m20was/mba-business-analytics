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8" r:id="rId2"/>
    <p:sldId id="256" r:id="rId3"/>
    <p:sldId id="265" r:id="rId4"/>
    <p:sldId id="257" r:id="rId5"/>
    <p:sldId id="262" r:id="rId6"/>
    <p:sldId id="259" r:id="rId7"/>
    <p:sldId id="260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447E0-98D6-C4E3-DFF2-A2BDDF489D40}" v="233" dt="2023-09-06T05:17:09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AD447E0-98D6-C4E3-DFF2-A2BDDF489D40}"/>
    <pc:docChg chg="modSld">
      <pc:chgData name="" userId="" providerId="" clId="Web-{7AD447E0-98D6-C4E3-DFF2-A2BDDF489D40}" dt="2023-09-06T04:10:15.269" v="0" actId="20577"/>
      <pc:docMkLst>
        <pc:docMk/>
      </pc:docMkLst>
      <pc:sldChg chg="modSp">
        <pc:chgData name="" userId="" providerId="" clId="Web-{7AD447E0-98D6-C4E3-DFF2-A2BDDF489D40}" dt="2023-09-06T04:10:15.269" v="0" actId="20577"/>
        <pc:sldMkLst>
          <pc:docMk/>
          <pc:sldMk cId="109857222" sldId="256"/>
        </pc:sldMkLst>
        <pc:spChg chg="mod">
          <ac:chgData name="" userId="" providerId="" clId="Web-{7AD447E0-98D6-C4E3-DFF2-A2BDDF489D40}" dt="2023-09-06T04:10:15.269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shu Sharma" userId="S::anshu.sharma@sibm.edu.in::f0093823-c5ac-4707-8f6f-ddb96cfa2ed6" providerId="AD" clId="Web-{7AD447E0-98D6-C4E3-DFF2-A2BDDF489D40}"/>
    <pc:docChg chg="addSld delSld modSld sldOrd addMainMaster delMainMaster">
      <pc:chgData name="Anshu Sharma" userId="S::anshu.sharma@sibm.edu.in::f0093823-c5ac-4707-8f6f-ddb96cfa2ed6" providerId="AD" clId="Web-{7AD447E0-98D6-C4E3-DFF2-A2BDDF489D40}" dt="2023-09-06T05:17:09.645" v="215" actId="1076"/>
      <pc:docMkLst>
        <pc:docMk/>
      </pc:docMkLst>
      <pc:sldChg chg="addSp modSp mod setBg modClrScheme chgLayout">
        <pc:chgData name="Anshu Sharma" userId="S::anshu.sharma@sibm.edu.in::f0093823-c5ac-4707-8f6f-ddb96cfa2ed6" providerId="AD" clId="Web-{7AD447E0-98D6-C4E3-DFF2-A2BDDF489D40}" dt="2023-09-06T04:10:37.722" v="9" actId="20577"/>
        <pc:sldMkLst>
          <pc:docMk/>
          <pc:sldMk cId="109857222" sldId="256"/>
        </pc:sldMkLst>
        <pc:spChg chg="mod">
          <ac:chgData name="Anshu Sharma" userId="S::anshu.sharma@sibm.edu.in::f0093823-c5ac-4707-8f6f-ddb96cfa2ed6" providerId="AD" clId="Web-{7AD447E0-98D6-C4E3-DFF2-A2BDDF489D40}" dt="2023-09-06T04:10:31.988" v="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shu Sharma" userId="S::anshu.sharma@sibm.edu.in::f0093823-c5ac-4707-8f6f-ddb96cfa2ed6" providerId="AD" clId="Web-{7AD447E0-98D6-C4E3-DFF2-A2BDDF489D40}" dt="2023-09-06T04:10:37.722" v="9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Anshu Sharma" userId="S::anshu.sharma@sibm.edu.in::f0093823-c5ac-4707-8f6f-ddb96cfa2ed6" providerId="AD" clId="Web-{7AD447E0-98D6-C4E3-DFF2-A2BDDF489D40}" dt="2023-09-06T04:10:31.988" v="7"/>
          <ac:spMkLst>
            <pc:docMk/>
            <pc:sldMk cId="109857222" sldId="256"/>
            <ac:spMk id="9" creationId="{0623FB3B-24E7-5304-70D8-3CA402902220}"/>
          </ac:spMkLst>
        </pc:spChg>
        <pc:spChg chg="add">
          <ac:chgData name="Anshu Sharma" userId="S::anshu.sharma@sibm.edu.in::f0093823-c5ac-4707-8f6f-ddb96cfa2ed6" providerId="AD" clId="Web-{7AD447E0-98D6-C4E3-DFF2-A2BDDF489D40}" dt="2023-09-06T04:10:31.988" v="7"/>
          <ac:spMkLst>
            <pc:docMk/>
            <pc:sldMk cId="109857222" sldId="256"/>
            <ac:spMk id="11" creationId="{97081EE3-B6BE-9584-F5AF-E5F6484DA7A1}"/>
          </ac:spMkLst>
        </pc:spChg>
        <pc:spChg chg="add">
          <ac:chgData name="Anshu Sharma" userId="S::anshu.sharma@sibm.edu.in::f0093823-c5ac-4707-8f6f-ddb96cfa2ed6" providerId="AD" clId="Web-{7AD447E0-98D6-C4E3-DFF2-A2BDDF489D40}" dt="2023-09-06T04:10:31.988" v="7"/>
          <ac:spMkLst>
            <pc:docMk/>
            <pc:sldMk cId="109857222" sldId="256"/>
            <ac:spMk id="13" creationId="{4711BF64-C99B-2F90-ADA1-0C08F9BE8392}"/>
          </ac:spMkLst>
        </pc:spChg>
        <pc:picChg chg="add">
          <ac:chgData name="Anshu Sharma" userId="S::anshu.sharma@sibm.edu.in::f0093823-c5ac-4707-8f6f-ddb96cfa2ed6" providerId="AD" clId="Web-{7AD447E0-98D6-C4E3-DFF2-A2BDDF489D40}" dt="2023-09-06T04:10:31.988" v="7"/>
          <ac:picMkLst>
            <pc:docMk/>
            <pc:sldMk cId="109857222" sldId="256"/>
            <ac:picMk id="4" creationId="{EBE86CB3-5756-410D-FC01-12ABFA8E2AA8}"/>
          </ac:picMkLst>
        </pc:picChg>
      </pc:sldChg>
      <pc:sldChg chg="addSp delSp modSp new mod setBg addAnim">
        <pc:chgData name="Anshu Sharma" userId="S::anshu.sharma@sibm.edu.in::f0093823-c5ac-4707-8f6f-ddb96cfa2ed6" providerId="AD" clId="Web-{7AD447E0-98D6-C4E3-DFF2-A2BDDF489D40}" dt="2023-09-06T05:11:06.312" v="207"/>
        <pc:sldMkLst>
          <pc:docMk/>
          <pc:sldMk cId="3514156369" sldId="257"/>
        </pc:sldMkLst>
        <pc:spChg chg="mod">
          <ac:chgData name="Anshu Sharma" userId="S::anshu.sharma@sibm.edu.in::f0093823-c5ac-4707-8f6f-ddb96cfa2ed6" providerId="AD" clId="Web-{7AD447E0-98D6-C4E3-DFF2-A2BDDF489D40}" dt="2023-09-06T04:37:58.726" v="126"/>
          <ac:spMkLst>
            <pc:docMk/>
            <pc:sldMk cId="3514156369" sldId="257"/>
            <ac:spMk id="2" creationId="{8AB1C7F7-6469-0E26-FB96-01E9FCFDF042}"/>
          </ac:spMkLst>
        </pc:spChg>
        <pc:spChg chg="add del mod">
          <ac:chgData name="Anshu Sharma" userId="S::anshu.sharma@sibm.edu.in::f0093823-c5ac-4707-8f6f-ddb96cfa2ed6" providerId="AD" clId="Web-{7AD447E0-98D6-C4E3-DFF2-A2BDDF489D40}" dt="2023-09-06T04:37:58.726" v="126"/>
          <ac:spMkLst>
            <pc:docMk/>
            <pc:sldMk cId="3514156369" sldId="257"/>
            <ac:spMk id="3" creationId="{455F3993-C250-0F40-B2CC-872DBE9FABA7}"/>
          </ac:spMkLst>
        </pc:spChg>
        <pc:spChg chg="add del">
          <ac:chgData name="Anshu Sharma" userId="S::anshu.sharma@sibm.edu.in::f0093823-c5ac-4707-8f6f-ddb96cfa2ed6" providerId="AD" clId="Web-{7AD447E0-98D6-C4E3-DFF2-A2BDDF489D40}" dt="2023-09-06T04:37:58.726" v="126"/>
          <ac:spMkLst>
            <pc:docMk/>
            <pc:sldMk cId="3514156369" sldId="257"/>
            <ac:spMk id="9" creationId="{50E4A9D4-0A7C-21C2-C565-7DA5B37A4ECA}"/>
          </ac:spMkLst>
        </pc:spChg>
        <pc:spChg chg="add del">
          <ac:chgData name="Anshu Sharma" userId="S::anshu.sharma@sibm.edu.in::f0093823-c5ac-4707-8f6f-ddb96cfa2ed6" providerId="AD" clId="Web-{7AD447E0-98D6-C4E3-DFF2-A2BDDF489D40}" dt="2023-09-06T04:37:58.726" v="126"/>
          <ac:spMkLst>
            <pc:docMk/>
            <pc:sldMk cId="3514156369" sldId="257"/>
            <ac:spMk id="11" creationId="{D150D424-378A-5EAF-BEF3-AB85F9E35F0E}"/>
          </ac:spMkLst>
        </pc:spChg>
        <pc:graphicFrameChg chg="add del">
          <ac:chgData name="Anshu Sharma" userId="S::anshu.sharma@sibm.edu.in::f0093823-c5ac-4707-8f6f-ddb96cfa2ed6" providerId="AD" clId="Web-{7AD447E0-98D6-C4E3-DFF2-A2BDDF489D40}" dt="2023-09-06T04:37:58.726" v="126"/>
          <ac:graphicFrameMkLst>
            <pc:docMk/>
            <pc:sldMk cId="3514156369" sldId="257"/>
            <ac:graphicFrameMk id="5" creationId="{294D192C-2D3B-B9AF-B50A-E76C82882652}"/>
          </ac:graphicFrameMkLst>
        </pc:graphicFrameChg>
      </pc:sldChg>
      <pc:sldChg chg="modSp new ord">
        <pc:chgData name="Anshu Sharma" userId="S::anshu.sharma@sibm.edu.in::f0093823-c5ac-4707-8f6f-ddb96cfa2ed6" providerId="AD" clId="Web-{7AD447E0-98D6-C4E3-DFF2-A2BDDF489D40}" dt="2023-09-06T04:14:03.396" v="110" actId="20577"/>
        <pc:sldMkLst>
          <pc:docMk/>
          <pc:sldMk cId="199145369" sldId="258"/>
        </pc:sldMkLst>
        <pc:spChg chg="mod">
          <ac:chgData name="Anshu Sharma" userId="S::anshu.sharma@sibm.edu.in::f0093823-c5ac-4707-8f6f-ddb96cfa2ed6" providerId="AD" clId="Web-{7AD447E0-98D6-C4E3-DFF2-A2BDDF489D40}" dt="2023-09-06T04:14:03.396" v="110" actId="20577"/>
          <ac:spMkLst>
            <pc:docMk/>
            <pc:sldMk cId="199145369" sldId="258"/>
            <ac:spMk id="2" creationId="{87CAB929-9750-C1A6-28A1-C5D70A1541A2}"/>
          </ac:spMkLst>
        </pc:spChg>
      </pc:sldChg>
      <pc:sldChg chg="modSp new ord">
        <pc:chgData name="Anshu Sharma" userId="S::anshu.sharma@sibm.edu.in::f0093823-c5ac-4707-8f6f-ddb96cfa2ed6" providerId="AD" clId="Web-{7AD447E0-98D6-C4E3-DFF2-A2BDDF489D40}" dt="2023-09-06T04:50:30.454" v="171"/>
        <pc:sldMkLst>
          <pc:docMk/>
          <pc:sldMk cId="892772825" sldId="259"/>
        </pc:sldMkLst>
        <pc:spChg chg="mod">
          <ac:chgData name="Anshu Sharma" userId="S::anshu.sharma@sibm.edu.in::f0093823-c5ac-4707-8f6f-ddb96cfa2ed6" providerId="AD" clId="Web-{7AD447E0-98D6-C4E3-DFF2-A2BDDF489D40}" dt="2023-09-06T04:23:28.278" v="120" actId="20577"/>
          <ac:spMkLst>
            <pc:docMk/>
            <pc:sldMk cId="892772825" sldId="259"/>
            <ac:spMk id="2" creationId="{20E37C2A-04EC-991D-949C-6E36267DAB6D}"/>
          </ac:spMkLst>
        </pc:spChg>
        <pc:spChg chg="mod">
          <ac:chgData name="Anshu Sharma" userId="S::anshu.sharma@sibm.edu.in::f0093823-c5ac-4707-8f6f-ddb96cfa2ed6" providerId="AD" clId="Web-{7AD447E0-98D6-C4E3-DFF2-A2BDDF489D40}" dt="2023-09-06T04:23:19.372" v="112" actId="20577"/>
          <ac:spMkLst>
            <pc:docMk/>
            <pc:sldMk cId="892772825" sldId="259"/>
            <ac:spMk id="3" creationId="{F2AB961F-149E-00FE-E9F2-C8D7F3E6E07B}"/>
          </ac:spMkLst>
        </pc:spChg>
      </pc:sldChg>
      <pc:sldChg chg="modSp new">
        <pc:chgData name="Anshu Sharma" userId="S::anshu.sharma@sibm.edu.in::f0093823-c5ac-4707-8f6f-ddb96cfa2ed6" providerId="AD" clId="Web-{7AD447E0-98D6-C4E3-DFF2-A2BDDF489D40}" dt="2023-09-06T04:51:00.548" v="175" actId="20577"/>
        <pc:sldMkLst>
          <pc:docMk/>
          <pc:sldMk cId="3075558148" sldId="260"/>
        </pc:sldMkLst>
        <pc:spChg chg="mod">
          <ac:chgData name="Anshu Sharma" userId="S::anshu.sharma@sibm.edu.in::f0093823-c5ac-4707-8f6f-ddb96cfa2ed6" providerId="AD" clId="Web-{7AD447E0-98D6-C4E3-DFF2-A2BDDF489D40}" dt="2023-09-06T04:31:35.284" v="123" actId="20577"/>
          <ac:spMkLst>
            <pc:docMk/>
            <pc:sldMk cId="3075558148" sldId="260"/>
            <ac:spMk id="2" creationId="{01D3C78A-89D6-9233-AC34-38621A2FE5AE}"/>
          </ac:spMkLst>
        </pc:spChg>
        <pc:spChg chg="mod">
          <ac:chgData name="Anshu Sharma" userId="S::anshu.sharma@sibm.edu.in::f0093823-c5ac-4707-8f6f-ddb96cfa2ed6" providerId="AD" clId="Web-{7AD447E0-98D6-C4E3-DFF2-A2BDDF489D40}" dt="2023-09-06T04:51:00.548" v="175" actId="20577"/>
          <ac:spMkLst>
            <pc:docMk/>
            <pc:sldMk cId="3075558148" sldId="260"/>
            <ac:spMk id="3" creationId="{FBDC065C-A301-6844-2747-69EF00A60679}"/>
          </ac:spMkLst>
        </pc:spChg>
      </pc:sldChg>
      <pc:sldChg chg="modSp new">
        <pc:chgData name="Anshu Sharma" userId="S::anshu.sharma@sibm.edu.in::f0093823-c5ac-4707-8f6f-ddb96cfa2ed6" providerId="AD" clId="Web-{7AD447E0-98D6-C4E3-DFF2-A2BDDF489D40}" dt="2023-09-06T04:46:02.451" v="140" actId="20577"/>
        <pc:sldMkLst>
          <pc:docMk/>
          <pc:sldMk cId="3949707711" sldId="261"/>
        </pc:sldMkLst>
        <pc:spChg chg="mod">
          <ac:chgData name="Anshu Sharma" userId="S::anshu.sharma@sibm.edu.in::f0093823-c5ac-4707-8f6f-ddb96cfa2ed6" providerId="AD" clId="Web-{7AD447E0-98D6-C4E3-DFF2-A2BDDF489D40}" dt="2023-09-06T04:45:59.810" v="139" actId="20577"/>
          <ac:spMkLst>
            <pc:docMk/>
            <pc:sldMk cId="3949707711" sldId="261"/>
            <ac:spMk id="2" creationId="{C8FD4442-C015-CA6A-985B-0D0E09AC9324}"/>
          </ac:spMkLst>
        </pc:spChg>
        <pc:spChg chg="mod">
          <ac:chgData name="Anshu Sharma" userId="S::anshu.sharma@sibm.edu.in::f0093823-c5ac-4707-8f6f-ddb96cfa2ed6" providerId="AD" clId="Web-{7AD447E0-98D6-C4E3-DFF2-A2BDDF489D40}" dt="2023-09-06T04:46:02.451" v="140" actId="20577"/>
          <ac:spMkLst>
            <pc:docMk/>
            <pc:sldMk cId="3949707711" sldId="261"/>
            <ac:spMk id="3" creationId="{E93281CE-9F77-4EC0-D909-8C2E28B377B8}"/>
          </ac:spMkLst>
        </pc:spChg>
      </pc:sldChg>
      <pc:sldChg chg="modSp new">
        <pc:chgData name="Anshu Sharma" userId="S::anshu.sharma@sibm.edu.in::f0093823-c5ac-4707-8f6f-ddb96cfa2ed6" providerId="AD" clId="Web-{7AD447E0-98D6-C4E3-DFF2-A2BDDF489D40}" dt="2023-09-06T04:46:54.029" v="147" actId="20577"/>
        <pc:sldMkLst>
          <pc:docMk/>
          <pc:sldMk cId="1876106597" sldId="262"/>
        </pc:sldMkLst>
        <pc:spChg chg="mod">
          <ac:chgData name="Anshu Sharma" userId="S::anshu.sharma@sibm.edu.in::f0093823-c5ac-4707-8f6f-ddb96cfa2ed6" providerId="AD" clId="Web-{7AD447E0-98D6-C4E3-DFF2-A2BDDF489D40}" dt="2023-09-06T04:46:50.154" v="146" actId="20577"/>
          <ac:spMkLst>
            <pc:docMk/>
            <pc:sldMk cId="1876106597" sldId="262"/>
            <ac:spMk id="2" creationId="{84E26D11-C24E-C8B6-9412-2C8FF9B50408}"/>
          </ac:spMkLst>
        </pc:spChg>
        <pc:spChg chg="mod">
          <ac:chgData name="Anshu Sharma" userId="S::anshu.sharma@sibm.edu.in::f0093823-c5ac-4707-8f6f-ddb96cfa2ed6" providerId="AD" clId="Web-{7AD447E0-98D6-C4E3-DFF2-A2BDDF489D40}" dt="2023-09-06T04:46:54.029" v="147" actId="20577"/>
          <ac:spMkLst>
            <pc:docMk/>
            <pc:sldMk cId="1876106597" sldId="262"/>
            <ac:spMk id="3" creationId="{938FECDE-08DD-3F5D-B27B-8722ED11F147}"/>
          </ac:spMkLst>
        </pc:spChg>
      </pc:sldChg>
      <pc:sldChg chg="modSp new">
        <pc:chgData name="Anshu Sharma" userId="S::anshu.sharma@sibm.edu.in::f0093823-c5ac-4707-8f6f-ddb96cfa2ed6" providerId="AD" clId="Web-{7AD447E0-98D6-C4E3-DFF2-A2BDDF489D40}" dt="2023-09-06T04:52:08.236" v="183" actId="20577"/>
        <pc:sldMkLst>
          <pc:docMk/>
          <pc:sldMk cId="489022030" sldId="263"/>
        </pc:sldMkLst>
        <pc:spChg chg="mod">
          <ac:chgData name="Anshu Sharma" userId="S::anshu.sharma@sibm.edu.in::f0093823-c5ac-4707-8f6f-ddb96cfa2ed6" providerId="AD" clId="Web-{7AD447E0-98D6-C4E3-DFF2-A2BDDF489D40}" dt="2023-09-06T04:52:08.236" v="183" actId="20577"/>
          <ac:spMkLst>
            <pc:docMk/>
            <pc:sldMk cId="489022030" sldId="263"/>
            <ac:spMk id="2" creationId="{816272C7-FF0F-5DE5-BE9F-C3C2C9887E4A}"/>
          </ac:spMkLst>
        </pc:spChg>
      </pc:sldChg>
      <pc:sldChg chg="modSp new del">
        <pc:chgData name="Anshu Sharma" userId="S::anshu.sharma@sibm.edu.in::f0093823-c5ac-4707-8f6f-ddb96cfa2ed6" providerId="AD" clId="Web-{7AD447E0-98D6-C4E3-DFF2-A2BDDF489D40}" dt="2023-09-06T04:51:01.360" v="176"/>
        <pc:sldMkLst>
          <pc:docMk/>
          <pc:sldMk cId="3600040122" sldId="263"/>
        </pc:sldMkLst>
        <pc:spChg chg="mod">
          <ac:chgData name="Anshu Sharma" userId="S::anshu.sharma@sibm.edu.in::f0093823-c5ac-4707-8f6f-ddb96cfa2ed6" providerId="AD" clId="Web-{7AD447E0-98D6-C4E3-DFF2-A2BDDF489D40}" dt="2023-09-06T04:49:48.891" v="154" actId="20577"/>
          <ac:spMkLst>
            <pc:docMk/>
            <pc:sldMk cId="3600040122" sldId="263"/>
            <ac:spMk id="2" creationId="{375327C8-A2D5-80E4-CE1E-8B8C6CD3A1F7}"/>
          </ac:spMkLst>
        </pc:spChg>
        <pc:spChg chg="mod">
          <ac:chgData name="Anshu Sharma" userId="S::anshu.sharma@sibm.edu.in::f0093823-c5ac-4707-8f6f-ddb96cfa2ed6" providerId="AD" clId="Web-{7AD447E0-98D6-C4E3-DFF2-A2BDDF489D40}" dt="2023-09-06T04:50:55.720" v="172" actId="20577"/>
          <ac:spMkLst>
            <pc:docMk/>
            <pc:sldMk cId="3600040122" sldId="263"/>
            <ac:spMk id="3" creationId="{88E2B8EF-7337-86D1-1A5F-3056F1FA06B0}"/>
          </ac:spMkLst>
        </pc:spChg>
      </pc:sldChg>
      <pc:sldChg chg="modSp new">
        <pc:chgData name="Anshu Sharma" userId="S::anshu.sharma@sibm.edu.in::f0093823-c5ac-4707-8f6f-ddb96cfa2ed6" providerId="AD" clId="Web-{7AD447E0-98D6-C4E3-DFF2-A2BDDF489D40}" dt="2023-09-06T05:07:07.497" v="206" actId="20577"/>
        <pc:sldMkLst>
          <pc:docMk/>
          <pc:sldMk cId="3373205214" sldId="264"/>
        </pc:sldMkLst>
        <pc:spChg chg="mod">
          <ac:chgData name="Anshu Sharma" userId="S::anshu.sharma@sibm.edu.in::f0093823-c5ac-4707-8f6f-ddb96cfa2ed6" providerId="AD" clId="Web-{7AD447E0-98D6-C4E3-DFF2-A2BDDF489D40}" dt="2023-09-06T05:07:07.497" v="206" actId="20577"/>
          <ac:spMkLst>
            <pc:docMk/>
            <pc:sldMk cId="3373205214" sldId="264"/>
            <ac:spMk id="2" creationId="{40C876D4-FB29-CABB-9DEA-BCCEA0E3CC59}"/>
          </ac:spMkLst>
        </pc:spChg>
        <pc:spChg chg="mod">
          <ac:chgData name="Anshu Sharma" userId="S::anshu.sharma@sibm.edu.in::f0093823-c5ac-4707-8f6f-ddb96cfa2ed6" providerId="AD" clId="Web-{7AD447E0-98D6-C4E3-DFF2-A2BDDF489D40}" dt="2023-09-06T05:06:54.294" v="185" actId="20577"/>
          <ac:spMkLst>
            <pc:docMk/>
            <pc:sldMk cId="3373205214" sldId="264"/>
            <ac:spMk id="3" creationId="{24CB7935-7CEF-6D9C-F920-CAB4EDD2BB69}"/>
          </ac:spMkLst>
        </pc:spChg>
      </pc:sldChg>
      <pc:sldChg chg="addSp delSp modSp new">
        <pc:chgData name="Anshu Sharma" userId="S::anshu.sharma@sibm.edu.in::f0093823-c5ac-4707-8f6f-ddb96cfa2ed6" providerId="AD" clId="Web-{7AD447E0-98D6-C4E3-DFF2-A2BDDF489D40}" dt="2023-09-06T05:17:09.645" v="215" actId="1076"/>
        <pc:sldMkLst>
          <pc:docMk/>
          <pc:sldMk cId="367923171" sldId="265"/>
        </pc:sldMkLst>
        <pc:spChg chg="del">
          <ac:chgData name="Anshu Sharma" userId="S::anshu.sharma@sibm.edu.in::f0093823-c5ac-4707-8f6f-ddb96cfa2ed6" providerId="AD" clId="Web-{7AD447E0-98D6-C4E3-DFF2-A2BDDF489D40}" dt="2023-09-06T05:16:35.035" v="209"/>
          <ac:spMkLst>
            <pc:docMk/>
            <pc:sldMk cId="367923171" sldId="265"/>
            <ac:spMk id="3" creationId="{738B005E-66AD-7BF9-83B7-7E3FBD7700B1}"/>
          </ac:spMkLst>
        </pc:spChg>
        <pc:picChg chg="add mod ord">
          <ac:chgData name="Anshu Sharma" userId="S::anshu.sharma@sibm.edu.in::f0093823-c5ac-4707-8f6f-ddb96cfa2ed6" providerId="AD" clId="Web-{7AD447E0-98D6-C4E3-DFF2-A2BDDF489D40}" dt="2023-09-06T05:17:09.645" v="215" actId="1076"/>
          <ac:picMkLst>
            <pc:docMk/>
            <pc:sldMk cId="367923171" sldId="265"/>
            <ac:picMk id="4" creationId="{9DE94239-2A2D-91DE-F022-E0A6908A0FCA}"/>
          </ac:picMkLst>
        </pc:picChg>
      </pc:sldChg>
      <pc:sldMasterChg chg="del delSldLayout">
        <pc:chgData name="Anshu Sharma" userId="S::anshu.sharma@sibm.edu.in::f0093823-c5ac-4707-8f6f-ddb96cfa2ed6" providerId="AD" clId="Web-{7AD447E0-98D6-C4E3-DFF2-A2BDDF489D40}" dt="2023-09-06T04:10:31.988" v="7"/>
        <pc:sldMasterMkLst>
          <pc:docMk/>
          <pc:sldMasterMk cId="2460954070" sldId="2147483660"/>
        </pc:sldMasterMkLst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Anshu Sharma" userId="S::anshu.sharma@sibm.edu.in::f0093823-c5ac-4707-8f6f-ddb96cfa2ed6" providerId="AD" clId="Web-{7AD447E0-98D6-C4E3-DFF2-A2BDDF489D40}" dt="2023-09-06T04:10:31.988" v="7"/>
        <pc:sldMasterMkLst>
          <pc:docMk/>
          <pc:sldMasterMk cId="4043807292" sldId="2147483724"/>
        </pc:sldMasterMkLst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3147650839" sldId="2147483713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1279151156" sldId="2147483714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3913659869" sldId="2147483715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3634997228" sldId="2147483716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193679468" sldId="2147483717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3997400837" sldId="2147483718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3282985820" sldId="2147483719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841716940" sldId="2147483720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1320125286" sldId="2147483721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2370553758" sldId="2147483722"/>
          </pc:sldLayoutMkLst>
        </pc:sldLayoutChg>
        <pc:sldLayoutChg chg="add">
          <pc:chgData name="Anshu Sharma" userId="S::anshu.sharma@sibm.edu.in::f0093823-c5ac-4707-8f6f-ddb96cfa2ed6" providerId="AD" clId="Web-{7AD447E0-98D6-C4E3-DFF2-A2BDDF489D40}" dt="2023-09-06T04:10:31.988" v="7"/>
          <pc:sldLayoutMkLst>
            <pc:docMk/>
            <pc:sldMasterMk cId="4043807292" sldId="2147483724"/>
            <pc:sldLayoutMk cId="552516801" sldId="214748372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298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1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2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5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51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5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5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5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9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0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0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mrush.com/analytics/keywordmagic/?q=smartwatch&amp;highlightedQuery=smartwatch&amp;protocol=https&amp;db=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oftedge.microsoft.com/addons/detail/aiprm-for-chatgpt/nkiohniccbickhccicgbedaibabiald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ffiliate-program.amazon.in/p/ideahub/hom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B929-9750-C1A6-28A1-C5D70A15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to earn from digital marketing?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82B4C-C080-4D79-2ECB-BC5769A5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23FB3B-24E7-5304-70D8-3CA40290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lue arrows pointing at a red button">
            <a:extLst>
              <a:ext uri="{FF2B5EF4-FFF2-40B4-BE49-F238E27FC236}">
                <a16:creationId xmlns:a16="http://schemas.microsoft.com/office/drawing/2014/main" id="{EBE86CB3-5756-410D-FC01-12ABFA8E2A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812" r="-2" b="4791"/>
          <a:stretch/>
        </p:blipFill>
        <p:spPr>
          <a:xfrm>
            <a:off x="-149" y="-5291"/>
            <a:ext cx="12192001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11BF64-C99B-2F90-ADA1-0C08F9BE8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2500" y="952500"/>
            <a:ext cx="10287000" cy="4953000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0" y="1451087"/>
                </a:moveTo>
                <a:lnTo>
                  <a:pt x="0" y="0"/>
                </a:ln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882" y="2398143"/>
            <a:ext cx="5143500" cy="2116348"/>
          </a:xfrm>
          <a:noFill/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Affiliate Marketing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6882" y="4514492"/>
            <a:ext cx="4709518" cy="753372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r>
              <a:rPr lang="en-US" dirty="0">
                <a:cs typeface="Calibri"/>
              </a:rPr>
              <a:t>Anshu Sharma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28E2-0517-770E-6C8F-0A510196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table of white text&#10;&#10;Description automatically generated">
            <a:extLst>
              <a:ext uri="{FF2B5EF4-FFF2-40B4-BE49-F238E27FC236}">
                <a16:creationId xmlns:a16="http://schemas.microsoft.com/office/drawing/2014/main" id="{9DE94239-2A2D-91DE-F022-E0A6908A0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049" y="450641"/>
            <a:ext cx="10835677" cy="6087462"/>
          </a:xfrm>
        </p:spPr>
      </p:pic>
    </p:spTree>
    <p:extLst>
      <p:ext uri="{BB962C8B-B14F-4D97-AF65-F5344CB8AC3E}">
        <p14:creationId xmlns:p14="http://schemas.microsoft.com/office/powerpoint/2010/main" val="36792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C7F7-6469-0E26-FB96-01E9FCFD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F3993-C250-0F40-B2CC-872DBE9FA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Selecting a Niche</a:t>
            </a:r>
          </a:p>
          <a:p>
            <a:r>
              <a:rPr lang="en-US" dirty="0"/>
              <a:t>Domain selection</a:t>
            </a:r>
          </a:p>
          <a:p>
            <a:r>
              <a:rPr lang="en-US" dirty="0"/>
              <a:t>WordPress/Wix</a:t>
            </a:r>
          </a:p>
          <a:p>
            <a:r>
              <a:rPr lang="en-US" dirty="0"/>
              <a:t>ChatGPT for SILO structure</a:t>
            </a:r>
          </a:p>
          <a:p>
            <a:r>
              <a:rPr lang="en-US" dirty="0"/>
              <a:t>Website Theme and Customization</a:t>
            </a:r>
          </a:p>
          <a:p>
            <a:r>
              <a:rPr lang="en-US" dirty="0"/>
              <a:t>Plugins (Page Generator, etc.)</a:t>
            </a:r>
          </a:p>
          <a:p>
            <a:r>
              <a:rPr lang="en-US" dirty="0"/>
              <a:t>Keyword Research using SEMRUSH</a:t>
            </a:r>
          </a:p>
          <a:p>
            <a:r>
              <a:rPr lang="en-US" dirty="0"/>
              <a:t>Content Outline Using ChatGPT</a:t>
            </a:r>
          </a:p>
          <a:p>
            <a:r>
              <a:rPr lang="en-US" dirty="0"/>
              <a:t>Create Vast &amp; Unbiased content</a:t>
            </a:r>
          </a:p>
          <a:p>
            <a:r>
              <a:rPr lang="en-US" dirty="0"/>
              <a:t>SEO, GSC, Sitemap</a:t>
            </a:r>
          </a:p>
        </p:txBody>
      </p:sp>
    </p:spTree>
    <p:extLst>
      <p:ext uri="{BB962C8B-B14F-4D97-AF65-F5344CB8AC3E}">
        <p14:creationId xmlns:p14="http://schemas.microsoft.com/office/powerpoint/2010/main" val="351415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6D11-C24E-C8B6-9412-2C8FF9B5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FECDE-08DD-3F5D-B27B-8722ED11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Give me a SILO structure for my new website for a new MBA school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10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7C2A-04EC-991D-949C-6E36267D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research using </a:t>
            </a:r>
            <a:r>
              <a:rPr lang="en-US" dirty="0" err="1"/>
              <a:t>semrush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961F-149E-00FE-E9F2-C8D7F3E6E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smartwatch: Keyword Magic Tool (semrush.com)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7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C78A-89D6-9233-AC34-38621A2F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C065C-A301-6844-2747-69EF00A60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AIPRM for ChatGPT - Microsoft Edge Addons</a:t>
            </a:r>
          </a:p>
          <a:p>
            <a:r>
              <a:rPr lang="en-US" dirty="0">
                <a:latin typeface="Arial"/>
                <a:cs typeface="Arial"/>
              </a:rPr>
              <a:t>"Best smartwatch under "X" rupees"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5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4442-C015-CA6A-985B-0D0E09AC9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creation using </a:t>
            </a:r>
            <a:r>
              <a:rPr lang="en-US" dirty="0" err="1"/>
              <a:t>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281CE-9F77-4EC0-D909-8C2E28B37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This is the outline for my new blog Choosing Excellence: The Definitive Guide to Finding the Best Business School in "X". Write a section about What Makes a Business School the "Best"?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70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72C7-FF0F-5DE5-BE9F-C3C2C988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products to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CEE3-55F5-BA21-79E1-E14AE523D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22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76D4-FB29-CABB-9DEA-BCCEA0E3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Signing into the amazon affiliate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7935-7CEF-6D9C-F920-CAB4EDD2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Amazon.in Associates Central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05214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AnalogousFromRegularSeed_2SEEDS">
      <a:dk1>
        <a:srgbClr val="000000"/>
      </a:dk1>
      <a:lt1>
        <a:srgbClr val="FFFFFF"/>
      </a:lt1>
      <a:dk2>
        <a:srgbClr val="22363C"/>
      </a:dk2>
      <a:lt2>
        <a:srgbClr val="E2E7E8"/>
      </a:lt2>
      <a:accent1>
        <a:srgbClr val="C93823"/>
      </a:accent1>
      <a:accent2>
        <a:srgbClr val="DB3565"/>
      </a:accent2>
      <a:accent3>
        <a:srgbClr val="DB9035"/>
      </a:accent3>
      <a:accent4>
        <a:srgbClr val="1FB697"/>
      </a:accent4>
      <a:accent5>
        <a:srgbClr val="33B1D3"/>
      </a:accent5>
      <a:accent6>
        <a:srgbClr val="2361C9"/>
      </a:accent6>
      <a:hlink>
        <a:srgbClr val="348F9C"/>
      </a:hlink>
      <a:folHlink>
        <a:srgbClr val="7F7F7F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PoiseVTI</vt:lpstr>
      <vt:lpstr>Would you like to earn from digital marketing?</vt:lpstr>
      <vt:lpstr>Affiliate Marketing</vt:lpstr>
      <vt:lpstr>PowerPoint Presentation</vt:lpstr>
      <vt:lpstr>Process</vt:lpstr>
      <vt:lpstr>Silo structure</vt:lpstr>
      <vt:lpstr>Keyword research using semrush</vt:lpstr>
      <vt:lpstr>Blog Outline</vt:lpstr>
      <vt:lpstr>Content creation using chatgpt</vt:lpstr>
      <vt:lpstr>Selecting products to market</vt:lpstr>
      <vt:lpstr>Signing into the amazon affiliate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71</cp:revision>
  <dcterms:created xsi:type="dcterms:W3CDTF">2023-09-06T04:10:12Z</dcterms:created>
  <dcterms:modified xsi:type="dcterms:W3CDTF">2023-09-06T05:17:16Z</dcterms:modified>
</cp:coreProperties>
</file>