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73" r:id="rId2"/>
  </p:sldMasterIdLst>
  <p:sldIdLst>
    <p:sldId id="256" r:id="rId3"/>
    <p:sldId id="258" r:id="rId4"/>
    <p:sldId id="261" r:id="rId5"/>
    <p:sldId id="262" r:id="rId6"/>
    <p:sldId id="260" r:id="rId7"/>
    <p:sldId id="259" r:id="rId8"/>
    <p:sldId id="257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2F2281-4BF3-915B-AD2D-688F5CBCCF6A}" v="688" dt="2023-09-13T08:21:40.502"/>
    <p1510:client id="{E31B8CE4-A5CC-4FAA-A052-F55E0B3C5F50}" v="1" dt="2023-07-26T05:00:56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u Sharma" userId="S::anshu.sharma@sibm.edu.in::f0093823-c5ac-4707-8f6f-ddb96cfa2ed6" providerId="AD" clId="Web-{E31B8CE4-A5CC-4FAA-A052-F55E0B3C5F50}"/>
    <pc:docChg chg="addSld addMainMaster">
      <pc:chgData name="Anshu Sharma" userId="S::anshu.sharma@sibm.edu.in::f0093823-c5ac-4707-8f6f-ddb96cfa2ed6" providerId="AD" clId="Web-{E31B8CE4-A5CC-4FAA-A052-F55E0B3C5F50}" dt="2023-07-26T05:00:56.940" v="0"/>
      <pc:docMkLst>
        <pc:docMk/>
      </pc:docMkLst>
      <pc:sldChg chg="add">
        <pc:chgData name="Anshu Sharma" userId="S::anshu.sharma@sibm.edu.in::f0093823-c5ac-4707-8f6f-ddb96cfa2ed6" providerId="AD" clId="Web-{E31B8CE4-A5CC-4FAA-A052-F55E0B3C5F50}" dt="2023-07-26T05:00:56.940" v="0"/>
        <pc:sldMkLst>
          <pc:docMk/>
          <pc:sldMk cId="4196356037" sldId="257"/>
        </pc:sldMkLst>
      </pc:sldChg>
      <pc:sldMasterChg chg="add addSldLayout">
        <pc:chgData name="Anshu Sharma" userId="S::anshu.sharma@sibm.edu.in::f0093823-c5ac-4707-8f6f-ddb96cfa2ed6" providerId="AD" clId="Web-{E31B8CE4-A5CC-4FAA-A052-F55E0B3C5F50}" dt="2023-07-26T05:00:56.940" v="0"/>
        <pc:sldMasterMkLst>
          <pc:docMk/>
          <pc:sldMasterMk cId="1371210487" sldId="2147483773"/>
        </pc:sldMasterMkLst>
        <pc:sldLayoutChg chg="add">
          <pc:chgData name="Anshu Sharma" userId="S::anshu.sharma@sibm.edu.in::f0093823-c5ac-4707-8f6f-ddb96cfa2ed6" providerId="AD" clId="Web-{E31B8CE4-A5CC-4FAA-A052-F55E0B3C5F50}" dt="2023-07-26T05:00:56.940" v="0"/>
          <pc:sldLayoutMkLst>
            <pc:docMk/>
            <pc:sldMasterMk cId="1371210487" sldId="2147483773"/>
            <pc:sldLayoutMk cId="784599962" sldId="2147483774"/>
          </pc:sldLayoutMkLst>
        </pc:sldLayoutChg>
        <pc:sldLayoutChg chg="add">
          <pc:chgData name="Anshu Sharma" userId="S::anshu.sharma@sibm.edu.in::f0093823-c5ac-4707-8f6f-ddb96cfa2ed6" providerId="AD" clId="Web-{E31B8CE4-A5CC-4FAA-A052-F55E0B3C5F50}" dt="2023-07-26T05:00:56.940" v="0"/>
          <pc:sldLayoutMkLst>
            <pc:docMk/>
            <pc:sldMasterMk cId="1371210487" sldId="2147483773"/>
            <pc:sldLayoutMk cId="3606798295" sldId="2147483775"/>
          </pc:sldLayoutMkLst>
        </pc:sldLayoutChg>
        <pc:sldLayoutChg chg="add">
          <pc:chgData name="Anshu Sharma" userId="S::anshu.sharma@sibm.edu.in::f0093823-c5ac-4707-8f6f-ddb96cfa2ed6" providerId="AD" clId="Web-{E31B8CE4-A5CC-4FAA-A052-F55E0B3C5F50}" dt="2023-07-26T05:00:56.940" v="0"/>
          <pc:sldLayoutMkLst>
            <pc:docMk/>
            <pc:sldMasterMk cId="1371210487" sldId="2147483773"/>
            <pc:sldLayoutMk cId="1492863149" sldId="2147483776"/>
          </pc:sldLayoutMkLst>
        </pc:sldLayoutChg>
        <pc:sldLayoutChg chg="add">
          <pc:chgData name="Anshu Sharma" userId="S::anshu.sharma@sibm.edu.in::f0093823-c5ac-4707-8f6f-ddb96cfa2ed6" providerId="AD" clId="Web-{E31B8CE4-A5CC-4FAA-A052-F55E0B3C5F50}" dt="2023-07-26T05:00:56.940" v="0"/>
          <pc:sldLayoutMkLst>
            <pc:docMk/>
            <pc:sldMasterMk cId="1371210487" sldId="2147483773"/>
            <pc:sldLayoutMk cId="3589638059" sldId="2147483777"/>
          </pc:sldLayoutMkLst>
        </pc:sldLayoutChg>
        <pc:sldLayoutChg chg="add">
          <pc:chgData name="Anshu Sharma" userId="S::anshu.sharma@sibm.edu.in::f0093823-c5ac-4707-8f6f-ddb96cfa2ed6" providerId="AD" clId="Web-{E31B8CE4-A5CC-4FAA-A052-F55E0B3C5F50}" dt="2023-07-26T05:00:56.940" v="0"/>
          <pc:sldLayoutMkLst>
            <pc:docMk/>
            <pc:sldMasterMk cId="1371210487" sldId="2147483773"/>
            <pc:sldLayoutMk cId="96724507" sldId="2147483778"/>
          </pc:sldLayoutMkLst>
        </pc:sldLayoutChg>
        <pc:sldLayoutChg chg="add">
          <pc:chgData name="Anshu Sharma" userId="S::anshu.sharma@sibm.edu.in::f0093823-c5ac-4707-8f6f-ddb96cfa2ed6" providerId="AD" clId="Web-{E31B8CE4-A5CC-4FAA-A052-F55E0B3C5F50}" dt="2023-07-26T05:00:56.940" v="0"/>
          <pc:sldLayoutMkLst>
            <pc:docMk/>
            <pc:sldMasterMk cId="1371210487" sldId="2147483773"/>
            <pc:sldLayoutMk cId="1082749936" sldId="2147483779"/>
          </pc:sldLayoutMkLst>
        </pc:sldLayoutChg>
        <pc:sldLayoutChg chg="add">
          <pc:chgData name="Anshu Sharma" userId="S::anshu.sharma@sibm.edu.in::f0093823-c5ac-4707-8f6f-ddb96cfa2ed6" providerId="AD" clId="Web-{E31B8CE4-A5CC-4FAA-A052-F55E0B3C5F50}" dt="2023-07-26T05:00:56.940" v="0"/>
          <pc:sldLayoutMkLst>
            <pc:docMk/>
            <pc:sldMasterMk cId="1371210487" sldId="2147483773"/>
            <pc:sldLayoutMk cId="541918473" sldId="2147483780"/>
          </pc:sldLayoutMkLst>
        </pc:sldLayoutChg>
        <pc:sldLayoutChg chg="add">
          <pc:chgData name="Anshu Sharma" userId="S::anshu.sharma@sibm.edu.in::f0093823-c5ac-4707-8f6f-ddb96cfa2ed6" providerId="AD" clId="Web-{E31B8CE4-A5CC-4FAA-A052-F55E0B3C5F50}" dt="2023-07-26T05:00:56.940" v="0"/>
          <pc:sldLayoutMkLst>
            <pc:docMk/>
            <pc:sldMasterMk cId="1371210487" sldId="2147483773"/>
            <pc:sldLayoutMk cId="1456378633" sldId="2147483781"/>
          </pc:sldLayoutMkLst>
        </pc:sldLayoutChg>
        <pc:sldLayoutChg chg="add">
          <pc:chgData name="Anshu Sharma" userId="S::anshu.sharma@sibm.edu.in::f0093823-c5ac-4707-8f6f-ddb96cfa2ed6" providerId="AD" clId="Web-{E31B8CE4-A5CC-4FAA-A052-F55E0B3C5F50}" dt="2023-07-26T05:00:56.940" v="0"/>
          <pc:sldLayoutMkLst>
            <pc:docMk/>
            <pc:sldMasterMk cId="1371210487" sldId="2147483773"/>
            <pc:sldLayoutMk cId="1985186948" sldId="2147483782"/>
          </pc:sldLayoutMkLst>
        </pc:sldLayoutChg>
        <pc:sldLayoutChg chg="add">
          <pc:chgData name="Anshu Sharma" userId="S::anshu.sharma@sibm.edu.in::f0093823-c5ac-4707-8f6f-ddb96cfa2ed6" providerId="AD" clId="Web-{E31B8CE4-A5CC-4FAA-A052-F55E0B3C5F50}" dt="2023-07-26T05:00:56.940" v="0"/>
          <pc:sldLayoutMkLst>
            <pc:docMk/>
            <pc:sldMasterMk cId="1371210487" sldId="2147483773"/>
            <pc:sldLayoutMk cId="3922213556" sldId="2147483783"/>
          </pc:sldLayoutMkLst>
        </pc:sldLayoutChg>
        <pc:sldLayoutChg chg="add">
          <pc:chgData name="Anshu Sharma" userId="S::anshu.sharma@sibm.edu.in::f0093823-c5ac-4707-8f6f-ddb96cfa2ed6" providerId="AD" clId="Web-{E31B8CE4-A5CC-4FAA-A052-F55E0B3C5F50}" dt="2023-07-26T05:00:56.940" v="0"/>
          <pc:sldLayoutMkLst>
            <pc:docMk/>
            <pc:sldMasterMk cId="1371210487" sldId="2147483773"/>
            <pc:sldLayoutMk cId="2043730891" sldId="2147483784"/>
          </pc:sldLayoutMkLst>
        </pc:sldLayoutChg>
      </pc:sldMasterChg>
    </pc:docChg>
  </pc:docChgLst>
  <pc:docChgLst>
    <pc:chgData name="Anshu Sharma" userId="S::anshu.sharma@sibm.edu.in::f0093823-c5ac-4707-8f6f-ddb96cfa2ed6" providerId="AD" clId="Web-{7E2F2281-4BF3-915B-AD2D-688F5CBCCF6A}"/>
    <pc:docChg chg="addSld delSld modSld">
      <pc:chgData name="Anshu Sharma" userId="S::anshu.sharma@sibm.edu.in::f0093823-c5ac-4707-8f6f-ddb96cfa2ed6" providerId="AD" clId="Web-{7E2F2281-4BF3-915B-AD2D-688F5CBCCF6A}" dt="2023-09-13T08:21:40.502" v="739"/>
      <pc:docMkLst>
        <pc:docMk/>
      </pc:docMkLst>
      <pc:sldChg chg="addSp modSp mod setBg addAnim">
        <pc:chgData name="Anshu Sharma" userId="S::anshu.sharma@sibm.edu.in::f0093823-c5ac-4707-8f6f-ddb96cfa2ed6" providerId="AD" clId="Web-{7E2F2281-4BF3-915B-AD2D-688F5CBCCF6A}" dt="2023-09-13T06:24:39.018" v="738"/>
        <pc:sldMkLst>
          <pc:docMk/>
          <pc:sldMk cId="109857222" sldId="256"/>
        </pc:sldMkLst>
        <pc:spChg chg="mod">
          <ac:chgData name="Anshu Sharma" userId="S::anshu.sharma@sibm.edu.in::f0093823-c5ac-4707-8f6f-ddb96cfa2ed6" providerId="AD" clId="Web-{7E2F2281-4BF3-915B-AD2D-688F5CBCCF6A}" dt="2023-09-13T06:24:39.018" v="73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shu Sharma" userId="S::anshu.sharma@sibm.edu.in::f0093823-c5ac-4707-8f6f-ddb96cfa2ed6" providerId="AD" clId="Web-{7E2F2281-4BF3-915B-AD2D-688F5CBCCF6A}" dt="2023-09-13T06:24:39.018" v="736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Anshu Sharma" userId="S::anshu.sharma@sibm.edu.in::f0093823-c5ac-4707-8f6f-ddb96cfa2ed6" providerId="AD" clId="Web-{7E2F2281-4BF3-915B-AD2D-688F5CBCCF6A}" dt="2023-09-13T06:24:39.018" v="736"/>
          <ac:spMkLst>
            <pc:docMk/>
            <pc:sldMk cId="109857222" sldId="256"/>
            <ac:spMk id="9" creationId="{C1DD1A8A-57D5-4A81-AD04-532B043C5611}"/>
          </ac:spMkLst>
        </pc:spChg>
        <pc:spChg chg="add">
          <ac:chgData name="Anshu Sharma" userId="S::anshu.sharma@sibm.edu.in::f0093823-c5ac-4707-8f6f-ddb96cfa2ed6" providerId="AD" clId="Web-{7E2F2281-4BF3-915B-AD2D-688F5CBCCF6A}" dt="2023-09-13T06:24:39.018" v="736"/>
          <ac:spMkLst>
            <pc:docMk/>
            <pc:sldMk cId="109857222" sldId="256"/>
            <ac:spMk id="11" creationId="{007891EC-4501-44ED-A8C8-B11B6DB767AB}"/>
          </ac:spMkLst>
        </pc:spChg>
        <pc:picChg chg="add">
          <ac:chgData name="Anshu Sharma" userId="S::anshu.sharma@sibm.edu.in::f0093823-c5ac-4707-8f6f-ddb96cfa2ed6" providerId="AD" clId="Web-{7E2F2281-4BF3-915B-AD2D-688F5CBCCF6A}" dt="2023-09-13T06:24:39.018" v="736"/>
          <ac:picMkLst>
            <pc:docMk/>
            <pc:sldMk cId="109857222" sldId="256"/>
            <ac:picMk id="5" creationId="{78CE97B9-AA29-19E1-D72B-600FFABF923D}"/>
          </ac:picMkLst>
        </pc:picChg>
      </pc:sldChg>
      <pc:sldChg chg="addSp delSp modSp new mod setBg">
        <pc:chgData name="Anshu Sharma" userId="S::anshu.sharma@sibm.edu.in::f0093823-c5ac-4707-8f6f-ddb96cfa2ed6" providerId="AD" clId="Web-{7E2F2281-4BF3-915B-AD2D-688F5CBCCF6A}" dt="2023-09-13T04:47:55.458" v="63" actId="20577"/>
        <pc:sldMkLst>
          <pc:docMk/>
          <pc:sldMk cId="3066425884" sldId="258"/>
        </pc:sldMkLst>
        <pc:spChg chg="del">
          <ac:chgData name="Anshu Sharma" userId="S::anshu.sharma@sibm.edu.in::f0093823-c5ac-4707-8f6f-ddb96cfa2ed6" providerId="AD" clId="Web-{7E2F2281-4BF3-915B-AD2D-688F5CBCCF6A}" dt="2023-09-13T04:46:39.895" v="36"/>
          <ac:spMkLst>
            <pc:docMk/>
            <pc:sldMk cId="3066425884" sldId="258"/>
            <ac:spMk id="2" creationId="{3966C579-5352-C7BF-60A9-BD2BD0F3FEB0}"/>
          </ac:spMkLst>
        </pc:spChg>
        <pc:spChg chg="del">
          <ac:chgData name="Anshu Sharma" userId="S::anshu.sharma@sibm.edu.in::f0093823-c5ac-4707-8f6f-ddb96cfa2ed6" providerId="AD" clId="Web-{7E2F2281-4BF3-915B-AD2D-688F5CBCCF6A}" dt="2023-09-13T04:46:36.145" v="35"/>
          <ac:spMkLst>
            <pc:docMk/>
            <pc:sldMk cId="3066425884" sldId="258"/>
            <ac:spMk id="3" creationId="{626F3906-6F16-DB11-F800-386E9258306D}"/>
          </ac:spMkLst>
        </pc:spChg>
        <pc:spChg chg="add mod">
          <ac:chgData name="Anshu Sharma" userId="S::anshu.sharma@sibm.edu.in::f0093823-c5ac-4707-8f6f-ddb96cfa2ed6" providerId="AD" clId="Web-{7E2F2281-4BF3-915B-AD2D-688F5CBCCF6A}" dt="2023-09-13T04:47:24.458" v="48" actId="1076"/>
          <ac:spMkLst>
            <pc:docMk/>
            <pc:sldMk cId="3066425884" sldId="258"/>
            <ac:spMk id="48" creationId="{C0FD0791-5F74-5CC3-27B6-B958F112BDDB}"/>
          </ac:spMkLst>
        </pc:spChg>
        <pc:spChg chg="add mod">
          <ac:chgData name="Anshu Sharma" userId="S::anshu.sharma@sibm.edu.in::f0093823-c5ac-4707-8f6f-ddb96cfa2ed6" providerId="AD" clId="Web-{7E2F2281-4BF3-915B-AD2D-688F5CBCCF6A}" dt="2023-09-13T04:47:32.958" v="54" actId="20577"/>
          <ac:spMkLst>
            <pc:docMk/>
            <pc:sldMk cId="3066425884" sldId="258"/>
            <ac:spMk id="49" creationId="{08C41B2C-1DE5-AFEC-8DD1-EEEF593E7A52}"/>
          </ac:spMkLst>
        </pc:spChg>
        <pc:spChg chg="add mod">
          <ac:chgData name="Anshu Sharma" userId="S::anshu.sharma@sibm.edu.in::f0093823-c5ac-4707-8f6f-ddb96cfa2ed6" providerId="AD" clId="Web-{7E2F2281-4BF3-915B-AD2D-688F5CBCCF6A}" dt="2023-09-13T04:47:44.114" v="57" actId="20577"/>
          <ac:spMkLst>
            <pc:docMk/>
            <pc:sldMk cId="3066425884" sldId="258"/>
            <ac:spMk id="50" creationId="{574DC23C-5A2C-893D-1232-18B8AD1E0A56}"/>
          </ac:spMkLst>
        </pc:spChg>
        <pc:spChg chg="add mod">
          <ac:chgData name="Anshu Sharma" userId="S::anshu.sharma@sibm.edu.in::f0093823-c5ac-4707-8f6f-ddb96cfa2ed6" providerId="AD" clId="Web-{7E2F2281-4BF3-915B-AD2D-688F5CBCCF6A}" dt="2023-09-13T04:47:55.458" v="63" actId="20577"/>
          <ac:spMkLst>
            <pc:docMk/>
            <pc:sldMk cId="3066425884" sldId="258"/>
            <ac:spMk id="51" creationId="{F2D09FE0-3199-C0E9-C1C1-B1B4478DD7C7}"/>
          </ac:spMkLst>
        </pc:spChg>
        <pc:spChg chg="add">
          <ac:chgData name="Anshu Sharma" userId="S::anshu.sharma@sibm.edu.in::f0093823-c5ac-4707-8f6f-ddb96cfa2ed6" providerId="AD" clId="Web-{7E2F2281-4BF3-915B-AD2D-688F5CBCCF6A}" dt="2023-09-13T04:46:39.895" v="36"/>
          <ac:spMkLst>
            <pc:docMk/>
            <pc:sldMk cId="3066425884" sldId="258"/>
            <ac:spMk id="52" creationId="{42A4FC2C-047E-45A5-965D-8E1E3BF09BC6}"/>
          </ac:spMkLst>
        </pc:spChg>
        <pc:graphicFrameChg chg="add del mod modGraphic">
          <ac:chgData name="Anshu Sharma" userId="S::anshu.sharma@sibm.edu.in::f0093823-c5ac-4707-8f6f-ddb96cfa2ed6" providerId="AD" clId="Web-{7E2F2281-4BF3-915B-AD2D-688F5CBCCF6A}" dt="2023-09-13T04:45:44.347" v="34"/>
          <ac:graphicFrameMkLst>
            <pc:docMk/>
            <pc:sldMk cId="3066425884" sldId="258"/>
            <ac:graphicFrameMk id="4" creationId="{DB06647B-5FCD-23C4-ED6C-405A5059FF07}"/>
          </ac:graphicFrameMkLst>
        </pc:graphicFrameChg>
        <pc:picChg chg="add mod ord">
          <ac:chgData name="Anshu Sharma" userId="S::anshu.sharma@sibm.edu.in::f0093823-c5ac-4707-8f6f-ddb96cfa2ed6" providerId="AD" clId="Web-{7E2F2281-4BF3-915B-AD2D-688F5CBCCF6A}" dt="2023-09-13T04:46:39.895" v="36"/>
          <ac:picMkLst>
            <pc:docMk/>
            <pc:sldMk cId="3066425884" sldId="258"/>
            <ac:picMk id="47" creationId="{46022363-3A19-A78A-9C61-04522F259D09}"/>
          </ac:picMkLst>
        </pc:picChg>
      </pc:sldChg>
      <pc:sldChg chg="addSp delSp modSp new mod setBg">
        <pc:chgData name="Anshu Sharma" userId="S::anshu.sharma@sibm.edu.in::f0093823-c5ac-4707-8f6f-ddb96cfa2ed6" providerId="AD" clId="Web-{7E2F2281-4BF3-915B-AD2D-688F5CBCCF6A}" dt="2023-09-13T04:43:33.502" v="32"/>
        <pc:sldMkLst>
          <pc:docMk/>
          <pc:sldMk cId="2974945037" sldId="259"/>
        </pc:sldMkLst>
        <pc:spChg chg="del">
          <ac:chgData name="Anshu Sharma" userId="S::anshu.sharma@sibm.edu.in::f0093823-c5ac-4707-8f6f-ddb96cfa2ed6" providerId="AD" clId="Web-{7E2F2281-4BF3-915B-AD2D-688F5CBCCF6A}" dt="2023-09-13T04:43:33.502" v="32"/>
          <ac:spMkLst>
            <pc:docMk/>
            <pc:sldMk cId="2974945037" sldId="259"/>
            <ac:spMk id="2" creationId="{6C68AB49-7571-6BB0-DFBB-9A7D698E7EAF}"/>
          </ac:spMkLst>
        </pc:spChg>
        <pc:spChg chg="del">
          <ac:chgData name="Anshu Sharma" userId="S::anshu.sharma@sibm.edu.in::f0093823-c5ac-4707-8f6f-ddb96cfa2ed6" providerId="AD" clId="Web-{7E2F2281-4BF3-915B-AD2D-688F5CBCCF6A}" dt="2023-09-13T04:43:26.143" v="31"/>
          <ac:spMkLst>
            <pc:docMk/>
            <pc:sldMk cId="2974945037" sldId="259"/>
            <ac:spMk id="3" creationId="{6472C740-8C68-1F72-E6D9-1BB53B12339A}"/>
          </ac:spMkLst>
        </pc:spChg>
        <pc:graphicFrameChg chg="add mod ord modGraphic">
          <ac:chgData name="Anshu Sharma" userId="S::anshu.sharma@sibm.edu.in::f0093823-c5ac-4707-8f6f-ddb96cfa2ed6" providerId="AD" clId="Web-{7E2F2281-4BF3-915B-AD2D-688F5CBCCF6A}" dt="2023-09-13T04:43:33.502" v="32"/>
          <ac:graphicFrameMkLst>
            <pc:docMk/>
            <pc:sldMk cId="2974945037" sldId="259"/>
            <ac:graphicFrameMk id="5" creationId="{2E95F0D8-A229-91A2-E23A-78F1739030F5}"/>
          </ac:graphicFrameMkLst>
        </pc:graphicFrameChg>
      </pc:sldChg>
      <pc:sldChg chg="addSp delSp modSp new mod setBg">
        <pc:chgData name="Anshu Sharma" userId="S::anshu.sharma@sibm.edu.in::f0093823-c5ac-4707-8f6f-ddb96cfa2ed6" providerId="AD" clId="Web-{7E2F2281-4BF3-915B-AD2D-688F5CBCCF6A}" dt="2023-09-13T04:52:44.820" v="71"/>
        <pc:sldMkLst>
          <pc:docMk/>
          <pc:sldMk cId="4201064120" sldId="260"/>
        </pc:sldMkLst>
        <pc:spChg chg="del">
          <ac:chgData name="Anshu Sharma" userId="S::anshu.sharma@sibm.edu.in::f0093823-c5ac-4707-8f6f-ddb96cfa2ed6" providerId="AD" clId="Web-{7E2F2281-4BF3-915B-AD2D-688F5CBCCF6A}" dt="2023-09-13T04:48:48.990" v="66"/>
          <ac:spMkLst>
            <pc:docMk/>
            <pc:sldMk cId="4201064120" sldId="260"/>
            <ac:spMk id="2" creationId="{DF9BBF55-8BB0-98DC-E11A-A9A93A5E2FC3}"/>
          </ac:spMkLst>
        </pc:spChg>
        <pc:spChg chg="del">
          <ac:chgData name="Anshu Sharma" userId="S::anshu.sharma@sibm.edu.in::f0093823-c5ac-4707-8f6f-ddb96cfa2ed6" providerId="AD" clId="Web-{7E2F2281-4BF3-915B-AD2D-688F5CBCCF6A}" dt="2023-09-13T04:48:44.865" v="65"/>
          <ac:spMkLst>
            <pc:docMk/>
            <pc:sldMk cId="4201064120" sldId="260"/>
            <ac:spMk id="3" creationId="{6365E056-6A43-EA46-57A7-A3FC18C7407B}"/>
          </ac:spMkLst>
        </pc:spChg>
        <pc:spChg chg="add del mod">
          <ac:chgData name="Anshu Sharma" userId="S::anshu.sharma@sibm.edu.in::f0093823-c5ac-4707-8f6f-ddb96cfa2ed6" providerId="AD" clId="Web-{7E2F2281-4BF3-915B-AD2D-688F5CBCCF6A}" dt="2023-09-13T04:51:01.038" v="68"/>
          <ac:spMkLst>
            <pc:docMk/>
            <pc:sldMk cId="4201064120" sldId="260"/>
            <ac:spMk id="6" creationId="{ECFCA6FA-1D98-68DF-65D5-6304FF294BF2}"/>
          </ac:spMkLst>
        </pc:spChg>
        <pc:spChg chg="add del">
          <ac:chgData name="Anshu Sharma" userId="S::anshu.sharma@sibm.edu.in::f0093823-c5ac-4707-8f6f-ddb96cfa2ed6" providerId="AD" clId="Web-{7E2F2281-4BF3-915B-AD2D-688F5CBCCF6A}" dt="2023-09-13T04:51:05.335" v="69"/>
          <ac:spMkLst>
            <pc:docMk/>
            <pc:sldMk cId="4201064120" sldId="260"/>
            <ac:spMk id="9" creationId="{11B2B030-4738-4359-9E46-144B7C8BFF8B}"/>
          </ac:spMkLst>
        </pc:spChg>
        <pc:spChg chg="add del mod">
          <ac:chgData name="Anshu Sharma" userId="S::anshu.sharma@sibm.edu.in::f0093823-c5ac-4707-8f6f-ddb96cfa2ed6" providerId="AD" clId="Web-{7E2F2281-4BF3-915B-AD2D-688F5CBCCF6A}" dt="2023-09-13T04:52:44.820" v="71"/>
          <ac:spMkLst>
            <pc:docMk/>
            <pc:sldMk cId="4201064120" sldId="260"/>
            <ac:spMk id="10" creationId="{425BB151-E298-730B-0F31-33B161DB1725}"/>
          </ac:spMkLst>
        </pc:spChg>
        <pc:spChg chg="add del">
          <ac:chgData name="Anshu Sharma" userId="S::anshu.sharma@sibm.edu.in::f0093823-c5ac-4707-8f6f-ddb96cfa2ed6" providerId="AD" clId="Web-{7E2F2281-4BF3-915B-AD2D-688F5CBCCF6A}" dt="2023-09-13T04:51:05.335" v="69"/>
          <ac:spMkLst>
            <pc:docMk/>
            <pc:sldMk cId="4201064120" sldId="260"/>
            <ac:spMk id="11" creationId="{E722B2DD-E14D-4972-9D98-5D6E61B1B2D2}"/>
          </ac:spMkLst>
        </pc:spChg>
        <pc:spChg chg="add">
          <ac:chgData name="Anshu Sharma" userId="S::anshu.sharma@sibm.edu.in::f0093823-c5ac-4707-8f6f-ddb96cfa2ed6" providerId="AD" clId="Web-{7E2F2281-4BF3-915B-AD2D-688F5CBCCF6A}" dt="2023-09-13T04:51:05.335" v="69"/>
          <ac:spMkLst>
            <pc:docMk/>
            <pc:sldMk cId="4201064120" sldId="260"/>
            <ac:spMk id="16" creationId="{F3060C83-F051-4F0E-ABAD-AA0DFC48B218}"/>
          </ac:spMkLst>
        </pc:spChg>
        <pc:spChg chg="add">
          <ac:chgData name="Anshu Sharma" userId="S::anshu.sharma@sibm.edu.in::f0093823-c5ac-4707-8f6f-ddb96cfa2ed6" providerId="AD" clId="Web-{7E2F2281-4BF3-915B-AD2D-688F5CBCCF6A}" dt="2023-09-13T04:51:05.335" v="69"/>
          <ac:spMkLst>
            <pc:docMk/>
            <pc:sldMk cId="4201064120" sldId="260"/>
            <ac:spMk id="18" creationId="{83C98ABE-055B-441F-B07E-44F97F083C39}"/>
          </ac:spMkLst>
        </pc:spChg>
        <pc:spChg chg="add">
          <ac:chgData name="Anshu Sharma" userId="S::anshu.sharma@sibm.edu.in::f0093823-c5ac-4707-8f6f-ddb96cfa2ed6" providerId="AD" clId="Web-{7E2F2281-4BF3-915B-AD2D-688F5CBCCF6A}" dt="2023-09-13T04:51:05.335" v="69"/>
          <ac:spMkLst>
            <pc:docMk/>
            <pc:sldMk cId="4201064120" sldId="260"/>
            <ac:spMk id="20" creationId="{29FDB030-9B49-4CED-8CCD-4D99382388AC}"/>
          </ac:spMkLst>
        </pc:spChg>
        <pc:spChg chg="add">
          <ac:chgData name="Anshu Sharma" userId="S::anshu.sharma@sibm.edu.in::f0093823-c5ac-4707-8f6f-ddb96cfa2ed6" providerId="AD" clId="Web-{7E2F2281-4BF3-915B-AD2D-688F5CBCCF6A}" dt="2023-09-13T04:51:05.335" v="69"/>
          <ac:spMkLst>
            <pc:docMk/>
            <pc:sldMk cId="4201064120" sldId="260"/>
            <ac:spMk id="22" creationId="{3783CA14-24A1-485C-8B30-D6A5D87987AD}"/>
          </ac:spMkLst>
        </pc:spChg>
        <pc:spChg chg="add">
          <ac:chgData name="Anshu Sharma" userId="S::anshu.sharma@sibm.edu.in::f0093823-c5ac-4707-8f6f-ddb96cfa2ed6" providerId="AD" clId="Web-{7E2F2281-4BF3-915B-AD2D-688F5CBCCF6A}" dt="2023-09-13T04:51:05.335" v="69"/>
          <ac:spMkLst>
            <pc:docMk/>
            <pc:sldMk cId="4201064120" sldId="260"/>
            <ac:spMk id="24" creationId="{9A97C86A-04D6-40F7-AE84-31AB43E6A846}"/>
          </ac:spMkLst>
        </pc:spChg>
        <pc:spChg chg="add">
          <ac:chgData name="Anshu Sharma" userId="S::anshu.sharma@sibm.edu.in::f0093823-c5ac-4707-8f6f-ddb96cfa2ed6" providerId="AD" clId="Web-{7E2F2281-4BF3-915B-AD2D-688F5CBCCF6A}" dt="2023-09-13T04:51:05.335" v="69"/>
          <ac:spMkLst>
            <pc:docMk/>
            <pc:sldMk cId="4201064120" sldId="260"/>
            <ac:spMk id="26" creationId="{FF9F2414-84E8-453E-B1F3-389FDE8192D9}"/>
          </ac:spMkLst>
        </pc:spChg>
        <pc:spChg chg="add">
          <ac:chgData name="Anshu Sharma" userId="S::anshu.sharma@sibm.edu.in::f0093823-c5ac-4707-8f6f-ddb96cfa2ed6" providerId="AD" clId="Web-{7E2F2281-4BF3-915B-AD2D-688F5CBCCF6A}" dt="2023-09-13T04:51:05.335" v="69"/>
          <ac:spMkLst>
            <pc:docMk/>
            <pc:sldMk cId="4201064120" sldId="260"/>
            <ac:spMk id="28" creationId="{3ECA69A1-7536-43AC-85EF-C7106179F5ED}"/>
          </ac:spMkLst>
        </pc:spChg>
        <pc:picChg chg="add del mod ord">
          <ac:chgData name="Anshu Sharma" userId="S::anshu.sharma@sibm.edu.in::f0093823-c5ac-4707-8f6f-ddb96cfa2ed6" providerId="AD" clId="Web-{7E2F2281-4BF3-915B-AD2D-688F5CBCCF6A}" dt="2023-09-13T04:50:59.819" v="67"/>
          <ac:picMkLst>
            <pc:docMk/>
            <pc:sldMk cId="4201064120" sldId="260"/>
            <ac:picMk id="4" creationId="{8673210A-F205-2C99-69D1-2462C311EC6A}"/>
          </ac:picMkLst>
        </pc:picChg>
        <pc:picChg chg="add del mod ord">
          <ac:chgData name="Anshu Sharma" userId="S::anshu.sharma@sibm.edu.in::f0093823-c5ac-4707-8f6f-ddb96cfa2ed6" providerId="AD" clId="Web-{7E2F2281-4BF3-915B-AD2D-688F5CBCCF6A}" dt="2023-09-13T04:52:43.649" v="70"/>
          <ac:picMkLst>
            <pc:docMk/>
            <pc:sldMk cId="4201064120" sldId="260"/>
            <ac:picMk id="7" creationId="{1C65E510-7DE5-EF60-5D21-D46AB4E1F977}"/>
          </ac:picMkLst>
        </pc:picChg>
        <pc:picChg chg="add mod ord">
          <ac:chgData name="Anshu Sharma" userId="S::anshu.sharma@sibm.edu.in::f0093823-c5ac-4707-8f6f-ddb96cfa2ed6" providerId="AD" clId="Web-{7E2F2281-4BF3-915B-AD2D-688F5CBCCF6A}" dt="2023-09-13T04:52:44.820" v="71"/>
          <ac:picMkLst>
            <pc:docMk/>
            <pc:sldMk cId="4201064120" sldId="260"/>
            <ac:picMk id="12" creationId="{6A460D51-55C3-CC38-4ADB-1244EE8626AF}"/>
          </ac:picMkLst>
        </pc:picChg>
      </pc:sldChg>
      <pc:sldChg chg="addSp delSp modSp new">
        <pc:chgData name="Anshu Sharma" userId="S::anshu.sharma@sibm.edu.in::f0093823-c5ac-4707-8f6f-ddb96cfa2ed6" providerId="AD" clId="Web-{7E2F2281-4BF3-915B-AD2D-688F5CBCCF6A}" dt="2023-09-13T05:14:26.569" v="646" actId="1076"/>
        <pc:sldMkLst>
          <pc:docMk/>
          <pc:sldMk cId="2342638184" sldId="261"/>
        </pc:sldMkLst>
        <pc:spChg chg="del">
          <ac:chgData name="Anshu Sharma" userId="S::anshu.sharma@sibm.edu.in::f0093823-c5ac-4707-8f6f-ddb96cfa2ed6" providerId="AD" clId="Web-{7E2F2281-4BF3-915B-AD2D-688F5CBCCF6A}" dt="2023-09-13T04:54:33.572" v="73"/>
          <ac:spMkLst>
            <pc:docMk/>
            <pc:sldMk cId="2342638184" sldId="261"/>
            <ac:spMk id="3" creationId="{EB9EC6E2-CC68-96B4-DE32-961DF55C0033}"/>
          </ac:spMkLst>
        </pc:spChg>
        <pc:graphicFrameChg chg="add mod ord modGraphic">
          <ac:chgData name="Anshu Sharma" userId="S::anshu.sharma@sibm.edu.in::f0093823-c5ac-4707-8f6f-ddb96cfa2ed6" providerId="AD" clId="Web-{7E2F2281-4BF3-915B-AD2D-688F5CBCCF6A}" dt="2023-09-13T05:14:21.085" v="645" actId="1076"/>
          <ac:graphicFrameMkLst>
            <pc:docMk/>
            <pc:sldMk cId="2342638184" sldId="261"/>
            <ac:graphicFrameMk id="4" creationId="{7B023BB5-7C7C-BA45-96EA-0B05F84AF99C}"/>
          </ac:graphicFrameMkLst>
        </pc:graphicFrameChg>
        <pc:graphicFrameChg chg="add mod modGraphic">
          <ac:chgData name="Anshu Sharma" userId="S::anshu.sharma@sibm.edu.in::f0093823-c5ac-4707-8f6f-ddb96cfa2ed6" providerId="AD" clId="Web-{7E2F2281-4BF3-915B-AD2D-688F5CBCCF6A}" dt="2023-09-13T05:14:26.569" v="646" actId="1076"/>
          <ac:graphicFrameMkLst>
            <pc:docMk/>
            <pc:sldMk cId="2342638184" sldId="261"/>
            <ac:graphicFrameMk id="101" creationId="{58BB8309-A321-301A-C266-AEF68F0B6384}"/>
          </ac:graphicFrameMkLst>
        </pc:graphicFrameChg>
      </pc:sldChg>
      <pc:sldChg chg="addSp delSp modSp new mod setBg">
        <pc:chgData name="Anshu Sharma" userId="S::anshu.sharma@sibm.edu.in::f0093823-c5ac-4707-8f6f-ddb96cfa2ed6" providerId="AD" clId="Web-{7E2F2281-4BF3-915B-AD2D-688F5CBCCF6A}" dt="2023-09-13T05:15:49.101" v="664" actId="1076"/>
        <pc:sldMkLst>
          <pc:docMk/>
          <pc:sldMk cId="2077591895" sldId="262"/>
        </pc:sldMkLst>
        <pc:spChg chg="del">
          <ac:chgData name="Anshu Sharma" userId="S::anshu.sharma@sibm.edu.in::f0093823-c5ac-4707-8f6f-ddb96cfa2ed6" providerId="AD" clId="Web-{7E2F2281-4BF3-915B-AD2D-688F5CBCCF6A}" dt="2023-09-13T04:56:11.635" v="94"/>
          <ac:spMkLst>
            <pc:docMk/>
            <pc:sldMk cId="2077591895" sldId="262"/>
            <ac:spMk id="2" creationId="{D96559A1-8FCC-A78C-ABC2-4CDC7A6A3D6D}"/>
          </ac:spMkLst>
        </pc:spChg>
        <pc:spChg chg="del">
          <ac:chgData name="Anshu Sharma" userId="S::anshu.sharma@sibm.edu.in::f0093823-c5ac-4707-8f6f-ddb96cfa2ed6" providerId="AD" clId="Web-{7E2F2281-4BF3-915B-AD2D-688F5CBCCF6A}" dt="2023-09-13T04:56:08.385" v="93"/>
          <ac:spMkLst>
            <pc:docMk/>
            <pc:sldMk cId="2077591895" sldId="262"/>
            <ac:spMk id="3" creationId="{40F5C646-4F0B-8CC0-80D7-5BDDDFF4044C}"/>
          </ac:spMkLst>
        </pc:spChg>
        <pc:spChg chg="add mod">
          <ac:chgData name="Anshu Sharma" userId="S::anshu.sharma@sibm.edu.in::f0093823-c5ac-4707-8f6f-ddb96cfa2ed6" providerId="AD" clId="Web-{7E2F2281-4BF3-915B-AD2D-688F5CBCCF6A}" dt="2023-09-13T05:00:36.826" v="173" actId="1076"/>
          <ac:spMkLst>
            <pc:docMk/>
            <pc:sldMk cId="2077591895" sldId="262"/>
            <ac:spMk id="5" creationId="{7D367226-88F8-F51D-B65C-A47B60B9233D}"/>
          </ac:spMkLst>
        </pc:spChg>
        <pc:spChg chg="add mod">
          <ac:chgData name="Anshu Sharma" userId="S::anshu.sharma@sibm.edu.in::f0093823-c5ac-4707-8f6f-ddb96cfa2ed6" providerId="AD" clId="Web-{7E2F2281-4BF3-915B-AD2D-688F5CBCCF6A}" dt="2023-09-13T05:00:40.373" v="174" actId="1076"/>
          <ac:spMkLst>
            <pc:docMk/>
            <pc:sldMk cId="2077591895" sldId="262"/>
            <ac:spMk id="6" creationId="{1EF4C4E7-C879-E152-23B6-C7EAF11CAC4E}"/>
          </ac:spMkLst>
        </pc:spChg>
        <pc:spChg chg="add mod">
          <ac:chgData name="Anshu Sharma" userId="S::anshu.sharma@sibm.edu.in::f0093823-c5ac-4707-8f6f-ddb96cfa2ed6" providerId="AD" clId="Web-{7E2F2281-4BF3-915B-AD2D-688F5CBCCF6A}" dt="2023-09-13T05:00:44.294" v="175" actId="1076"/>
          <ac:spMkLst>
            <pc:docMk/>
            <pc:sldMk cId="2077591895" sldId="262"/>
            <ac:spMk id="7" creationId="{05FFC6C2-DD0D-1C1C-0B68-969688608F76}"/>
          </ac:spMkLst>
        </pc:spChg>
        <pc:spChg chg="add mod">
          <ac:chgData name="Anshu Sharma" userId="S::anshu.sharma@sibm.edu.in::f0093823-c5ac-4707-8f6f-ddb96cfa2ed6" providerId="AD" clId="Web-{7E2F2281-4BF3-915B-AD2D-688F5CBCCF6A}" dt="2023-09-13T05:15:23.585" v="660" actId="14100"/>
          <ac:spMkLst>
            <pc:docMk/>
            <pc:sldMk cId="2077591895" sldId="262"/>
            <ac:spMk id="8" creationId="{3344A4A0-4C34-97F3-3BBA-FD4CEB39C4F1}"/>
          </ac:spMkLst>
        </pc:spChg>
        <pc:spChg chg="add">
          <ac:chgData name="Anshu Sharma" userId="S::anshu.sharma@sibm.edu.in::f0093823-c5ac-4707-8f6f-ddb96cfa2ed6" providerId="AD" clId="Web-{7E2F2281-4BF3-915B-AD2D-688F5CBCCF6A}" dt="2023-09-13T04:56:11.635" v="94"/>
          <ac:spMkLst>
            <pc:docMk/>
            <pc:sldMk cId="2077591895" sldId="262"/>
            <ac:spMk id="9" creationId="{22F15A2D-2324-487D-A02A-BF46C5C580EB}"/>
          </ac:spMkLst>
        </pc:spChg>
        <pc:spChg chg="add mod">
          <ac:chgData name="Anshu Sharma" userId="S::anshu.sharma@sibm.edu.in::f0093823-c5ac-4707-8f6f-ddb96cfa2ed6" providerId="AD" clId="Web-{7E2F2281-4BF3-915B-AD2D-688F5CBCCF6A}" dt="2023-09-13T05:15:45.148" v="663" actId="1076"/>
          <ac:spMkLst>
            <pc:docMk/>
            <pc:sldMk cId="2077591895" sldId="262"/>
            <ac:spMk id="10" creationId="{8B757F96-5B8E-D721-90D1-A2439D6EDF69}"/>
          </ac:spMkLst>
        </pc:spChg>
        <pc:spChg chg="add">
          <ac:chgData name="Anshu Sharma" userId="S::anshu.sharma@sibm.edu.in::f0093823-c5ac-4707-8f6f-ddb96cfa2ed6" providerId="AD" clId="Web-{7E2F2281-4BF3-915B-AD2D-688F5CBCCF6A}" dt="2023-09-13T04:56:11.635" v="94"/>
          <ac:spMkLst>
            <pc:docMk/>
            <pc:sldMk cId="2077591895" sldId="262"/>
            <ac:spMk id="11" creationId="{17A7F34E-D418-47E2-9F86-2C45BBC31210}"/>
          </ac:spMkLst>
        </pc:spChg>
        <pc:spChg chg="add mod">
          <ac:chgData name="Anshu Sharma" userId="S::anshu.sharma@sibm.edu.in::f0093823-c5ac-4707-8f6f-ddb96cfa2ed6" providerId="AD" clId="Web-{7E2F2281-4BF3-915B-AD2D-688F5CBCCF6A}" dt="2023-09-13T05:15:49.101" v="664" actId="1076"/>
          <ac:spMkLst>
            <pc:docMk/>
            <pc:sldMk cId="2077591895" sldId="262"/>
            <ac:spMk id="12" creationId="{6E5B0BC1-9E8C-00E3-8E95-F473129D01EA}"/>
          </ac:spMkLst>
        </pc:spChg>
        <pc:spChg chg="add">
          <ac:chgData name="Anshu Sharma" userId="S::anshu.sharma@sibm.edu.in::f0093823-c5ac-4707-8f6f-ddb96cfa2ed6" providerId="AD" clId="Web-{7E2F2281-4BF3-915B-AD2D-688F5CBCCF6A}" dt="2023-09-13T04:56:11.635" v="94"/>
          <ac:spMkLst>
            <pc:docMk/>
            <pc:sldMk cId="2077591895" sldId="262"/>
            <ac:spMk id="13" creationId="{2AEAFA59-923A-4F54-8B49-44C970BCC323}"/>
          </ac:spMkLst>
        </pc:spChg>
        <pc:picChg chg="add mod ord modCrop">
          <ac:chgData name="Anshu Sharma" userId="S::anshu.sharma@sibm.edu.in::f0093823-c5ac-4707-8f6f-ddb96cfa2ed6" providerId="AD" clId="Web-{7E2F2281-4BF3-915B-AD2D-688F5CBCCF6A}" dt="2023-09-13T05:14:53.694" v="648"/>
          <ac:picMkLst>
            <pc:docMk/>
            <pc:sldMk cId="2077591895" sldId="262"/>
            <ac:picMk id="4" creationId="{86F65D19-E225-1AED-0930-E54B38180C32}"/>
          </ac:picMkLst>
        </pc:picChg>
      </pc:sldChg>
      <pc:sldChg chg="addSp modSp new del mod setBg modClrScheme chgLayout">
        <pc:chgData name="Anshu Sharma" userId="S::anshu.sharma@sibm.edu.in::f0093823-c5ac-4707-8f6f-ddb96cfa2ed6" providerId="AD" clId="Web-{7E2F2281-4BF3-915B-AD2D-688F5CBCCF6A}" dt="2023-09-13T08:21:40.502" v="739"/>
        <pc:sldMkLst>
          <pc:docMk/>
          <pc:sldMk cId="4080514951" sldId="263"/>
        </pc:sldMkLst>
        <pc:spChg chg="mod ord">
          <ac:chgData name="Anshu Sharma" userId="S::anshu.sharma@sibm.edu.in::f0093823-c5ac-4707-8f6f-ddb96cfa2ed6" providerId="AD" clId="Web-{7E2F2281-4BF3-915B-AD2D-688F5CBCCF6A}" dt="2023-09-13T04:57:00.261" v="117"/>
          <ac:spMkLst>
            <pc:docMk/>
            <pc:sldMk cId="4080514951" sldId="263"/>
            <ac:spMk id="2" creationId="{3E5144FB-7472-C01A-E548-110E85351CB6}"/>
          </ac:spMkLst>
        </pc:spChg>
        <pc:spChg chg="mod ord">
          <ac:chgData name="Anshu Sharma" userId="S::anshu.sharma@sibm.edu.in::f0093823-c5ac-4707-8f6f-ddb96cfa2ed6" providerId="AD" clId="Web-{7E2F2281-4BF3-915B-AD2D-688F5CBCCF6A}" dt="2023-09-13T04:57:00.261" v="117"/>
          <ac:spMkLst>
            <pc:docMk/>
            <pc:sldMk cId="4080514951" sldId="263"/>
            <ac:spMk id="3" creationId="{00BBF612-A1A9-1E8F-B3D6-E6583ED55711}"/>
          </ac:spMkLst>
        </pc:spChg>
        <pc:spChg chg="add">
          <ac:chgData name="Anshu Sharma" userId="S::anshu.sharma@sibm.edu.in::f0093823-c5ac-4707-8f6f-ddb96cfa2ed6" providerId="AD" clId="Web-{7E2F2281-4BF3-915B-AD2D-688F5CBCCF6A}" dt="2023-09-13T04:57:00.261" v="117"/>
          <ac:spMkLst>
            <pc:docMk/>
            <pc:sldMk cId="4080514951" sldId="263"/>
            <ac:spMk id="10" creationId="{65219498-D544-41AC-98FE-8F956EF66A62}"/>
          </ac:spMkLst>
        </pc:spChg>
        <pc:spChg chg="add">
          <ac:chgData name="Anshu Sharma" userId="S::anshu.sharma@sibm.edu.in::f0093823-c5ac-4707-8f6f-ddb96cfa2ed6" providerId="AD" clId="Web-{7E2F2281-4BF3-915B-AD2D-688F5CBCCF6A}" dt="2023-09-13T04:57:00.261" v="117"/>
          <ac:spMkLst>
            <pc:docMk/>
            <pc:sldMk cId="4080514951" sldId="263"/>
            <ac:spMk id="12" creationId="{F500DBFC-17A9-4E0A-AEE2-A49F9AEEF0FD}"/>
          </ac:spMkLst>
        </pc:spChg>
        <pc:grpChg chg="add">
          <ac:chgData name="Anshu Sharma" userId="S::anshu.sharma@sibm.edu.in::f0093823-c5ac-4707-8f6f-ddb96cfa2ed6" providerId="AD" clId="Web-{7E2F2281-4BF3-915B-AD2D-688F5CBCCF6A}" dt="2023-09-13T04:57:00.261" v="117"/>
          <ac:grpSpMkLst>
            <pc:docMk/>
            <pc:sldMk cId="4080514951" sldId="263"/>
            <ac:grpSpMk id="14" creationId="{D74613BB-817C-4C4F-8A24-4936F2F064C0}"/>
          </ac:grpSpMkLst>
        </pc:grpChg>
        <pc:picChg chg="add">
          <ac:chgData name="Anshu Sharma" userId="S::anshu.sharma@sibm.edu.in::f0093823-c5ac-4707-8f6f-ddb96cfa2ed6" providerId="AD" clId="Web-{7E2F2281-4BF3-915B-AD2D-688F5CBCCF6A}" dt="2023-09-13T04:57:00.261" v="117"/>
          <ac:picMkLst>
            <pc:docMk/>
            <pc:sldMk cId="4080514951" sldId="263"/>
            <ac:picMk id="7" creationId="{69DF6E4D-1974-2B28-A858-95764268C5D4}"/>
          </ac:picMkLst>
        </pc:picChg>
      </pc:sldChg>
      <pc:sldChg chg="addSp delSp modSp new">
        <pc:chgData name="Anshu Sharma" userId="S::anshu.sharma@sibm.edu.in::f0093823-c5ac-4707-8f6f-ddb96cfa2ed6" providerId="AD" clId="Web-{7E2F2281-4BF3-915B-AD2D-688F5CBCCF6A}" dt="2023-09-13T05:08:14.378" v="413" actId="1076"/>
        <pc:sldMkLst>
          <pc:docMk/>
          <pc:sldMk cId="1719372960" sldId="264"/>
        </pc:sldMkLst>
        <pc:spChg chg="mod">
          <ac:chgData name="Anshu Sharma" userId="S::anshu.sharma@sibm.edu.in::f0093823-c5ac-4707-8f6f-ddb96cfa2ed6" providerId="AD" clId="Web-{7E2F2281-4BF3-915B-AD2D-688F5CBCCF6A}" dt="2023-09-13T05:01:40.733" v="186" actId="20577"/>
          <ac:spMkLst>
            <pc:docMk/>
            <pc:sldMk cId="1719372960" sldId="264"/>
            <ac:spMk id="2" creationId="{0058912D-8D47-DC55-1139-1C5B8F504341}"/>
          </ac:spMkLst>
        </pc:spChg>
        <pc:spChg chg="del">
          <ac:chgData name="Anshu Sharma" userId="S::anshu.sharma@sibm.edu.in::f0093823-c5ac-4707-8f6f-ddb96cfa2ed6" providerId="AD" clId="Web-{7E2F2281-4BF3-915B-AD2D-688F5CBCCF6A}" dt="2023-09-13T05:01:32.217" v="184"/>
          <ac:spMkLst>
            <pc:docMk/>
            <pc:sldMk cId="1719372960" sldId="264"/>
            <ac:spMk id="3" creationId="{78D7BC50-8DAB-ECC3-8E7A-9A72FCE06AF7}"/>
          </ac:spMkLst>
        </pc:spChg>
        <pc:spChg chg="add mod">
          <ac:chgData name="Anshu Sharma" userId="S::anshu.sharma@sibm.edu.in::f0093823-c5ac-4707-8f6f-ddb96cfa2ed6" providerId="AD" clId="Web-{7E2F2281-4BF3-915B-AD2D-688F5CBCCF6A}" dt="2023-09-13T05:03:06.468" v="220" actId="20577"/>
          <ac:spMkLst>
            <pc:docMk/>
            <pc:sldMk cId="1719372960" sldId="264"/>
            <ac:spMk id="201" creationId="{C2E13314-D812-34A9-BA35-ADF68367F88C}"/>
          </ac:spMkLst>
        </pc:spChg>
        <pc:graphicFrameChg chg="add mod modGraphic">
          <ac:chgData name="Anshu Sharma" userId="S::anshu.sharma@sibm.edu.in::f0093823-c5ac-4707-8f6f-ddb96cfa2ed6" providerId="AD" clId="Web-{7E2F2281-4BF3-915B-AD2D-688F5CBCCF6A}" dt="2023-09-13T05:06:59.142" v="401" actId="1076"/>
          <ac:graphicFrameMkLst>
            <pc:docMk/>
            <pc:sldMk cId="1719372960" sldId="264"/>
            <ac:graphicFrameMk id="4" creationId="{07EF0BAE-AB52-4780-C399-E193EA3AFCAC}"/>
          </ac:graphicFrameMkLst>
        </pc:graphicFrameChg>
        <pc:graphicFrameChg chg="add mod modGraphic">
          <ac:chgData name="Anshu Sharma" userId="S::anshu.sharma@sibm.edu.in::f0093823-c5ac-4707-8f6f-ddb96cfa2ed6" providerId="AD" clId="Web-{7E2F2281-4BF3-915B-AD2D-688F5CBCCF6A}" dt="2023-09-13T05:07:31.768" v="405"/>
          <ac:graphicFrameMkLst>
            <pc:docMk/>
            <pc:sldMk cId="1719372960" sldId="264"/>
            <ac:graphicFrameMk id="202" creationId="{EA28E639-D5D3-33D8-7624-5FF346281C76}"/>
          </ac:graphicFrameMkLst>
        </pc:graphicFrameChg>
        <pc:graphicFrameChg chg="add mod modGraphic">
          <ac:chgData name="Anshu Sharma" userId="S::anshu.sharma@sibm.edu.in::f0093823-c5ac-4707-8f6f-ddb96cfa2ed6" providerId="AD" clId="Web-{7E2F2281-4BF3-915B-AD2D-688F5CBCCF6A}" dt="2023-09-13T05:07:24.596" v="404" actId="14100"/>
          <ac:graphicFrameMkLst>
            <pc:docMk/>
            <pc:sldMk cId="1719372960" sldId="264"/>
            <ac:graphicFrameMk id="3031" creationId="{D55CBB60-72EB-07CC-2072-9BD772B77A4C}"/>
          </ac:graphicFrameMkLst>
        </pc:graphicFrameChg>
        <pc:cxnChg chg="add mod">
          <ac:chgData name="Anshu Sharma" userId="S::anshu.sharma@sibm.edu.in::f0093823-c5ac-4707-8f6f-ddb96cfa2ed6" providerId="AD" clId="Web-{7E2F2281-4BF3-915B-AD2D-688F5CBCCF6A}" dt="2023-09-13T05:08:14.378" v="413" actId="1076"/>
          <ac:cxnSpMkLst>
            <pc:docMk/>
            <pc:sldMk cId="1719372960" sldId="264"/>
            <ac:cxnSpMk id="5248" creationId="{69306E4A-6F07-783F-D46F-6BF0F368577D}"/>
          </ac:cxnSpMkLst>
        </pc:cxnChg>
      </pc:sldChg>
      <pc:sldChg chg="modSp new">
        <pc:chgData name="Anshu Sharma" userId="S::anshu.sharma@sibm.edu.in::f0093823-c5ac-4707-8f6f-ddb96cfa2ed6" providerId="AD" clId="Web-{7E2F2281-4BF3-915B-AD2D-688F5CBCCF6A}" dt="2023-09-13T05:18:56.947" v="735" actId="20577"/>
        <pc:sldMkLst>
          <pc:docMk/>
          <pc:sldMk cId="214543965" sldId="265"/>
        </pc:sldMkLst>
        <pc:spChg chg="mod">
          <ac:chgData name="Anshu Sharma" userId="S::anshu.sharma@sibm.edu.in::f0093823-c5ac-4707-8f6f-ddb96cfa2ed6" providerId="AD" clId="Web-{7E2F2281-4BF3-915B-AD2D-688F5CBCCF6A}" dt="2023-09-13T05:18:00.509" v="678" actId="20577"/>
          <ac:spMkLst>
            <pc:docMk/>
            <pc:sldMk cId="214543965" sldId="265"/>
            <ac:spMk id="2" creationId="{BE9F528D-3A78-05FD-A8F4-26CA82357F34}"/>
          </ac:spMkLst>
        </pc:spChg>
        <pc:spChg chg="mod">
          <ac:chgData name="Anshu Sharma" userId="S::anshu.sharma@sibm.edu.in::f0093823-c5ac-4707-8f6f-ddb96cfa2ed6" providerId="AD" clId="Web-{7E2F2281-4BF3-915B-AD2D-688F5CBCCF6A}" dt="2023-09-13T05:18:56.947" v="735" actId="20577"/>
          <ac:spMkLst>
            <pc:docMk/>
            <pc:sldMk cId="214543965" sldId="265"/>
            <ac:spMk id="3" creationId="{123BDF2B-A34B-40AA-F663-A0455A101D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87CEBB-08E7-44DD-A3E3-5A5A7F8E6355}" type="doc">
      <dgm:prSet loTypeId="urn:microsoft.com/office/officeart/2005/8/layout/pyramid3" loCatId="pyramid" qsTypeId="urn:microsoft.com/office/officeart/2005/8/quickstyle/simple1" qsCatId="simple" csTypeId="urn:microsoft.com/office/officeart/2005/8/colors/colorful1" csCatId="colorful" phldr="1"/>
      <dgm:spPr/>
    </dgm:pt>
    <dgm:pt modelId="{DCF8914D-5406-41FF-AF2B-C121C29E2C01}">
      <dgm:prSet phldrT="[Text]" phldr="0"/>
      <dgm:spPr/>
      <dgm:t>
        <a:bodyPr/>
        <a:lstStyle/>
        <a:p>
          <a:r>
            <a:rPr lang="en-US" dirty="0">
              <a:latin typeface="Calibri Light" panose="020F0302020204030204"/>
            </a:rPr>
            <a:t>Attract</a:t>
          </a:r>
          <a:endParaRPr lang="en-US" dirty="0"/>
        </a:p>
      </dgm:t>
    </dgm:pt>
    <dgm:pt modelId="{59DFB84A-E433-46F3-A3A1-02918DC8F2B3}" type="parTrans" cxnId="{38E0B8CA-9A06-44C5-B093-6708D9E63108}">
      <dgm:prSet/>
      <dgm:spPr/>
    </dgm:pt>
    <dgm:pt modelId="{1A849B5E-48B3-4787-988B-78731787F8F6}" type="sibTrans" cxnId="{38E0B8CA-9A06-44C5-B093-6708D9E63108}">
      <dgm:prSet/>
      <dgm:spPr/>
    </dgm:pt>
    <dgm:pt modelId="{EA268CFB-0824-469D-9C41-1CA62FC322DA}">
      <dgm:prSet phldrT="[Text]" phldr="0"/>
      <dgm:spPr/>
      <dgm:t>
        <a:bodyPr/>
        <a:lstStyle/>
        <a:p>
          <a:r>
            <a:rPr lang="en-US" dirty="0">
              <a:latin typeface="Calibri Light" panose="020F0302020204030204"/>
            </a:rPr>
            <a:t>Engage</a:t>
          </a:r>
          <a:endParaRPr lang="en-US" dirty="0"/>
        </a:p>
      </dgm:t>
    </dgm:pt>
    <dgm:pt modelId="{52C7A162-D7D7-46EC-895C-8402B87195A3}" type="parTrans" cxnId="{5809B275-C0BD-4DC1-A3BB-EECFB86A1620}">
      <dgm:prSet/>
      <dgm:spPr/>
    </dgm:pt>
    <dgm:pt modelId="{650C12A5-2B26-49BE-A51A-D240CCC932C9}" type="sibTrans" cxnId="{5809B275-C0BD-4DC1-A3BB-EECFB86A1620}">
      <dgm:prSet/>
      <dgm:spPr/>
    </dgm:pt>
    <dgm:pt modelId="{D61F0F33-7F8D-4A3D-BD3F-9C8EF07CC673}">
      <dgm:prSet phldrT="[Text]" phldr="0"/>
      <dgm:spPr/>
      <dgm:t>
        <a:bodyPr/>
        <a:lstStyle/>
        <a:p>
          <a:r>
            <a:rPr lang="en-US" dirty="0">
              <a:latin typeface="Calibri Light" panose="020F0302020204030204"/>
            </a:rPr>
            <a:t>Capture</a:t>
          </a:r>
          <a:endParaRPr lang="en-US" dirty="0"/>
        </a:p>
      </dgm:t>
    </dgm:pt>
    <dgm:pt modelId="{06D0266A-57A8-4821-9DBF-97FD5664DA53}" type="parTrans" cxnId="{C01CD179-1EE9-47F1-B082-02547BD49D4E}">
      <dgm:prSet/>
      <dgm:spPr/>
    </dgm:pt>
    <dgm:pt modelId="{8477B62F-30FA-4E37-8C04-EEEF2AA3C114}" type="sibTrans" cxnId="{C01CD179-1EE9-47F1-B082-02547BD49D4E}">
      <dgm:prSet/>
      <dgm:spPr/>
    </dgm:pt>
    <dgm:pt modelId="{443799BC-1A74-4BD0-9394-60E90DB0E74F}">
      <dgm:prSet phldr="0"/>
      <dgm:spPr/>
      <dgm:t>
        <a:bodyPr/>
        <a:lstStyle/>
        <a:p>
          <a:r>
            <a:rPr lang="en-US" dirty="0">
              <a:latin typeface="Calibri Light" panose="020F0302020204030204"/>
            </a:rPr>
            <a:t>Nurture</a:t>
          </a:r>
        </a:p>
      </dgm:t>
    </dgm:pt>
    <dgm:pt modelId="{D3D834E1-408F-4F10-A475-8F3413D7115E}" type="parTrans" cxnId="{07C73F5C-5D38-48AC-B464-EC1DECF64D4C}">
      <dgm:prSet/>
      <dgm:spPr/>
    </dgm:pt>
    <dgm:pt modelId="{5CF747AA-7388-4417-A2C4-419E50A70AE9}" type="sibTrans" cxnId="{07C73F5C-5D38-48AC-B464-EC1DECF64D4C}">
      <dgm:prSet/>
      <dgm:spPr/>
    </dgm:pt>
    <dgm:pt modelId="{F533D71C-FAE6-42A7-85BA-F1B51F7F138D}">
      <dgm:prSet phldr="0"/>
      <dgm:spPr/>
      <dgm:t>
        <a:bodyPr/>
        <a:lstStyle/>
        <a:p>
          <a:r>
            <a:rPr lang="en-US" dirty="0">
              <a:latin typeface="Calibri Light" panose="020F0302020204030204"/>
            </a:rPr>
            <a:t>Convert</a:t>
          </a:r>
        </a:p>
      </dgm:t>
    </dgm:pt>
    <dgm:pt modelId="{96D22964-6F7B-4A8D-BE98-1B026351EAC4}" type="parTrans" cxnId="{0E4F4A1D-4A38-48A3-83DB-91255D7C3708}">
      <dgm:prSet/>
      <dgm:spPr/>
    </dgm:pt>
    <dgm:pt modelId="{0ADE715D-E165-4B0E-B51C-403FDDB6CFF8}" type="sibTrans" cxnId="{0E4F4A1D-4A38-48A3-83DB-91255D7C3708}">
      <dgm:prSet/>
      <dgm:spPr/>
    </dgm:pt>
    <dgm:pt modelId="{372C412C-7F82-4A33-97BE-7C7FCBEC69E0}" type="pres">
      <dgm:prSet presAssocID="{2187CEBB-08E7-44DD-A3E3-5A5A7F8E6355}" presName="Name0" presStyleCnt="0">
        <dgm:presLayoutVars>
          <dgm:dir/>
          <dgm:animLvl val="lvl"/>
          <dgm:resizeHandles val="exact"/>
        </dgm:presLayoutVars>
      </dgm:prSet>
      <dgm:spPr/>
    </dgm:pt>
    <dgm:pt modelId="{318DE62A-E2A7-44BD-A263-276494798379}" type="pres">
      <dgm:prSet presAssocID="{DCF8914D-5406-41FF-AF2B-C121C29E2C01}" presName="Name8" presStyleCnt="0"/>
      <dgm:spPr/>
    </dgm:pt>
    <dgm:pt modelId="{5DC4FD3D-CC07-41B7-9A2E-6423F8D9597A}" type="pres">
      <dgm:prSet presAssocID="{DCF8914D-5406-41FF-AF2B-C121C29E2C01}" presName="level" presStyleLbl="node1" presStyleIdx="0" presStyleCnt="5">
        <dgm:presLayoutVars>
          <dgm:chMax val="1"/>
          <dgm:bulletEnabled val="1"/>
        </dgm:presLayoutVars>
      </dgm:prSet>
      <dgm:spPr/>
    </dgm:pt>
    <dgm:pt modelId="{B16E7C46-061D-4DD3-9230-5EC6FCD6B12C}" type="pres">
      <dgm:prSet presAssocID="{DCF8914D-5406-41FF-AF2B-C121C29E2C0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6FC4BF0-0879-4566-BEED-B4BDCCB85B5B}" type="pres">
      <dgm:prSet presAssocID="{EA268CFB-0824-469D-9C41-1CA62FC322DA}" presName="Name8" presStyleCnt="0"/>
      <dgm:spPr/>
    </dgm:pt>
    <dgm:pt modelId="{0185B102-6232-46FA-BD49-7B3FDF85BEC3}" type="pres">
      <dgm:prSet presAssocID="{EA268CFB-0824-469D-9C41-1CA62FC322DA}" presName="level" presStyleLbl="node1" presStyleIdx="1" presStyleCnt="5">
        <dgm:presLayoutVars>
          <dgm:chMax val="1"/>
          <dgm:bulletEnabled val="1"/>
        </dgm:presLayoutVars>
      </dgm:prSet>
      <dgm:spPr/>
    </dgm:pt>
    <dgm:pt modelId="{28E8DD7E-3A29-4243-BD30-2CAA666456C0}" type="pres">
      <dgm:prSet presAssocID="{EA268CFB-0824-469D-9C41-1CA62FC322D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DE85193-ECD0-4F72-AA72-E5B99A44F7D1}" type="pres">
      <dgm:prSet presAssocID="{D61F0F33-7F8D-4A3D-BD3F-9C8EF07CC673}" presName="Name8" presStyleCnt="0"/>
      <dgm:spPr/>
    </dgm:pt>
    <dgm:pt modelId="{4680C6CA-FE5A-49F4-94C1-277F90C5E093}" type="pres">
      <dgm:prSet presAssocID="{D61F0F33-7F8D-4A3D-BD3F-9C8EF07CC673}" presName="level" presStyleLbl="node1" presStyleIdx="2" presStyleCnt="5">
        <dgm:presLayoutVars>
          <dgm:chMax val="1"/>
          <dgm:bulletEnabled val="1"/>
        </dgm:presLayoutVars>
      </dgm:prSet>
      <dgm:spPr/>
    </dgm:pt>
    <dgm:pt modelId="{774D96AB-75FB-4367-9418-1F126B6B2AC7}" type="pres">
      <dgm:prSet presAssocID="{D61F0F33-7F8D-4A3D-BD3F-9C8EF07CC6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6944C0C-C1BE-4C11-9E62-74A74AC4EBF3}" type="pres">
      <dgm:prSet presAssocID="{443799BC-1A74-4BD0-9394-60E90DB0E74F}" presName="Name8" presStyleCnt="0"/>
      <dgm:spPr/>
    </dgm:pt>
    <dgm:pt modelId="{0FEB4142-8C30-4222-BC82-63BCC73B29C3}" type="pres">
      <dgm:prSet presAssocID="{443799BC-1A74-4BD0-9394-60E90DB0E74F}" presName="level" presStyleLbl="node1" presStyleIdx="3" presStyleCnt="5">
        <dgm:presLayoutVars>
          <dgm:chMax val="1"/>
          <dgm:bulletEnabled val="1"/>
        </dgm:presLayoutVars>
      </dgm:prSet>
      <dgm:spPr/>
    </dgm:pt>
    <dgm:pt modelId="{4369526E-BDE6-4D34-8B26-59CD651CB0A2}" type="pres">
      <dgm:prSet presAssocID="{443799BC-1A74-4BD0-9394-60E90DB0E74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29FD8CF-CE29-43A3-B312-2DD1BEC1C184}" type="pres">
      <dgm:prSet presAssocID="{F533D71C-FAE6-42A7-85BA-F1B51F7F138D}" presName="Name8" presStyleCnt="0"/>
      <dgm:spPr/>
    </dgm:pt>
    <dgm:pt modelId="{C7AD9827-3785-4D2C-82C5-62D695146450}" type="pres">
      <dgm:prSet presAssocID="{F533D71C-FAE6-42A7-85BA-F1B51F7F138D}" presName="level" presStyleLbl="node1" presStyleIdx="4" presStyleCnt="5">
        <dgm:presLayoutVars>
          <dgm:chMax val="1"/>
          <dgm:bulletEnabled val="1"/>
        </dgm:presLayoutVars>
      </dgm:prSet>
      <dgm:spPr/>
    </dgm:pt>
    <dgm:pt modelId="{1C198CE3-5DB8-42F0-91D4-FC11BC5D22EF}" type="pres">
      <dgm:prSet presAssocID="{F533D71C-FAE6-42A7-85BA-F1B51F7F138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4EBE410-161F-49C3-9ACC-68AFCF08ED53}" type="presOf" srcId="{EA268CFB-0824-469D-9C41-1CA62FC322DA}" destId="{0185B102-6232-46FA-BD49-7B3FDF85BEC3}" srcOrd="0" destOrd="0" presId="urn:microsoft.com/office/officeart/2005/8/layout/pyramid3"/>
    <dgm:cxn modelId="{0E4F4A1D-4A38-48A3-83DB-91255D7C3708}" srcId="{2187CEBB-08E7-44DD-A3E3-5A5A7F8E6355}" destId="{F533D71C-FAE6-42A7-85BA-F1B51F7F138D}" srcOrd="4" destOrd="0" parTransId="{96D22964-6F7B-4A8D-BE98-1B026351EAC4}" sibTransId="{0ADE715D-E165-4B0E-B51C-403FDDB6CFF8}"/>
    <dgm:cxn modelId="{DCBED11D-CCAA-4C9F-951A-12742F8776EC}" type="presOf" srcId="{F533D71C-FAE6-42A7-85BA-F1B51F7F138D}" destId="{1C198CE3-5DB8-42F0-91D4-FC11BC5D22EF}" srcOrd="1" destOrd="0" presId="urn:microsoft.com/office/officeart/2005/8/layout/pyramid3"/>
    <dgm:cxn modelId="{9325503B-3908-425A-837E-056DD7E89B59}" type="presOf" srcId="{443799BC-1A74-4BD0-9394-60E90DB0E74F}" destId="{4369526E-BDE6-4D34-8B26-59CD651CB0A2}" srcOrd="1" destOrd="0" presId="urn:microsoft.com/office/officeart/2005/8/layout/pyramid3"/>
    <dgm:cxn modelId="{07C73F5C-5D38-48AC-B464-EC1DECF64D4C}" srcId="{2187CEBB-08E7-44DD-A3E3-5A5A7F8E6355}" destId="{443799BC-1A74-4BD0-9394-60E90DB0E74F}" srcOrd="3" destOrd="0" parTransId="{D3D834E1-408F-4F10-A475-8F3413D7115E}" sibTransId="{5CF747AA-7388-4417-A2C4-419E50A70AE9}"/>
    <dgm:cxn modelId="{41C44874-0C36-42B1-BCC5-F94BBCCD6374}" type="presOf" srcId="{D61F0F33-7F8D-4A3D-BD3F-9C8EF07CC673}" destId="{774D96AB-75FB-4367-9418-1F126B6B2AC7}" srcOrd="1" destOrd="0" presId="urn:microsoft.com/office/officeart/2005/8/layout/pyramid3"/>
    <dgm:cxn modelId="{5809B275-C0BD-4DC1-A3BB-EECFB86A1620}" srcId="{2187CEBB-08E7-44DD-A3E3-5A5A7F8E6355}" destId="{EA268CFB-0824-469D-9C41-1CA62FC322DA}" srcOrd="1" destOrd="0" parTransId="{52C7A162-D7D7-46EC-895C-8402B87195A3}" sibTransId="{650C12A5-2B26-49BE-A51A-D240CCC932C9}"/>
    <dgm:cxn modelId="{5756CB55-F199-46D5-9C66-44FDB4FE5FD2}" type="presOf" srcId="{DCF8914D-5406-41FF-AF2B-C121C29E2C01}" destId="{5DC4FD3D-CC07-41B7-9A2E-6423F8D9597A}" srcOrd="0" destOrd="0" presId="urn:microsoft.com/office/officeart/2005/8/layout/pyramid3"/>
    <dgm:cxn modelId="{C01CD179-1EE9-47F1-B082-02547BD49D4E}" srcId="{2187CEBB-08E7-44DD-A3E3-5A5A7F8E6355}" destId="{D61F0F33-7F8D-4A3D-BD3F-9C8EF07CC673}" srcOrd="2" destOrd="0" parTransId="{06D0266A-57A8-4821-9DBF-97FD5664DA53}" sibTransId="{8477B62F-30FA-4E37-8C04-EEEF2AA3C114}"/>
    <dgm:cxn modelId="{0B34BA80-8DF8-42FC-A1B9-6C525B21CB47}" type="presOf" srcId="{EA268CFB-0824-469D-9C41-1CA62FC322DA}" destId="{28E8DD7E-3A29-4243-BD30-2CAA666456C0}" srcOrd="1" destOrd="0" presId="urn:microsoft.com/office/officeart/2005/8/layout/pyramid3"/>
    <dgm:cxn modelId="{E27D8982-38A7-4046-B219-A42FC00A03EC}" type="presOf" srcId="{443799BC-1A74-4BD0-9394-60E90DB0E74F}" destId="{0FEB4142-8C30-4222-BC82-63BCC73B29C3}" srcOrd="0" destOrd="0" presId="urn:microsoft.com/office/officeart/2005/8/layout/pyramid3"/>
    <dgm:cxn modelId="{717A1796-8936-49DE-BB9E-4A145CF7F4E5}" type="presOf" srcId="{F533D71C-FAE6-42A7-85BA-F1B51F7F138D}" destId="{C7AD9827-3785-4D2C-82C5-62D695146450}" srcOrd="0" destOrd="0" presId="urn:microsoft.com/office/officeart/2005/8/layout/pyramid3"/>
    <dgm:cxn modelId="{A52654A3-95F7-4E0D-8F2D-C28F85F99246}" type="presOf" srcId="{2187CEBB-08E7-44DD-A3E3-5A5A7F8E6355}" destId="{372C412C-7F82-4A33-97BE-7C7FCBEC69E0}" srcOrd="0" destOrd="0" presId="urn:microsoft.com/office/officeart/2005/8/layout/pyramid3"/>
    <dgm:cxn modelId="{CA535DC1-D0EB-4A33-BB6C-C726732A4956}" type="presOf" srcId="{D61F0F33-7F8D-4A3D-BD3F-9C8EF07CC673}" destId="{4680C6CA-FE5A-49F4-94C1-277F90C5E093}" srcOrd="0" destOrd="0" presId="urn:microsoft.com/office/officeart/2005/8/layout/pyramid3"/>
    <dgm:cxn modelId="{38E0B8CA-9A06-44C5-B093-6708D9E63108}" srcId="{2187CEBB-08E7-44DD-A3E3-5A5A7F8E6355}" destId="{DCF8914D-5406-41FF-AF2B-C121C29E2C01}" srcOrd="0" destOrd="0" parTransId="{59DFB84A-E433-46F3-A3A1-02918DC8F2B3}" sibTransId="{1A849B5E-48B3-4787-988B-78731787F8F6}"/>
    <dgm:cxn modelId="{4BCB33F4-83A7-4BB6-85D2-78FB08E6C249}" type="presOf" srcId="{DCF8914D-5406-41FF-AF2B-C121C29E2C01}" destId="{B16E7C46-061D-4DD3-9230-5EC6FCD6B12C}" srcOrd="1" destOrd="0" presId="urn:microsoft.com/office/officeart/2005/8/layout/pyramid3"/>
    <dgm:cxn modelId="{B89A91E7-0044-411E-B803-46B033215AF2}" type="presParOf" srcId="{372C412C-7F82-4A33-97BE-7C7FCBEC69E0}" destId="{318DE62A-E2A7-44BD-A263-276494798379}" srcOrd="0" destOrd="0" presId="urn:microsoft.com/office/officeart/2005/8/layout/pyramid3"/>
    <dgm:cxn modelId="{0695976F-CE9B-45DA-BF9D-6C2E75269A13}" type="presParOf" srcId="{318DE62A-E2A7-44BD-A263-276494798379}" destId="{5DC4FD3D-CC07-41B7-9A2E-6423F8D9597A}" srcOrd="0" destOrd="0" presId="urn:microsoft.com/office/officeart/2005/8/layout/pyramid3"/>
    <dgm:cxn modelId="{1A9D0988-3580-42AC-8E00-A5427D769162}" type="presParOf" srcId="{318DE62A-E2A7-44BD-A263-276494798379}" destId="{B16E7C46-061D-4DD3-9230-5EC6FCD6B12C}" srcOrd="1" destOrd="0" presId="urn:microsoft.com/office/officeart/2005/8/layout/pyramid3"/>
    <dgm:cxn modelId="{B8B5EC96-9074-44DB-85FE-75BE22F59968}" type="presParOf" srcId="{372C412C-7F82-4A33-97BE-7C7FCBEC69E0}" destId="{B6FC4BF0-0879-4566-BEED-B4BDCCB85B5B}" srcOrd="1" destOrd="0" presId="urn:microsoft.com/office/officeart/2005/8/layout/pyramid3"/>
    <dgm:cxn modelId="{FA5FDFD1-F313-481F-9542-9AAA96B70A7E}" type="presParOf" srcId="{B6FC4BF0-0879-4566-BEED-B4BDCCB85B5B}" destId="{0185B102-6232-46FA-BD49-7B3FDF85BEC3}" srcOrd="0" destOrd="0" presId="urn:microsoft.com/office/officeart/2005/8/layout/pyramid3"/>
    <dgm:cxn modelId="{020685CF-05C7-48C2-B0A6-25A325D2C8CC}" type="presParOf" srcId="{B6FC4BF0-0879-4566-BEED-B4BDCCB85B5B}" destId="{28E8DD7E-3A29-4243-BD30-2CAA666456C0}" srcOrd="1" destOrd="0" presId="urn:microsoft.com/office/officeart/2005/8/layout/pyramid3"/>
    <dgm:cxn modelId="{E11FA689-3673-432A-8E0E-690E6E5D004F}" type="presParOf" srcId="{372C412C-7F82-4A33-97BE-7C7FCBEC69E0}" destId="{ADE85193-ECD0-4F72-AA72-E5B99A44F7D1}" srcOrd="2" destOrd="0" presId="urn:microsoft.com/office/officeart/2005/8/layout/pyramid3"/>
    <dgm:cxn modelId="{4FBC4E2E-A84D-4916-BA30-401182E7E07D}" type="presParOf" srcId="{ADE85193-ECD0-4F72-AA72-E5B99A44F7D1}" destId="{4680C6CA-FE5A-49F4-94C1-277F90C5E093}" srcOrd="0" destOrd="0" presId="urn:microsoft.com/office/officeart/2005/8/layout/pyramid3"/>
    <dgm:cxn modelId="{B72CAEF7-9D3C-48E6-8643-2C24A1A55F4B}" type="presParOf" srcId="{ADE85193-ECD0-4F72-AA72-E5B99A44F7D1}" destId="{774D96AB-75FB-4367-9418-1F126B6B2AC7}" srcOrd="1" destOrd="0" presId="urn:microsoft.com/office/officeart/2005/8/layout/pyramid3"/>
    <dgm:cxn modelId="{4187A8CC-9F92-4572-8801-6E98D76B4987}" type="presParOf" srcId="{372C412C-7F82-4A33-97BE-7C7FCBEC69E0}" destId="{76944C0C-C1BE-4C11-9E62-74A74AC4EBF3}" srcOrd="3" destOrd="0" presId="urn:microsoft.com/office/officeart/2005/8/layout/pyramid3"/>
    <dgm:cxn modelId="{B941C5B9-0FA7-463E-81E3-E7FE1F47BA6E}" type="presParOf" srcId="{76944C0C-C1BE-4C11-9E62-74A74AC4EBF3}" destId="{0FEB4142-8C30-4222-BC82-63BCC73B29C3}" srcOrd="0" destOrd="0" presId="urn:microsoft.com/office/officeart/2005/8/layout/pyramid3"/>
    <dgm:cxn modelId="{3B596259-2FB7-4EF4-BBC0-609F61A7CBB4}" type="presParOf" srcId="{76944C0C-C1BE-4C11-9E62-74A74AC4EBF3}" destId="{4369526E-BDE6-4D34-8B26-59CD651CB0A2}" srcOrd="1" destOrd="0" presId="urn:microsoft.com/office/officeart/2005/8/layout/pyramid3"/>
    <dgm:cxn modelId="{6F258381-2BA1-405A-8672-219006D3839D}" type="presParOf" srcId="{372C412C-7F82-4A33-97BE-7C7FCBEC69E0}" destId="{529FD8CF-CE29-43A3-B312-2DD1BEC1C184}" srcOrd="4" destOrd="0" presId="urn:microsoft.com/office/officeart/2005/8/layout/pyramid3"/>
    <dgm:cxn modelId="{746BB372-5BC2-4925-AE5F-7D1F15DFA626}" type="presParOf" srcId="{529FD8CF-CE29-43A3-B312-2DD1BEC1C184}" destId="{C7AD9827-3785-4D2C-82C5-62D695146450}" srcOrd="0" destOrd="0" presId="urn:microsoft.com/office/officeart/2005/8/layout/pyramid3"/>
    <dgm:cxn modelId="{9B8D517A-47CE-47A5-A125-C88284B6C6CC}" type="presParOf" srcId="{529FD8CF-CE29-43A3-B312-2DD1BEC1C184}" destId="{1C198CE3-5DB8-42F0-91D4-FC11BC5D22EF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87CEBB-08E7-44DD-A3E3-5A5A7F8E6355}" type="doc">
      <dgm:prSet loTypeId="urn:microsoft.com/office/officeart/2005/8/layout/pyramid3" loCatId="pyramid" qsTypeId="urn:microsoft.com/office/officeart/2005/8/quickstyle/simple1" qsCatId="simple" csTypeId="urn:microsoft.com/office/officeart/2005/8/colors/colorful1" csCatId="colorful" phldr="1"/>
      <dgm:spPr/>
    </dgm:pt>
    <dgm:pt modelId="{DCF8914D-5406-41FF-AF2B-C121C29E2C01}">
      <dgm:prSet phldrT="[Text]" phldr="0"/>
      <dgm:spPr/>
      <dgm:t>
        <a:bodyPr/>
        <a:lstStyle/>
        <a:p>
          <a:r>
            <a:rPr lang="en-US" dirty="0">
              <a:latin typeface="Calibri Light" panose="020F0302020204030204"/>
            </a:rPr>
            <a:t>Awareness</a:t>
          </a:r>
          <a:endParaRPr lang="en-US" dirty="0"/>
        </a:p>
      </dgm:t>
    </dgm:pt>
    <dgm:pt modelId="{59DFB84A-E433-46F3-A3A1-02918DC8F2B3}" type="parTrans" cxnId="{38E0B8CA-9A06-44C5-B093-6708D9E63108}">
      <dgm:prSet/>
      <dgm:spPr/>
    </dgm:pt>
    <dgm:pt modelId="{1A849B5E-48B3-4787-988B-78731787F8F6}" type="sibTrans" cxnId="{38E0B8CA-9A06-44C5-B093-6708D9E63108}">
      <dgm:prSet/>
      <dgm:spPr/>
    </dgm:pt>
    <dgm:pt modelId="{F533D71C-FAE6-42A7-85BA-F1B51F7F138D}">
      <dgm:prSet phldr="0"/>
      <dgm:spPr/>
      <dgm:t>
        <a:bodyPr/>
        <a:lstStyle/>
        <a:p>
          <a:r>
            <a:rPr lang="en-US" dirty="0">
              <a:latin typeface="Calibri Light" panose="020F0302020204030204"/>
            </a:rPr>
            <a:t>Educate</a:t>
          </a:r>
          <a:endParaRPr lang="en-US" dirty="0"/>
        </a:p>
      </dgm:t>
    </dgm:pt>
    <dgm:pt modelId="{96D22964-6F7B-4A8D-BE98-1B026351EAC4}" type="parTrans" cxnId="{0E4F4A1D-4A38-48A3-83DB-91255D7C3708}">
      <dgm:prSet/>
      <dgm:spPr/>
    </dgm:pt>
    <dgm:pt modelId="{0ADE715D-E165-4B0E-B51C-403FDDB6CFF8}" type="sibTrans" cxnId="{0E4F4A1D-4A38-48A3-83DB-91255D7C3708}">
      <dgm:prSet/>
      <dgm:spPr/>
    </dgm:pt>
    <dgm:pt modelId="{FA10DA3D-8442-4AAA-B3AC-1F1F2C4E0478}">
      <dgm:prSet phldr="0"/>
      <dgm:spPr/>
      <dgm:t>
        <a:bodyPr/>
        <a:lstStyle/>
        <a:p>
          <a:r>
            <a:rPr lang="en-US" dirty="0">
              <a:latin typeface="Calibri Light" panose="020F0302020204030204"/>
            </a:rPr>
            <a:t>Interest</a:t>
          </a:r>
        </a:p>
      </dgm:t>
    </dgm:pt>
    <dgm:pt modelId="{5B5F9B07-FE91-4F69-B2F9-9FE2315D3C12}" type="parTrans" cxnId="{90F6F7F7-4D73-449D-B9D3-30C9F66F3B18}">
      <dgm:prSet/>
      <dgm:spPr/>
    </dgm:pt>
    <dgm:pt modelId="{47321533-18E6-48E7-99B2-4870D849E7BC}" type="sibTrans" cxnId="{90F6F7F7-4D73-449D-B9D3-30C9F66F3B18}">
      <dgm:prSet/>
      <dgm:spPr/>
    </dgm:pt>
    <dgm:pt modelId="{40C179BA-C36C-4FC9-84BD-EE964740B770}">
      <dgm:prSet phldr="0"/>
      <dgm:spPr/>
      <dgm:t>
        <a:bodyPr/>
        <a:lstStyle/>
        <a:p>
          <a:r>
            <a:rPr lang="en-US" dirty="0">
              <a:latin typeface="Calibri Light" panose="020F0302020204030204"/>
            </a:rPr>
            <a:t>Consideration</a:t>
          </a:r>
        </a:p>
      </dgm:t>
    </dgm:pt>
    <dgm:pt modelId="{F80B6C2E-8174-4FA1-8E2D-F5086DC6A72C}" type="parTrans" cxnId="{4EEB55CE-0568-4696-BF61-5D53342B9017}">
      <dgm:prSet/>
      <dgm:spPr/>
    </dgm:pt>
    <dgm:pt modelId="{5F4BE790-59FB-4E51-A888-D379DFBD7F54}" type="sibTrans" cxnId="{4EEB55CE-0568-4696-BF61-5D53342B9017}">
      <dgm:prSet/>
      <dgm:spPr/>
    </dgm:pt>
    <dgm:pt modelId="{3C0ACC96-245A-4957-9A7C-E6CE12E03D7C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Decision</a:t>
          </a:r>
        </a:p>
      </dgm:t>
    </dgm:pt>
    <dgm:pt modelId="{8874AC72-7E14-4F1F-8611-9B7F92110CF5}" type="parTrans" cxnId="{75F3F0F9-799B-4C11-8EE1-F37B7AC20033}">
      <dgm:prSet/>
      <dgm:spPr/>
    </dgm:pt>
    <dgm:pt modelId="{3ECDCEED-ACCF-48B8-A453-38CAAD561FF8}" type="sibTrans" cxnId="{75F3F0F9-799B-4C11-8EE1-F37B7AC20033}">
      <dgm:prSet/>
      <dgm:spPr/>
    </dgm:pt>
    <dgm:pt modelId="{B66C351D-5B6B-4CEA-8434-BBC2386D9881}">
      <dgm:prSet phldr="0"/>
      <dgm:spPr/>
      <dgm:t>
        <a:bodyPr/>
        <a:lstStyle/>
        <a:p>
          <a:r>
            <a:rPr lang="en-US" dirty="0">
              <a:latin typeface="Calibri Light" panose="020F0302020204030204"/>
            </a:rPr>
            <a:t>Action</a:t>
          </a:r>
        </a:p>
      </dgm:t>
    </dgm:pt>
    <dgm:pt modelId="{6E0ED5C7-6ACF-4B31-B38E-8E4D909F98B5}" type="parTrans" cxnId="{64C2E500-4AA8-4FE4-BFC0-3E1FCCA5FE80}">
      <dgm:prSet/>
      <dgm:spPr/>
    </dgm:pt>
    <dgm:pt modelId="{570E6336-6068-4A2D-BAF1-87494A532DDB}" type="sibTrans" cxnId="{64C2E500-4AA8-4FE4-BFC0-3E1FCCA5FE80}">
      <dgm:prSet/>
      <dgm:spPr/>
    </dgm:pt>
    <dgm:pt modelId="{372C412C-7F82-4A33-97BE-7C7FCBEC69E0}" type="pres">
      <dgm:prSet presAssocID="{2187CEBB-08E7-44DD-A3E3-5A5A7F8E6355}" presName="Name0" presStyleCnt="0">
        <dgm:presLayoutVars>
          <dgm:dir/>
          <dgm:animLvl val="lvl"/>
          <dgm:resizeHandles val="exact"/>
        </dgm:presLayoutVars>
      </dgm:prSet>
      <dgm:spPr/>
    </dgm:pt>
    <dgm:pt modelId="{318DE62A-E2A7-44BD-A263-276494798379}" type="pres">
      <dgm:prSet presAssocID="{DCF8914D-5406-41FF-AF2B-C121C29E2C01}" presName="Name8" presStyleCnt="0"/>
      <dgm:spPr/>
    </dgm:pt>
    <dgm:pt modelId="{5DC4FD3D-CC07-41B7-9A2E-6423F8D9597A}" type="pres">
      <dgm:prSet presAssocID="{DCF8914D-5406-41FF-AF2B-C121C29E2C01}" presName="level" presStyleLbl="node1" presStyleIdx="0" presStyleCnt="6">
        <dgm:presLayoutVars>
          <dgm:chMax val="1"/>
          <dgm:bulletEnabled val="1"/>
        </dgm:presLayoutVars>
      </dgm:prSet>
      <dgm:spPr/>
    </dgm:pt>
    <dgm:pt modelId="{B16E7C46-061D-4DD3-9230-5EC6FCD6B12C}" type="pres">
      <dgm:prSet presAssocID="{DCF8914D-5406-41FF-AF2B-C121C29E2C0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29FD8CF-CE29-43A3-B312-2DD1BEC1C184}" type="pres">
      <dgm:prSet presAssocID="{F533D71C-FAE6-42A7-85BA-F1B51F7F138D}" presName="Name8" presStyleCnt="0"/>
      <dgm:spPr/>
    </dgm:pt>
    <dgm:pt modelId="{C7AD9827-3785-4D2C-82C5-62D695146450}" type="pres">
      <dgm:prSet presAssocID="{F533D71C-FAE6-42A7-85BA-F1B51F7F138D}" presName="level" presStyleLbl="node1" presStyleIdx="1" presStyleCnt="6">
        <dgm:presLayoutVars>
          <dgm:chMax val="1"/>
          <dgm:bulletEnabled val="1"/>
        </dgm:presLayoutVars>
      </dgm:prSet>
      <dgm:spPr/>
    </dgm:pt>
    <dgm:pt modelId="{1C198CE3-5DB8-42F0-91D4-FC11BC5D22EF}" type="pres">
      <dgm:prSet presAssocID="{F533D71C-FAE6-42A7-85BA-F1B51F7F138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BFD889E-3A94-4B18-8646-F0FFDA453A4F}" type="pres">
      <dgm:prSet presAssocID="{FA10DA3D-8442-4AAA-B3AC-1F1F2C4E0478}" presName="Name8" presStyleCnt="0"/>
      <dgm:spPr/>
    </dgm:pt>
    <dgm:pt modelId="{0E8E7EFA-102B-4884-8575-3E889DD2347A}" type="pres">
      <dgm:prSet presAssocID="{FA10DA3D-8442-4AAA-B3AC-1F1F2C4E0478}" presName="level" presStyleLbl="node1" presStyleIdx="2" presStyleCnt="6">
        <dgm:presLayoutVars>
          <dgm:chMax val="1"/>
          <dgm:bulletEnabled val="1"/>
        </dgm:presLayoutVars>
      </dgm:prSet>
      <dgm:spPr/>
    </dgm:pt>
    <dgm:pt modelId="{467BFA48-61B8-46C3-AF23-98ACE668B4C0}" type="pres">
      <dgm:prSet presAssocID="{FA10DA3D-8442-4AAA-B3AC-1F1F2C4E047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0EC81DD-CF78-410B-B853-DDDE4E702C17}" type="pres">
      <dgm:prSet presAssocID="{40C179BA-C36C-4FC9-84BD-EE964740B770}" presName="Name8" presStyleCnt="0"/>
      <dgm:spPr/>
    </dgm:pt>
    <dgm:pt modelId="{8A79EA57-A8C0-4845-B87E-B16ABB23FAE7}" type="pres">
      <dgm:prSet presAssocID="{40C179BA-C36C-4FC9-84BD-EE964740B770}" presName="level" presStyleLbl="node1" presStyleIdx="3" presStyleCnt="6">
        <dgm:presLayoutVars>
          <dgm:chMax val="1"/>
          <dgm:bulletEnabled val="1"/>
        </dgm:presLayoutVars>
      </dgm:prSet>
      <dgm:spPr/>
    </dgm:pt>
    <dgm:pt modelId="{617A8A2F-B482-4A0B-9F92-4B063B359ADB}" type="pres">
      <dgm:prSet presAssocID="{40C179BA-C36C-4FC9-84BD-EE964740B77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8EC820F-9CC2-4434-9E4E-BB79B652E57B}" type="pres">
      <dgm:prSet presAssocID="{3C0ACC96-245A-4957-9A7C-E6CE12E03D7C}" presName="Name8" presStyleCnt="0"/>
      <dgm:spPr/>
    </dgm:pt>
    <dgm:pt modelId="{64289A5C-7DD7-4504-933E-8F147E407094}" type="pres">
      <dgm:prSet presAssocID="{3C0ACC96-245A-4957-9A7C-E6CE12E03D7C}" presName="level" presStyleLbl="node1" presStyleIdx="4" presStyleCnt="6">
        <dgm:presLayoutVars>
          <dgm:chMax val="1"/>
          <dgm:bulletEnabled val="1"/>
        </dgm:presLayoutVars>
      </dgm:prSet>
      <dgm:spPr/>
    </dgm:pt>
    <dgm:pt modelId="{6CF8B4AC-1EDF-4CA3-8CC7-CDE9BA6A62FC}" type="pres">
      <dgm:prSet presAssocID="{3C0ACC96-245A-4957-9A7C-E6CE12E03D7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D8A163F-B020-4591-A429-7B3161CA94D4}" type="pres">
      <dgm:prSet presAssocID="{B66C351D-5B6B-4CEA-8434-BBC2386D9881}" presName="Name8" presStyleCnt="0"/>
      <dgm:spPr/>
    </dgm:pt>
    <dgm:pt modelId="{0ED6BA58-9632-4307-9CCF-9E504736927F}" type="pres">
      <dgm:prSet presAssocID="{B66C351D-5B6B-4CEA-8434-BBC2386D9881}" presName="level" presStyleLbl="node1" presStyleIdx="5" presStyleCnt="6">
        <dgm:presLayoutVars>
          <dgm:chMax val="1"/>
          <dgm:bulletEnabled val="1"/>
        </dgm:presLayoutVars>
      </dgm:prSet>
      <dgm:spPr/>
    </dgm:pt>
    <dgm:pt modelId="{DE990F66-7BAA-41A7-A145-5F66E28E5A5F}" type="pres">
      <dgm:prSet presAssocID="{B66C351D-5B6B-4CEA-8434-BBC2386D9881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64C2E500-4AA8-4FE4-BFC0-3E1FCCA5FE80}" srcId="{2187CEBB-08E7-44DD-A3E3-5A5A7F8E6355}" destId="{B66C351D-5B6B-4CEA-8434-BBC2386D9881}" srcOrd="5" destOrd="0" parTransId="{6E0ED5C7-6ACF-4B31-B38E-8E4D909F98B5}" sibTransId="{570E6336-6068-4A2D-BAF1-87494A532DDB}"/>
    <dgm:cxn modelId="{0E4F4A1D-4A38-48A3-83DB-91255D7C3708}" srcId="{2187CEBB-08E7-44DD-A3E3-5A5A7F8E6355}" destId="{F533D71C-FAE6-42A7-85BA-F1B51F7F138D}" srcOrd="1" destOrd="0" parTransId="{96D22964-6F7B-4A8D-BE98-1B026351EAC4}" sibTransId="{0ADE715D-E165-4B0E-B51C-403FDDB6CFF8}"/>
    <dgm:cxn modelId="{9E18895C-087B-42B9-B14B-E5B5FA33D976}" type="presOf" srcId="{DCF8914D-5406-41FF-AF2B-C121C29E2C01}" destId="{B16E7C46-061D-4DD3-9230-5EC6FCD6B12C}" srcOrd="1" destOrd="0" presId="urn:microsoft.com/office/officeart/2005/8/layout/pyramid3"/>
    <dgm:cxn modelId="{48C7095D-F892-49AD-B62D-93BFC2DF8D8A}" type="presOf" srcId="{FA10DA3D-8442-4AAA-B3AC-1F1F2C4E0478}" destId="{467BFA48-61B8-46C3-AF23-98ACE668B4C0}" srcOrd="1" destOrd="0" presId="urn:microsoft.com/office/officeart/2005/8/layout/pyramid3"/>
    <dgm:cxn modelId="{AD10C969-EBEF-4512-8AD0-D01827567C3C}" type="presOf" srcId="{F533D71C-FAE6-42A7-85BA-F1B51F7F138D}" destId="{C7AD9827-3785-4D2C-82C5-62D695146450}" srcOrd="0" destOrd="0" presId="urn:microsoft.com/office/officeart/2005/8/layout/pyramid3"/>
    <dgm:cxn modelId="{5316964B-335C-4529-A405-CE52B20E43CF}" type="presOf" srcId="{B66C351D-5B6B-4CEA-8434-BBC2386D9881}" destId="{0ED6BA58-9632-4307-9CCF-9E504736927F}" srcOrd="0" destOrd="0" presId="urn:microsoft.com/office/officeart/2005/8/layout/pyramid3"/>
    <dgm:cxn modelId="{EA669D51-EAB0-4E4E-9690-2B4E5ABDDC6A}" type="presOf" srcId="{F533D71C-FAE6-42A7-85BA-F1B51F7F138D}" destId="{1C198CE3-5DB8-42F0-91D4-FC11BC5D22EF}" srcOrd="1" destOrd="0" presId="urn:microsoft.com/office/officeart/2005/8/layout/pyramid3"/>
    <dgm:cxn modelId="{13439453-3F52-435C-AED3-69621377BF00}" type="presOf" srcId="{3C0ACC96-245A-4957-9A7C-E6CE12E03D7C}" destId="{64289A5C-7DD7-4504-933E-8F147E407094}" srcOrd="0" destOrd="0" presId="urn:microsoft.com/office/officeart/2005/8/layout/pyramid3"/>
    <dgm:cxn modelId="{9539CD57-220F-437A-9104-CD7529555AED}" type="presOf" srcId="{FA10DA3D-8442-4AAA-B3AC-1F1F2C4E0478}" destId="{0E8E7EFA-102B-4884-8575-3E889DD2347A}" srcOrd="0" destOrd="0" presId="urn:microsoft.com/office/officeart/2005/8/layout/pyramid3"/>
    <dgm:cxn modelId="{FB814E94-1558-4BF2-8594-241FE91053EB}" type="presOf" srcId="{40C179BA-C36C-4FC9-84BD-EE964740B770}" destId="{8A79EA57-A8C0-4845-B87E-B16ABB23FAE7}" srcOrd="0" destOrd="0" presId="urn:microsoft.com/office/officeart/2005/8/layout/pyramid3"/>
    <dgm:cxn modelId="{A52654A3-95F7-4E0D-8F2D-C28F85F99246}" type="presOf" srcId="{2187CEBB-08E7-44DD-A3E3-5A5A7F8E6355}" destId="{372C412C-7F82-4A33-97BE-7C7FCBEC69E0}" srcOrd="0" destOrd="0" presId="urn:microsoft.com/office/officeart/2005/8/layout/pyramid3"/>
    <dgm:cxn modelId="{DD8382AC-AC23-4FA4-86B6-06FA147B137E}" type="presOf" srcId="{40C179BA-C36C-4FC9-84BD-EE964740B770}" destId="{617A8A2F-B482-4A0B-9F92-4B063B359ADB}" srcOrd="1" destOrd="0" presId="urn:microsoft.com/office/officeart/2005/8/layout/pyramid3"/>
    <dgm:cxn modelId="{EB1059B0-5DB5-4410-BED9-B205CA68AA00}" type="presOf" srcId="{3C0ACC96-245A-4957-9A7C-E6CE12E03D7C}" destId="{6CF8B4AC-1EDF-4CA3-8CC7-CDE9BA6A62FC}" srcOrd="1" destOrd="0" presId="urn:microsoft.com/office/officeart/2005/8/layout/pyramid3"/>
    <dgm:cxn modelId="{38E0B8CA-9A06-44C5-B093-6708D9E63108}" srcId="{2187CEBB-08E7-44DD-A3E3-5A5A7F8E6355}" destId="{DCF8914D-5406-41FF-AF2B-C121C29E2C01}" srcOrd="0" destOrd="0" parTransId="{59DFB84A-E433-46F3-A3A1-02918DC8F2B3}" sibTransId="{1A849B5E-48B3-4787-988B-78731787F8F6}"/>
    <dgm:cxn modelId="{4EEB55CE-0568-4696-BF61-5D53342B9017}" srcId="{2187CEBB-08E7-44DD-A3E3-5A5A7F8E6355}" destId="{40C179BA-C36C-4FC9-84BD-EE964740B770}" srcOrd="3" destOrd="0" parTransId="{F80B6C2E-8174-4FA1-8E2D-F5086DC6A72C}" sibTransId="{5F4BE790-59FB-4E51-A888-D379DFBD7F54}"/>
    <dgm:cxn modelId="{DDE26DE0-0307-4709-9E49-0CEA239CF139}" type="presOf" srcId="{B66C351D-5B6B-4CEA-8434-BBC2386D9881}" destId="{DE990F66-7BAA-41A7-A145-5F66E28E5A5F}" srcOrd="1" destOrd="0" presId="urn:microsoft.com/office/officeart/2005/8/layout/pyramid3"/>
    <dgm:cxn modelId="{90F6F7F7-4D73-449D-B9D3-30C9F66F3B18}" srcId="{2187CEBB-08E7-44DD-A3E3-5A5A7F8E6355}" destId="{FA10DA3D-8442-4AAA-B3AC-1F1F2C4E0478}" srcOrd="2" destOrd="0" parTransId="{5B5F9B07-FE91-4F69-B2F9-9FE2315D3C12}" sibTransId="{47321533-18E6-48E7-99B2-4870D849E7BC}"/>
    <dgm:cxn modelId="{75F3F0F9-799B-4C11-8EE1-F37B7AC20033}" srcId="{2187CEBB-08E7-44DD-A3E3-5A5A7F8E6355}" destId="{3C0ACC96-245A-4957-9A7C-E6CE12E03D7C}" srcOrd="4" destOrd="0" parTransId="{8874AC72-7E14-4F1F-8611-9B7F92110CF5}" sibTransId="{3ECDCEED-ACCF-48B8-A453-38CAAD561FF8}"/>
    <dgm:cxn modelId="{E5B7F0FF-C690-4B3E-9F2C-7B1B6BF45B99}" type="presOf" srcId="{DCF8914D-5406-41FF-AF2B-C121C29E2C01}" destId="{5DC4FD3D-CC07-41B7-9A2E-6423F8D9597A}" srcOrd="0" destOrd="0" presId="urn:microsoft.com/office/officeart/2005/8/layout/pyramid3"/>
    <dgm:cxn modelId="{E6EA898B-6604-4FCE-BDE4-856C895D8315}" type="presParOf" srcId="{372C412C-7F82-4A33-97BE-7C7FCBEC69E0}" destId="{318DE62A-E2A7-44BD-A263-276494798379}" srcOrd="0" destOrd="0" presId="urn:microsoft.com/office/officeart/2005/8/layout/pyramid3"/>
    <dgm:cxn modelId="{6769033D-E3A9-457B-872C-C0E45C4DD5D6}" type="presParOf" srcId="{318DE62A-E2A7-44BD-A263-276494798379}" destId="{5DC4FD3D-CC07-41B7-9A2E-6423F8D9597A}" srcOrd="0" destOrd="0" presId="urn:microsoft.com/office/officeart/2005/8/layout/pyramid3"/>
    <dgm:cxn modelId="{95052B26-F3F2-4B60-AFDD-1E9B7D6C88FE}" type="presParOf" srcId="{318DE62A-E2A7-44BD-A263-276494798379}" destId="{B16E7C46-061D-4DD3-9230-5EC6FCD6B12C}" srcOrd="1" destOrd="0" presId="urn:microsoft.com/office/officeart/2005/8/layout/pyramid3"/>
    <dgm:cxn modelId="{A26EA7F2-1D08-473F-89E1-9A5BA0D163A8}" type="presParOf" srcId="{372C412C-7F82-4A33-97BE-7C7FCBEC69E0}" destId="{529FD8CF-CE29-43A3-B312-2DD1BEC1C184}" srcOrd="1" destOrd="0" presId="urn:microsoft.com/office/officeart/2005/8/layout/pyramid3"/>
    <dgm:cxn modelId="{960D4660-5A11-46B5-BC9F-C9D628E4F0EF}" type="presParOf" srcId="{529FD8CF-CE29-43A3-B312-2DD1BEC1C184}" destId="{C7AD9827-3785-4D2C-82C5-62D695146450}" srcOrd="0" destOrd="0" presId="urn:microsoft.com/office/officeart/2005/8/layout/pyramid3"/>
    <dgm:cxn modelId="{11A323B2-184B-45B1-8DF7-383D28404741}" type="presParOf" srcId="{529FD8CF-CE29-43A3-B312-2DD1BEC1C184}" destId="{1C198CE3-5DB8-42F0-91D4-FC11BC5D22EF}" srcOrd="1" destOrd="0" presId="urn:microsoft.com/office/officeart/2005/8/layout/pyramid3"/>
    <dgm:cxn modelId="{2C8283FA-8169-425C-B66F-79133EE1114A}" type="presParOf" srcId="{372C412C-7F82-4A33-97BE-7C7FCBEC69E0}" destId="{FBFD889E-3A94-4B18-8646-F0FFDA453A4F}" srcOrd="2" destOrd="0" presId="urn:microsoft.com/office/officeart/2005/8/layout/pyramid3"/>
    <dgm:cxn modelId="{5244A63E-95AA-4BD6-8D66-9FCD6A700C79}" type="presParOf" srcId="{FBFD889E-3A94-4B18-8646-F0FFDA453A4F}" destId="{0E8E7EFA-102B-4884-8575-3E889DD2347A}" srcOrd="0" destOrd="0" presId="urn:microsoft.com/office/officeart/2005/8/layout/pyramid3"/>
    <dgm:cxn modelId="{C7BE8913-1F9C-4A77-AF69-0CF0CDE8D79C}" type="presParOf" srcId="{FBFD889E-3A94-4B18-8646-F0FFDA453A4F}" destId="{467BFA48-61B8-46C3-AF23-98ACE668B4C0}" srcOrd="1" destOrd="0" presId="urn:microsoft.com/office/officeart/2005/8/layout/pyramid3"/>
    <dgm:cxn modelId="{6086F3EA-F2FD-4E1F-BD0D-17E9DB9636BA}" type="presParOf" srcId="{372C412C-7F82-4A33-97BE-7C7FCBEC69E0}" destId="{C0EC81DD-CF78-410B-B853-DDDE4E702C17}" srcOrd="3" destOrd="0" presId="urn:microsoft.com/office/officeart/2005/8/layout/pyramid3"/>
    <dgm:cxn modelId="{4D6A6968-23FD-41D1-9D46-6746ABA4DC6D}" type="presParOf" srcId="{C0EC81DD-CF78-410B-B853-DDDE4E702C17}" destId="{8A79EA57-A8C0-4845-B87E-B16ABB23FAE7}" srcOrd="0" destOrd="0" presId="urn:microsoft.com/office/officeart/2005/8/layout/pyramid3"/>
    <dgm:cxn modelId="{F4FE842E-76D5-4318-A70B-612730050FF3}" type="presParOf" srcId="{C0EC81DD-CF78-410B-B853-DDDE4E702C17}" destId="{617A8A2F-B482-4A0B-9F92-4B063B359ADB}" srcOrd="1" destOrd="0" presId="urn:microsoft.com/office/officeart/2005/8/layout/pyramid3"/>
    <dgm:cxn modelId="{2AF083B6-4AD0-4C73-BB96-51B46DACAADB}" type="presParOf" srcId="{372C412C-7F82-4A33-97BE-7C7FCBEC69E0}" destId="{D8EC820F-9CC2-4434-9E4E-BB79B652E57B}" srcOrd="4" destOrd="0" presId="urn:microsoft.com/office/officeart/2005/8/layout/pyramid3"/>
    <dgm:cxn modelId="{5FD374ED-3507-42F3-A857-CA7F87EB9F5B}" type="presParOf" srcId="{D8EC820F-9CC2-4434-9E4E-BB79B652E57B}" destId="{64289A5C-7DD7-4504-933E-8F147E407094}" srcOrd="0" destOrd="0" presId="urn:microsoft.com/office/officeart/2005/8/layout/pyramid3"/>
    <dgm:cxn modelId="{48964E04-47E2-420B-B64E-4172D4AC9AAD}" type="presParOf" srcId="{D8EC820F-9CC2-4434-9E4E-BB79B652E57B}" destId="{6CF8B4AC-1EDF-4CA3-8CC7-CDE9BA6A62FC}" srcOrd="1" destOrd="0" presId="urn:microsoft.com/office/officeart/2005/8/layout/pyramid3"/>
    <dgm:cxn modelId="{0ED9CC40-F0A3-42F1-B4A0-302A6A00453D}" type="presParOf" srcId="{372C412C-7F82-4A33-97BE-7C7FCBEC69E0}" destId="{CD8A163F-B020-4591-A429-7B3161CA94D4}" srcOrd="5" destOrd="0" presId="urn:microsoft.com/office/officeart/2005/8/layout/pyramid3"/>
    <dgm:cxn modelId="{2C8CFEFD-AB7F-447C-84C8-E441EEF1963A}" type="presParOf" srcId="{CD8A163F-B020-4591-A429-7B3161CA94D4}" destId="{0ED6BA58-9632-4307-9CCF-9E504736927F}" srcOrd="0" destOrd="0" presId="urn:microsoft.com/office/officeart/2005/8/layout/pyramid3"/>
    <dgm:cxn modelId="{7A5D2EA3-06F0-4EF8-ADC1-223BB0D74D66}" type="presParOf" srcId="{CD8A163F-B020-4591-A429-7B3161CA94D4}" destId="{DE990F66-7BAA-41A7-A145-5F66E28E5A5F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E3499C-39C5-4312-B5FD-17F9E1D7726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BEB113B-19AC-4028-84A3-A227C215A592}">
      <dgm:prSet phldrT="[Text]"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Blog Post (SEO)</a:t>
          </a:r>
          <a:endParaRPr lang="en-US" dirty="0"/>
        </a:p>
      </dgm:t>
    </dgm:pt>
    <dgm:pt modelId="{A0319CE1-CCED-4690-B25B-DCDF557BA429}" type="parTrans" cxnId="{5A0776F3-F1BB-43A4-A035-5BBCC2AC06D8}">
      <dgm:prSet/>
      <dgm:spPr/>
    </dgm:pt>
    <dgm:pt modelId="{072DFC04-5476-4A9C-9E08-3303A0BE75BE}" type="sibTrans" cxnId="{5A0776F3-F1BB-43A4-A035-5BBCC2AC06D8}">
      <dgm:prSet/>
      <dgm:spPr/>
      <dgm:t>
        <a:bodyPr/>
        <a:lstStyle/>
        <a:p>
          <a:endParaRPr lang="en-US"/>
        </a:p>
      </dgm:t>
    </dgm:pt>
    <dgm:pt modelId="{954EBCEA-F4FD-45A8-8462-E6CD8F7F9627}">
      <dgm:prSet phldrT="[Text]"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Email List</a:t>
          </a:r>
          <a:endParaRPr lang="en-US" dirty="0"/>
        </a:p>
      </dgm:t>
    </dgm:pt>
    <dgm:pt modelId="{D12E11EE-AC3D-4632-93B0-E417D2054F47}" type="parTrans" cxnId="{E83E0978-2C2C-4FF4-B278-9F291F62AB5E}">
      <dgm:prSet/>
      <dgm:spPr/>
    </dgm:pt>
    <dgm:pt modelId="{4CD059B8-CBF0-4584-9098-C65D9DEC0B9A}" type="sibTrans" cxnId="{E83E0978-2C2C-4FF4-B278-9F291F62AB5E}">
      <dgm:prSet/>
      <dgm:spPr/>
      <dgm:t>
        <a:bodyPr/>
        <a:lstStyle/>
        <a:p>
          <a:endParaRPr lang="en-US"/>
        </a:p>
      </dgm:t>
    </dgm:pt>
    <dgm:pt modelId="{DDDD40B6-117C-42A4-ABBE-91ACAB6474D3}">
      <dgm:prSet phldrT="[Text]" phldr="0"/>
      <dgm:spPr/>
      <dgm:t>
        <a:bodyPr/>
        <a:lstStyle/>
        <a:p>
          <a:r>
            <a:rPr lang="en-US" dirty="0">
              <a:latin typeface="Calibri Light" panose="020F0302020204030204"/>
            </a:rPr>
            <a:t>Nurture</a:t>
          </a:r>
          <a:endParaRPr lang="en-US" dirty="0"/>
        </a:p>
      </dgm:t>
    </dgm:pt>
    <dgm:pt modelId="{E771D2C6-83B3-43D0-AB5C-B66C7CDF34EE}" type="parTrans" cxnId="{34B9FCF5-6327-47F5-9650-1B3BA2D3293E}">
      <dgm:prSet/>
      <dgm:spPr/>
    </dgm:pt>
    <dgm:pt modelId="{A7D1253D-8EB2-4FB5-959C-C3914D7086A9}" type="sibTrans" cxnId="{34B9FCF5-6327-47F5-9650-1B3BA2D3293E}">
      <dgm:prSet/>
      <dgm:spPr/>
      <dgm:t>
        <a:bodyPr/>
        <a:lstStyle/>
        <a:p>
          <a:endParaRPr lang="en-US"/>
        </a:p>
      </dgm:t>
    </dgm:pt>
    <dgm:pt modelId="{E29B2C9F-3C39-491D-BC7E-D6E62E68E6D3}">
      <dgm:prSet phldr="0"/>
      <dgm:spPr/>
      <dgm:t>
        <a:bodyPr/>
        <a:lstStyle/>
        <a:p>
          <a:r>
            <a:rPr lang="en-US" dirty="0">
              <a:latin typeface="Calibri Light" panose="020F0302020204030204"/>
            </a:rPr>
            <a:t>Conversion</a:t>
          </a:r>
        </a:p>
      </dgm:t>
    </dgm:pt>
    <dgm:pt modelId="{9C19BF1E-E13E-43EC-9557-D2E768E8929D}" type="parTrans" cxnId="{96E8BEF3-D3F6-4AE5-9979-431A6A796F42}">
      <dgm:prSet/>
      <dgm:spPr/>
    </dgm:pt>
    <dgm:pt modelId="{053FB393-EB3C-4AE4-8E38-88CDBBBA1B29}" type="sibTrans" cxnId="{96E8BEF3-D3F6-4AE5-9979-431A6A796F42}">
      <dgm:prSet/>
      <dgm:spPr/>
    </dgm:pt>
    <dgm:pt modelId="{387A57B7-6844-459C-94F4-39A421B69E0E}" type="pres">
      <dgm:prSet presAssocID="{61E3499C-39C5-4312-B5FD-17F9E1D77263}" presName="Name0" presStyleCnt="0">
        <dgm:presLayoutVars>
          <dgm:dir/>
          <dgm:resizeHandles val="exact"/>
        </dgm:presLayoutVars>
      </dgm:prSet>
      <dgm:spPr/>
    </dgm:pt>
    <dgm:pt modelId="{B8FBCEB7-12F3-4CDF-A0AA-05FCCE84AD8B}" type="pres">
      <dgm:prSet presAssocID="{DBEB113B-19AC-4028-84A3-A227C215A592}" presName="node" presStyleLbl="node1" presStyleIdx="0" presStyleCnt="4">
        <dgm:presLayoutVars>
          <dgm:bulletEnabled val="1"/>
        </dgm:presLayoutVars>
      </dgm:prSet>
      <dgm:spPr/>
    </dgm:pt>
    <dgm:pt modelId="{77891C43-133E-4A40-8DD2-48DA545BE225}" type="pres">
      <dgm:prSet presAssocID="{072DFC04-5476-4A9C-9E08-3303A0BE75BE}" presName="sibTrans" presStyleLbl="sibTrans2D1" presStyleIdx="0" presStyleCnt="3"/>
      <dgm:spPr/>
    </dgm:pt>
    <dgm:pt modelId="{DC87DA9E-5338-44BC-94F6-CAA1E1485444}" type="pres">
      <dgm:prSet presAssocID="{072DFC04-5476-4A9C-9E08-3303A0BE75BE}" presName="connectorText" presStyleLbl="sibTrans2D1" presStyleIdx="0" presStyleCnt="3"/>
      <dgm:spPr/>
    </dgm:pt>
    <dgm:pt modelId="{794C2EE5-82B8-4D89-BABA-195656F04DF0}" type="pres">
      <dgm:prSet presAssocID="{954EBCEA-F4FD-45A8-8462-E6CD8F7F9627}" presName="node" presStyleLbl="node1" presStyleIdx="1" presStyleCnt="4">
        <dgm:presLayoutVars>
          <dgm:bulletEnabled val="1"/>
        </dgm:presLayoutVars>
      </dgm:prSet>
      <dgm:spPr/>
    </dgm:pt>
    <dgm:pt modelId="{C96B64A7-A890-44E2-95FD-C7D7B9EC817F}" type="pres">
      <dgm:prSet presAssocID="{4CD059B8-CBF0-4584-9098-C65D9DEC0B9A}" presName="sibTrans" presStyleLbl="sibTrans2D1" presStyleIdx="1" presStyleCnt="3"/>
      <dgm:spPr/>
    </dgm:pt>
    <dgm:pt modelId="{A3A09421-086A-4291-96BC-522BBFDF83B5}" type="pres">
      <dgm:prSet presAssocID="{4CD059B8-CBF0-4584-9098-C65D9DEC0B9A}" presName="connectorText" presStyleLbl="sibTrans2D1" presStyleIdx="1" presStyleCnt="3"/>
      <dgm:spPr/>
    </dgm:pt>
    <dgm:pt modelId="{96F1D188-7A6A-499A-BD6F-DD0BA6068FC3}" type="pres">
      <dgm:prSet presAssocID="{DDDD40B6-117C-42A4-ABBE-91ACAB6474D3}" presName="node" presStyleLbl="node1" presStyleIdx="2" presStyleCnt="4">
        <dgm:presLayoutVars>
          <dgm:bulletEnabled val="1"/>
        </dgm:presLayoutVars>
      </dgm:prSet>
      <dgm:spPr/>
    </dgm:pt>
    <dgm:pt modelId="{7015621E-D4F3-4341-A6A0-1F94F92A061F}" type="pres">
      <dgm:prSet presAssocID="{A7D1253D-8EB2-4FB5-959C-C3914D7086A9}" presName="sibTrans" presStyleLbl="sibTrans2D1" presStyleIdx="2" presStyleCnt="3"/>
      <dgm:spPr/>
    </dgm:pt>
    <dgm:pt modelId="{3EEA631E-2D0A-4223-9CB0-6BB21B7AFEDD}" type="pres">
      <dgm:prSet presAssocID="{A7D1253D-8EB2-4FB5-959C-C3914D7086A9}" presName="connectorText" presStyleLbl="sibTrans2D1" presStyleIdx="2" presStyleCnt="3"/>
      <dgm:spPr/>
    </dgm:pt>
    <dgm:pt modelId="{052715EE-5719-4EC8-AE7A-88D872FF024C}" type="pres">
      <dgm:prSet presAssocID="{E29B2C9F-3C39-491D-BC7E-D6E62E68E6D3}" presName="node" presStyleLbl="node1" presStyleIdx="3" presStyleCnt="4">
        <dgm:presLayoutVars>
          <dgm:bulletEnabled val="1"/>
        </dgm:presLayoutVars>
      </dgm:prSet>
      <dgm:spPr/>
    </dgm:pt>
  </dgm:ptLst>
  <dgm:cxnLst>
    <dgm:cxn modelId="{FF862003-1707-4AFB-99BC-3C3B224DC3E5}" type="presOf" srcId="{DDDD40B6-117C-42A4-ABBE-91ACAB6474D3}" destId="{96F1D188-7A6A-499A-BD6F-DD0BA6068FC3}" srcOrd="0" destOrd="0" presId="urn:microsoft.com/office/officeart/2005/8/layout/process1"/>
    <dgm:cxn modelId="{6C2FB803-D5AE-4DCD-B626-DA1961896675}" type="presOf" srcId="{A7D1253D-8EB2-4FB5-959C-C3914D7086A9}" destId="{7015621E-D4F3-4341-A6A0-1F94F92A061F}" srcOrd="0" destOrd="0" presId="urn:microsoft.com/office/officeart/2005/8/layout/process1"/>
    <dgm:cxn modelId="{F5E8A82A-CE4D-4CAE-B4F9-0C8BBB8EA4E8}" type="presOf" srcId="{A7D1253D-8EB2-4FB5-959C-C3914D7086A9}" destId="{3EEA631E-2D0A-4223-9CB0-6BB21B7AFEDD}" srcOrd="1" destOrd="0" presId="urn:microsoft.com/office/officeart/2005/8/layout/process1"/>
    <dgm:cxn modelId="{51746767-7CD5-45AC-9BC7-79115CABAE36}" type="presOf" srcId="{4CD059B8-CBF0-4584-9098-C65D9DEC0B9A}" destId="{A3A09421-086A-4291-96BC-522BBFDF83B5}" srcOrd="1" destOrd="0" presId="urn:microsoft.com/office/officeart/2005/8/layout/process1"/>
    <dgm:cxn modelId="{E83E0978-2C2C-4FF4-B278-9F291F62AB5E}" srcId="{61E3499C-39C5-4312-B5FD-17F9E1D77263}" destId="{954EBCEA-F4FD-45A8-8462-E6CD8F7F9627}" srcOrd="1" destOrd="0" parTransId="{D12E11EE-AC3D-4632-93B0-E417D2054F47}" sibTransId="{4CD059B8-CBF0-4584-9098-C65D9DEC0B9A}"/>
    <dgm:cxn modelId="{CC7F1B58-72DB-4EE8-94B5-BFEDCF4518A5}" type="presOf" srcId="{072DFC04-5476-4A9C-9E08-3303A0BE75BE}" destId="{77891C43-133E-4A40-8DD2-48DA545BE225}" srcOrd="0" destOrd="0" presId="urn:microsoft.com/office/officeart/2005/8/layout/process1"/>
    <dgm:cxn modelId="{5A6AFA8A-F5AF-4ACB-A1A6-348392E36C0D}" type="presOf" srcId="{DBEB113B-19AC-4028-84A3-A227C215A592}" destId="{B8FBCEB7-12F3-4CDF-A0AA-05FCCE84AD8B}" srcOrd="0" destOrd="0" presId="urn:microsoft.com/office/officeart/2005/8/layout/process1"/>
    <dgm:cxn modelId="{D5AAE791-9C4C-425A-A142-50FA8CB1CF52}" type="presOf" srcId="{072DFC04-5476-4A9C-9E08-3303A0BE75BE}" destId="{DC87DA9E-5338-44BC-94F6-CAA1E1485444}" srcOrd="1" destOrd="0" presId="urn:microsoft.com/office/officeart/2005/8/layout/process1"/>
    <dgm:cxn modelId="{7609F7A5-9B21-4BCE-BB63-C4CFD70B0247}" type="presOf" srcId="{E29B2C9F-3C39-491D-BC7E-D6E62E68E6D3}" destId="{052715EE-5719-4EC8-AE7A-88D872FF024C}" srcOrd="0" destOrd="0" presId="urn:microsoft.com/office/officeart/2005/8/layout/process1"/>
    <dgm:cxn modelId="{8EAC2AC3-F52F-4683-B140-6D0E01D55765}" type="presOf" srcId="{61E3499C-39C5-4312-B5FD-17F9E1D77263}" destId="{387A57B7-6844-459C-94F4-39A421B69E0E}" srcOrd="0" destOrd="0" presId="urn:microsoft.com/office/officeart/2005/8/layout/process1"/>
    <dgm:cxn modelId="{2FF384ED-FE32-4538-9C78-947A0ED352FA}" type="presOf" srcId="{954EBCEA-F4FD-45A8-8462-E6CD8F7F9627}" destId="{794C2EE5-82B8-4D89-BABA-195656F04DF0}" srcOrd="0" destOrd="0" presId="urn:microsoft.com/office/officeart/2005/8/layout/process1"/>
    <dgm:cxn modelId="{5A0776F3-F1BB-43A4-A035-5BBCC2AC06D8}" srcId="{61E3499C-39C5-4312-B5FD-17F9E1D77263}" destId="{DBEB113B-19AC-4028-84A3-A227C215A592}" srcOrd="0" destOrd="0" parTransId="{A0319CE1-CCED-4690-B25B-DCDF557BA429}" sibTransId="{072DFC04-5476-4A9C-9E08-3303A0BE75BE}"/>
    <dgm:cxn modelId="{96E8BEF3-D3F6-4AE5-9979-431A6A796F42}" srcId="{61E3499C-39C5-4312-B5FD-17F9E1D77263}" destId="{E29B2C9F-3C39-491D-BC7E-D6E62E68E6D3}" srcOrd="3" destOrd="0" parTransId="{9C19BF1E-E13E-43EC-9557-D2E768E8929D}" sibTransId="{053FB393-EB3C-4AE4-8E38-88CDBBBA1B29}"/>
    <dgm:cxn modelId="{34B9FCF5-6327-47F5-9650-1B3BA2D3293E}" srcId="{61E3499C-39C5-4312-B5FD-17F9E1D77263}" destId="{DDDD40B6-117C-42A4-ABBE-91ACAB6474D3}" srcOrd="2" destOrd="0" parTransId="{E771D2C6-83B3-43D0-AB5C-B66C7CDF34EE}" sibTransId="{A7D1253D-8EB2-4FB5-959C-C3914D7086A9}"/>
    <dgm:cxn modelId="{A94EFEF5-1AF1-4446-AE0A-3C731BEF178F}" type="presOf" srcId="{4CD059B8-CBF0-4584-9098-C65D9DEC0B9A}" destId="{C96B64A7-A890-44E2-95FD-C7D7B9EC817F}" srcOrd="0" destOrd="0" presId="urn:microsoft.com/office/officeart/2005/8/layout/process1"/>
    <dgm:cxn modelId="{378272A2-E893-4CCE-B8FB-97F400222D26}" type="presParOf" srcId="{387A57B7-6844-459C-94F4-39A421B69E0E}" destId="{B8FBCEB7-12F3-4CDF-A0AA-05FCCE84AD8B}" srcOrd="0" destOrd="0" presId="urn:microsoft.com/office/officeart/2005/8/layout/process1"/>
    <dgm:cxn modelId="{A636B734-2809-4424-90AB-32DA5A984048}" type="presParOf" srcId="{387A57B7-6844-459C-94F4-39A421B69E0E}" destId="{77891C43-133E-4A40-8DD2-48DA545BE225}" srcOrd="1" destOrd="0" presId="urn:microsoft.com/office/officeart/2005/8/layout/process1"/>
    <dgm:cxn modelId="{2D5E67BF-9535-4D6D-8BA4-A2169E3C846A}" type="presParOf" srcId="{77891C43-133E-4A40-8DD2-48DA545BE225}" destId="{DC87DA9E-5338-44BC-94F6-CAA1E1485444}" srcOrd="0" destOrd="0" presId="urn:microsoft.com/office/officeart/2005/8/layout/process1"/>
    <dgm:cxn modelId="{DD7B18D1-851B-4FCE-A530-768C9E408A36}" type="presParOf" srcId="{387A57B7-6844-459C-94F4-39A421B69E0E}" destId="{794C2EE5-82B8-4D89-BABA-195656F04DF0}" srcOrd="2" destOrd="0" presId="urn:microsoft.com/office/officeart/2005/8/layout/process1"/>
    <dgm:cxn modelId="{BFDDF05A-7CE7-437D-A621-9A1DF5EA835F}" type="presParOf" srcId="{387A57B7-6844-459C-94F4-39A421B69E0E}" destId="{C96B64A7-A890-44E2-95FD-C7D7B9EC817F}" srcOrd="3" destOrd="0" presId="urn:microsoft.com/office/officeart/2005/8/layout/process1"/>
    <dgm:cxn modelId="{C1ABE44A-513C-4737-B3AB-D8D15EE63C68}" type="presParOf" srcId="{C96B64A7-A890-44E2-95FD-C7D7B9EC817F}" destId="{A3A09421-086A-4291-96BC-522BBFDF83B5}" srcOrd="0" destOrd="0" presId="urn:microsoft.com/office/officeart/2005/8/layout/process1"/>
    <dgm:cxn modelId="{BCC5CDEE-B01A-462E-BF8A-EA938DFDF66C}" type="presParOf" srcId="{387A57B7-6844-459C-94F4-39A421B69E0E}" destId="{96F1D188-7A6A-499A-BD6F-DD0BA6068FC3}" srcOrd="4" destOrd="0" presId="urn:microsoft.com/office/officeart/2005/8/layout/process1"/>
    <dgm:cxn modelId="{4BF45895-2267-4A69-9F92-BCBC7C1CB6F2}" type="presParOf" srcId="{387A57B7-6844-459C-94F4-39A421B69E0E}" destId="{7015621E-D4F3-4341-A6A0-1F94F92A061F}" srcOrd="5" destOrd="0" presId="urn:microsoft.com/office/officeart/2005/8/layout/process1"/>
    <dgm:cxn modelId="{60A6E4F5-3304-42E7-B97A-FB6B22DBC417}" type="presParOf" srcId="{7015621E-D4F3-4341-A6A0-1F94F92A061F}" destId="{3EEA631E-2D0A-4223-9CB0-6BB21B7AFEDD}" srcOrd="0" destOrd="0" presId="urn:microsoft.com/office/officeart/2005/8/layout/process1"/>
    <dgm:cxn modelId="{2D5FB6BD-153E-4BC4-AA5D-0A0F9B2927C8}" type="presParOf" srcId="{387A57B7-6844-459C-94F4-39A421B69E0E}" destId="{052715EE-5719-4EC8-AE7A-88D872FF024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222FBF-E3D8-463B-AFA7-930BCF620F4D}" type="doc">
      <dgm:prSet loTypeId="urn:microsoft.com/office/officeart/2017/3/layout/DropPinTimeline" loCatId="timelin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629A6FD-C319-4B22-BB6E-3A10226F873D}">
      <dgm:prSet phldrT="[Text]" phldr="0"/>
      <dgm:spPr/>
      <dgm:t>
        <a:bodyPr/>
        <a:lstStyle/>
        <a:p>
          <a:pPr>
            <a:defRPr b="1"/>
          </a:pPr>
          <a:r>
            <a:rPr lang="en-US" dirty="0">
              <a:latin typeface="Calibri Light" panose="020F0302020204030204"/>
            </a:rPr>
            <a:t>Customer A: reads the blog post, does not sign-up for email</a:t>
          </a:r>
          <a:endParaRPr lang="en-US" dirty="0"/>
        </a:p>
      </dgm:t>
    </dgm:pt>
    <dgm:pt modelId="{7F65D26D-B654-4EA2-B172-B889CCCD85A8}" type="parTrans" cxnId="{256DE5B5-9D44-4EE8-BC0F-63A749EA4A0E}">
      <dgm:prSet/>
      <dgm:spPr/>
      <dgm:t>
        <a:bodyPr/>
        <a:lstStyle/>
        <a:p>
          <a:endParaRPr lang="en-US"/>
        </a:p>
      </dgm:t>
    </dgm:pt>
    <dgm:pt modelId="{C6A79B46-99F1-4F1B-85B2-9D93A07E87E2}" type="sibTrans" cxnId="{256DE5B5-9D44-4EE8-BC0F-63A749EA4A0E}">
      <dgm:prSet/>
      <dgm:spPr/>
      <dgm:t>
        <a:bodyPr/>
        <a:lstStyle/>
        <a:p>
          <a:endParaRPr lang="en-US"/>
        </a:p>
      </dgm:t>
    </dgm:pt>
    <dgm:pt modelId="{E724E013-66C7-427D-8381-B6A05326D6B1}">
      <dgm:prSet phldrT="[Text]" phldr="0"/>
      <dgm:spPr/>
      <dgm:t>
        <a:bodyPr/>
        <a:lstStyle/>
        <a:p>
          <a:pPr>
            <a:defRPr b="1"/>
          </a:pPr>
          <a:r>
            <a:rPr lang="en-US" dirty="0">
              <a:latin typeface="Calibri Light" panose="020F0302020204030204"/>
            </a:rPr>
            <a:t>Customer A sees a retargeting ad a week later</a:t>
          </a:r>
          <a:endParaRPr lang="en-US" dirty="0"/>
        </a:p>
      </dgm:t>
    </dgm:pt>
    <dgm:pt modelId="{716CA287-DC34-4B45-A9F9-4B376A9F280A}" type="parTrans" cxnId="{FA178950-32C9-4CFA-B93E-80662E578CBF}">
      <dgm:prSet/>
      <dgm:spPr/>
      <dgm:t>
        <a:bodyPr/>
        <a:lstStyle/>
        <a:p>
          <a:endParaRPr lang="en-US"/>
        </a:p>
      </dgm:t>
    </dgm:pt>
    <dgm:pt modelId="{07547571-82F2-4017-9301-4C695BAF44BD}" type="sibTrans" cxnId="{FA178950-32C9-4CFA-B93E-80662E578CBF}">
      <dgm:prSet/>
      <dgm:spPr/>
      <dgm:t>
        <a:bodyPr/>
        <a:lstStyle/>
        <a:p>
          <a:endParaRPr lang="en-US"/>
        </a:p>
      </dgm:t>
    </dgm:pt>
    <dgm:pt modelId="{47FE56EA-A125-4508-97EC-B5D7A0C5701F}">
      <dgm:prSet phldrT="[Text]" phldr="0"/>
      <dgm:spPr/>
      <dgm:t>
        <a:bodyPr/>
        <a:lstStyle/>
        <a:p>
          <a:pPr>
            <a:defRPr b="1"/>
          </a:pPr>
          <a:r>
            <a:rPr lang="en-US" dirty="0">
              <a:latin typeface="Calibri Light" panose="020F0302020204030204"/>
            </a:rPr>
            <a:t>Customer A goes back to the blog</a:t>
          </a:r>
          <a:endParaRPr lang="en-US" dirty="0"/>
        </a:p>
      </dgm:t>
    </dgm:pt>
    <dgm:pt modelId="{1F7F897F-3F1B-4FBD-8220-63D552E56FC9}" type="parTrans" cxnId="{08D58CF4-0944-46BB-B880-3761D6B5D965}">
      <dgm:prSet/>
      <dgm:spPr/>
      <dgm:t>
        <a:bodyPr/>
        <a:lstStyle/>
        <a:p>
          <a:endParaRPr lang="en-US"/>
        </a:p>
      </dgm:t>
    </dgm:pt>
    <dgm:pt modelId="{CBF3E0B6-50B8-434C-8DC4-DC20071C50D1}" type="sibTrans" cxnId="{08D58CF4-0944-46BB-B880-3761D6B5D965}">
      <dgm:prSet/>
      <dgm:spPr/>
      <dgm:t>
        <a:bodyPr/>
        <a:lstStyle/>
        <a:p>
          <a:endParaRPr lang="en-US"/>
        </a:p>
      </dgm:t>
    </dgm:pt>
    <dgm:pt modelId="{9D65A53D-5E46-41B9-9962-C57090EDD05D}">
      <dgm:prSet phldr="0"/>
      <dgm:spPr/>
      <dgm:t>
        <a:bodyPr/>
        <a:lstStyle/>
        <a:p>
          <a:pPr>
            <a:defRPr b="1"/>
          </a:pPr>
          <a:r>
            <a:rPr lang="en-US" b="0" dirty="0">
              <a:latin typeface="Calibri Light" panose="020F0302020204030204"/>
            </a:rPr>
            <a:t>Customer A signs up for the email list</a:t>
          </a:r>
          <a:endParaRPr lang="en-US" dirty="0">
            <a:latin typeface="Calibri Light" panose="020F0302020204030204"/>
          </a:endParaRPr>
        </a:p>
      </dgm:t>
    </dgm:pt>
    <dgm:pt modelId="{9F7C6084-41B4-477A-A9D8-5B369A8C1132}" type="parTrans" cxnId="{F6E274AA-1EF8-4C26-AE3D-1A1B6A75DF19}">
      <dgm:prSet/>
      <dgm:spPr/>
    </dgm:pt>
    <dgm:pt modelId="{8E9F5412-1536-4096-BFC3-F4E80E9DDC59}" type="sibTrans" cxnId="{F6E274AA-1EF8-4C26-AE3D-1A1B6A75DF19}">
      <dgm:prSet/>
      <dgm:spPr/>
    </dgm:pt>
    <dgm:pt modelId="{EFCDB252-1DC4-4C0A-AA5C-A0F67397EDB1}">
      <dgm:prSet phldr="0"/>
      <dgm:spPr/>
      <dgm:t>
        <a:bodyPr/>
        <a:lstStyle/>
        <a:p>
          <a:pPr>
            <a:defRPr b="1"/>
          </a:pPr>
          <a:r>
            <a:rPr lang="en-US" b="0" dirty="0">
              <a:latin typeface="Calibri Light" panose="020F0302020204030204"/>
            </a:rPr>
            <a:t>Customer A converts</a:t>
          </a:r>
        </a:p>
      </dgm:t>
    </dgm:pt>
    <dgm:pt modelId="{24B6C7BE-60E2-403E-9CE8-E465A26B0CAA}" type="parTrans" cxnId="{99AD51BD-40DF-4F63-9E6F-03ABB3A768DE}">
      <dgm:prSet/>
      <dgm:spPr/>
    </dgm:pt>
    <dgm:pt modelId="{63852F51-05BD-4A5F-9729-FC25935EA3D2}" type="sibTrans" cxnId="{99AD51BD-40DF-4F63-9E6F-03ABB3A768DE}">
      <dgm:prSet/>
      <dgm:spPr/>
    </dgm:pt>
    <dgm:pt modelId="{C31C3C05-BB1C-4B36-8D4B-B831C4CBDB72}" type="pres">
      <dgm:prSet presAssocID="{D2222FBF-E3D8-463B-AFA7-930BCF620F4D}" presName="root" presStyleCnt="0">
        <dgm:presLayoutVars>
          <dgm:chMax/>
          <dgm:chPref/>
          <dgm:animLvl val="lvl"/>
        </dgm:presLayoutVars>
      </dgm:prSet>
      <dgm:spPr/>
    </dgm:pt>
    <dgm:pt modelId="{7D79E737-CE37-4CEC-B9C5-EDC8B385C298}" type="pres">
      <dgm:prSet presAssocID="{D2222FBF-E3D8-463B-AFA7-930BCF620F4D}" presName="divider" presStyleLbl="fgAcc1" presStyleIdx="0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90E869E1-5991-41A9-8C11-F6EC1CD241AC}" type="pres">
      <dgm:prSet presAssocID="{D2222FBF-E3D8-463B-AFA7-930BCF620F4D}" presName="nodes" presStyleCnt="0">
        <dgm:presLayoutVars>
          <dgm:chMax/>
          <dgm:chPref/>
          <dgm:animLvl val="lvl"/>
        </dgm:presLayoutVars>
      </dgm:prSet>
      <dgm:spPr/>
    </dgm:pt>
    <dgm:pt modelId="{6AD85CD6-39CA-4838-B3BC-20C209BF4DDA}" type="pres">
      <dgm:prSet presAssocID="{1629A6FD-C319-4B22-BB6E-3A10226F873D}" presName="composite" presStyleCnt="0"/>
      <dgm:spPr/>
    </dgm:pt>
    <dgm:pt modelId="{24C1191C-B6B3-447D-A5C5-FD303C3EE2E1}" type="pres">
      <dgm:prSet presAssocID="{1629A6FD-C319-4B22-BB6E-3A10226F873D}" presName="ConnectorPoint" presStyleLbl="lnNode1" presStyleIdx="0" presStyleCnt="5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E79C616-986B-4244-9A60-145B82FD46EE}" type="pres">
      <dgm:prSet presAssocID="{1629A6FD-C319-4B22-BB6E-3A10226F873D}" presName="DropPinPlaceHolder" presStyleCnt="0"/>
      <dgm:spPr/>
    </dgm:pt>
    <dgm:pt modelId="{3FCF8DD3-E5EA-4A60-B3F3-510B9B48F705}" type="pres">
      <dgm:prSet presAssocID="{1629A6FD-C319-4B22-BB6E-3A10226F873D}" presName="DropPin" presStyleLbl="alignNode1" presStyleIdx="0" presStyleCnt="5"/>
      <dgm:spPr/>
    </dgm:pt>
    <dgm:pt modelId="{118F3459-27AC-4537-8B91-2B19EC3F50B6}" type="pres">
      <dgm:prSet presAssocID="{1629A6FD-C319-4B22-BB6E-3A10226F873D}" presName="Ellipse" presStyleLbl="fgAcc1" presStyleIdx="1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5EF88AE-0807-40C7-9FFD-919D63EBA2EA}" type="pres">
      <dgm:prSet presAssocID="{1629A6FD-C319-4B22-BB6E-3A10226F873D}" presName="L2TextContainer" presStyleLbl="revTx" presStyleIdx="0" presStyleCnt="10">
        <dgm:presLayoutVars>
          <dgm:bulletEnabled val="1"/>
        </dgm:presLayoutVars>
      </dgm:prSet>
      <dgm:spPr/>
    </dgm:pt>
    <dgm:pt modelId="{BB61F93A-1F95-4221-85EF-6B4A27053DA5}" type="pres">
      <dgm:prSet presAssocID="{1629A6FD-C319-4B22-BB6E-3A10226F873D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8A339F57-C172-4544-8039-ECCD29336B48}" type="pres">
      <dgm:prSet presAssocID="{1629A6FD-C319-4B22-BB6E-3A10226F873D}" presName="ConnectLine" presStyleLbl="sibTrans1D1" presStyleIdx="0" presStyleCnt="5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CB079FC-2900-45CE-9715-4480CC4AEB9A}" type="pres">
      <dgm:prSet presAssocID="{1629A6FD-C319-4B22-BB6E-3A10226F873D}" presName="EmptyPlaceHolder" presStyleCnt="0"/>
      <dgm:spPr/>
    </dgm:pt>
    <dgm:pt modelId="{83C25167-5FF4-4AD1-AAB3-C48299D5F6F8}" type="pres">
      <dgm:prSet presAssocID="{C6A79B46-99F1-4F1B-85B2-9D93A07E87E2}" presName="spaceBetweenRectangles" presStyleCnt="0"/>
      <dgm:spPr/>
    </dgm:pt>
    <dgm:pt modelId="{4000C95B-A8FB-4D71-BAD6-777DDB2D4365}" type="pres">
      <dgm:prSet presAssocID="{E724E013-66C7-427D-8381-B6A05326D6B1}" presName="composite" presStyleCnt="0"/>
      <dgm:spPr/>
    </dgm:pt>
    <dgm:pt modelId="{35C6E4CE-FD41-450C-AB8A-69E4D29C6F3F}" type="pres">
      <dgm:prSet presAssocID="{E724E013-66C7-427D-8381-B6A05326D6B1}" presName="ConnectorPoint" presStyleLbl="lnNode1" presStyleIdx="1" presStyleCnt="5"/>
      <dgm:spPr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8CBAD55-DC27-48D8-9F4F-26107A43532D}" type="pres">
      <dgm:prSet presAssocID="{E724E013-66C7-427D-8381-B6A05326D6B1}" presName="DropPinPlaceHolder" presStyleCnt="0"/>
      <dgm:spPr/>
    </dgm:pt>
    <dgm:pt modelId="{3D8AE118-B50C-4C57-9DDF-C2BDC362A55F}" type="pres">
      <dgm:prSet presAssocID="{E724E013-66C7-427D-8381-B6A05326D6B1}" presName="DropPin" presStyleLbl="alignNode1" presStyleIdx="1" presStyleCnt="5"/>
      <dgm:spPr/>
    </dgm:pt>
    <dgm:pt modelId="{C29D286A-AC7B-4BB5-9709-15528B6C7660}" type="pres">
      <dgm:prSet presAssocID="{E724E013-66C7-427D-8381-B6A05326D6B1}" presName="Ellipse" presStyleLbl="fgAcc1" presStyleIdx="2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A57561BD-F2E4-472B-BDCC-A0E2B744FDB2}" type="pres">
      <dgm:prSet presAssocID="{E724E013-66C7-427D-8381-B6A05326D6B1}" presName="L2TextContainer" presStyleLbl="revTx" presStyleIdx="2" presStyleCnt="10">
        <dgm:presLayoutVars>
          <dgm:bulletEnabled val="1"/>
        </dgm:presLayoutVars>
      </dgm:prSet>
      <dgm:spPr/>
    </dgm:pt>
    <dgm:pt modelId="{18A604E2-BC8E-473A-9512-2EEA1363362B}" type="pres">
      <dgm:prSet presAssocID="{E724E013-66C7-427D-8381-B6A05326D6B1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1E5F3FCE-2E70-4C96-8039-2252A73C4663}" type="pres">
      <dgm:prSet presAssocID="{E724E013-66C7-427D-8381-B6A05326D6B1}" presName="ConnectLine" presStyleLbl="sibTrans1D1" presStyleIdx="1" presStyleCnt="5"/>
      <dgm:spPr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8662C1A-084D-46CD-A555-FF589842EC86}" type="pres">
      <dgm:prSet presAssocID="{E724E013-66C7-427D-8381-B6A05326D6B1}" presName="EmptyPlaceHolder" presStyleCnt="0"/>
      <dgm:spPr/>
    </dgm:pt>
    <dgm:pt modelId="{E816F6D2-5696-48A8-9CC7-2F57C39797E7}" type="pres">
      <dgm:prSet presAssocID="{07547571-82F2-4017-9301-4C695BAF44BD}" presName="spaceBetweenRectangles" presStyleCnt="0"/>
      <dgm:spPr/>
    </dgm:pt>
    <dgm:pt modelId="{52AB32D5-44B6-47C5-9907-1DA0BDBDA613}" type="pres">
      <dgm:prSet presAssocID="{47FE56EA-A125-4508-97EC-B5D7A0C5701F}" presName="composite" presStyleCnt="0"/>
      <dgm:spPr/>
    </dgm:pt>
    <dgm:pt modelId="{8DEB5B09-ED39-42EE-BE77-1C92D0CFABDF}" type="pres">
      <dgm:prSet presAssocID="{47FE56EA-A125-4508-97EC-B5D7A0C5701F}" presName="ConnectorPoint" presStyleLbl="lnNode1" presStyleIdx="2" presStyleCnt="5"/>
      <dgm:spPr>
        <a:solidFill>
          <a:schemeClr val="accent4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4FF7532-5038-4288-B4F9-501EB0D6ACF7}" type="pres">
      <dgm:prSet presAssocID="{47FE56EA-A125-4508-97EC-B5D7A0C5701F}" presName="DropPinPlaceHolder" presStyleCnt="0"/>
      <dgm:spPr/>
    </dgm:pt>
    <dgm:pt modelId="{2F2239C9-A712-4400-A35B-2A4472F345CD}" type="pres">
      <dgm:prSet presAssocID="{47FE56EA-A125-4508-97EC-B5D7A0C5701F}" presName="DropPin" presStyleLbl="alignNode1" presStyleIdx="2" presStyleCnt="5"/>
      <dgm:spPr/>
    </dgm:pt>
    <dgm:pt modelId="{BB4F6E1E-90EF-4E1F-A5AB-7556FAFF5FFB}" type="pres">
      <dgm:prSet presAssocID="{47FE56EA-A125-4508-97EC-B5D7A0C5701F}" presName="Ellipse" presStyleLbl="fgAcc1" presStyleIdx="3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836562B9-D79F-4CEA-A73B-06D3299CF8C2}" type="pres">
      <dgm:prSet presAssocID="{47FE56EA-A125-4508-97EC-B5D7A0C5701F}" presName="L2TextContainer" presStyleLbl="revTx" presStyleIdx="4" presStyleCnt="10">
        <dgm:presLayoutVars>
          <dgm:bulletEnabled val="1"/>
        </dgm:presLayoutVars>
      </dgm:prSet>
      <dgm:spPr/>
    </dgm:pt>
    <dgm:pt modelId="{9CF94F6D-4185-4865-8D2F-1F9ED672320A}" type="pres">
      <dgm:prSet presAssocID="{47FE56EA-A125-4508-97EC-B5D7A0C5701F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D44234D0-2E41-4CD8-8425-68EED34A0231}" type="pres">
      <dgm:prSet presAssocID="{47FE56EA-A125-4508-97EC-B5D7A0C5701F}" presName="ConnectLine" presStyleLbl="sibTrans1D1" presStyleIdx="2" presStyleCnt="5"/>
      <dgm:spPr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B5FA8258-CE24-4D55-A660-D44A548A7BB4}" type="pres">
      <dgm:prSet presAssocID="{47FE56EA-A125-4508-97EC-B5D7A0C5701F}" presName="EmptyPlaceHolder" presStyleCnt="0"/>
      <dgm:spPr/>
    </dgm:pt>
    <dgm:pt modelId="{50541BFE-3BB2-4857-9D40-72FAAB79CE9A}" type="pres">
      <dgm:prSet presAssocID="{CBF3E0B6-50B8-434C-8DC4-DC20071C50D1}" presName="spaceBetweenRectangles" presStyleCnt="0"/>
      <dgm:spPr/>
    </dgm:pt>
    <dgm:pt modelId="{62F7E04F-428C-47D7-9DEE-B0D003B7A7E5}" type="pres">
      <dgm:prSet presAssocID="{9D65A53D-5E46-41B9-9962-C57090EDD05D}" presName="composite" presStyleCnt="0"/>
      <dgm:spPr/>
    </dgm:pt>
    <dgm:pt modelId="{84D1602A-BA6B-440A-B0D5-72C8C54C46C5}" type="pres">
      <dgm:prSet presAssocID="{9D65A53D-5E46-41B9-9962-C57090EDD05D}" presName="ConnectorPoint" presStyleLbl="lnNode1" presStyleIdx="3" presStyleCnt="5"/>
      <dgm:spPr>
        <a:solidFill>
          <a:schemeClr val="accent5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3E29E2E-733C-40EF-A60B-3CC6B0927484}" type="pres">
      <dgm:prSet presAssocID="{9D65A53D-5E46-41B9-9962-C57090EDD05D}" presName="DropPinPlaceHolder" presStyleCnt="0"/>
      <dgm:spPr/>
    </dgm:pt>
    <dgm:pt modelId="{AB4796FC-D736-4A54-8997-F01C41CF3567}" type="pres">
      <dgm:prSet presAssocID="{9D65A53D-5E46-41B9-9962-C57090EDD05D}" presName="DropPin" presStyleLbl="alignNode1" presStyleIdx="3" presStyleCnt="5"/>
      <dgm:spPr/>
    </dgm:pt>
    <dgm:pt modelId="{60155F93-5871-41A7-B865-50D72FB92EC5}" type="pres">
      <dgm:prSet presAssocID="{9D65A53D-5E46-41B9-9962-C57090EDD05D}" presName="Ellipse" presStyleLbl="fgAcc1" presStyleIdx="4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58A69639-EA7A-4A22-B15E-320F503CBECA}" type="pres">
      <dgm:prSet presAssocID="{9D65A53D-5E46-41B9-9962-C57090EDD05D}" presName="L2TextContainer" presStyleLbl="revTx" presStyleIdx="6" presStyleCnt="10">
        <dgm:presLayoutVars>
          <dgm:bulletEnabled val="1"/>
        </dgm:presLayoutVars>
      </dgm:prSet>
      <dgm:spPr/>
    </dgm:pt>
    <dgm:pt modelId="{9BE249FC-FEB8-458E-9F2A-8BA94CAF6A21}" type="pres">
      <dgm:prSet presAssocID="{9D65A53D-5E46-41B9-9962-C57090EDD05D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411F3D47-FE88-45FE-89E2-E17DB3FA6D24}" type="pres">
      <dgm:prSet presAssocID="{9D65A53D-5E46-41B9-9962-C57090EDD05D}" presName="ConnectLine" presStyleLbl="sibTrans1D1" presStyleIdx="3" presStyleCnt="5"/>
      <dgm:spPr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D0E58138-512C-4122-A8D0-5A7D37228952}" type="pres">
      <dgm:prSet presAssocID="{9D65A53D-5E46-41B9-9962-C57090EDD05D}" presName="EmptyPlaceHolder" presStyleCnt="0"/>
      <dgm:spPr/>
    </dgm:pt>
    <dgm:pt modelId="{CAD36635-DDCD-47A1-9A26-9C483D72C718}" type="pres">
      <dgm:prSet presAssocID="{8E9F5412-1536-4096-BFC3-F4E80E9DDC59}" presName="spaceBetweenRectangles" presStyleCnt="0"/>
      <dgm:spPr/>
    </dgm:pt>
    <dgm:pt modelId="{B1486059-3E94-41ED-B899-8B4D293C77AD}" type="pres">
      <dgm:prSet presAssocID="{EFCDB252-1DC4-4C0A-AA5C-A0F67397EDB1}" presName="composite" presStyleCnt="0"/>
      <dgm:spPr/>
    </dgm:pt>
    <dgm:pt modelId="{432BDA3D-70D6-4730-AF4C-9D7C343D75FB}" type="pres">
      <dgm:prSet presAssocID="{EFCDB252-1DC4-4C0A-AA5C-A0F67397EDB1}" presName="ConnectorPoint" presStyleLbl="lnNode1" presStyleIdx="4" presStyleCnt="5"/>
      <dgm:spPr>
        <a:solidFill>
          <a:schemeClr val="accent6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36FAA83-D18F-42DB-8F75-CBA7085E5456}" type="pres">
      <dgm:prSet presAssocID="{EFCDB252-1DC4-4C0A-AA5C-A0F67397EDB1}" presName="DropPinPlaceHolder" presStyleCnt="0"/>
      <dgm:spPr/>
    </dgm:pt>
    <dgm:pt modelId="{AB6A9A53-A01A-41C5-A303-F4962E7F5B4F}" type="pres">
      <dgm:prSet presAssocID="{EFCDB252-1DC4-4C0A-AA5C-A0F67397EDB1}" presName="DropPin" presStyleLbl="alignNode1" presStyleIdx="4" presStyleCnt="5"/>
      <dgm:spPr/>
    </dgm:pt>
    <dgm:pt modelId="{5E3E8DF9-AA95-4D6E-96C8-342A2FDE2565}" type="pres">
      <dgm:prSet presAssocID="{EFCDB252-1DC4-4C0A-AA5C-A0F67397EDB1}" presName="Ellipse" presStyleLbl="fgAcc1" presStyleIdx="5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5E73AE4-25E7-4070-B6DF-376354DFF7DA}" type="pres">
      <dgm:prSet presAssocID="{EFCDB252-1DC4-4C0A-AA5C-A0F67397EDB1}" presName="L2TextContainer" presStyleLbl="revTx" presStyleIdx="8" presStyleCnt="10">
        <dgm:presLayoutVars>
          <dgm:bulletEnabled val="1"/>
        </dgm:presLayoutVars>
      </dgm:prSet>
      <dgm:spPr/>
    </dgm:pt>
    <dgm:pt modelId="{19B26073-263F-4A7C-9336-23AEB476EAA2}" type="pres">
      <dgm:prSet presAssocID="{EFCDB252-1DC4-4C0A-AA5C-A0F67397EDB1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BBA98C23-DFC0-474F-A54A-E77B4873376E}" type="pres">
      <dgm:prSet presAssocID="{EFCDB252-1DC4-4C0A-AA5C-A0F67397EDB1}" presName="ConnectLine" presStyleLbl="sibTrans1D1" presStyleIdx="4" presStyleCnt="5"/>
      <dgm:spPr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20C89CA0-DBAA-4C3F-B55C-754F3236F554}" type="pres">
      <dgm:prSet presAssocID="{EFCDB252-1DC4-4C0A-AA5C-A0F67397EDB1}" presName="EmptyPlaceHolder" presStyleCnt="0"/>
      <dgm:spPr/>
    </dgm:pt>
  </dgm:ptLst>
  <dgm:cxnLst>
    <dgm:cxn modelId="{74934700-7DBB-426F-933D-B84FECAC8727}" type="presOf" srcId="{EFCDB252-1DC4-4C0A-AA5C-A0F67397EDB1}" destId="{19B26073-263F-4A7C-9336-23AEB476EAA2}" srcOrd="0" destOrd="0" presId="urn:microsoft.com/office/officeart/2017/3/layout/DropPinTimeline"/>
    <dgm:cxn modelId="{1712FB01-B92E-4C28-BA31-7B4880F291DC}" type="presOf" srcId="{9D65A53D-5E46-41B9-9962-C57090EDD05D}" destId="{9BE249FC-FEB8-458E-9F2A-8BA94CAF6A21}" srcOrd="0" destOrd="0" presId="urn:microsoft.com/office/officeart/2017/3/layout/DropPinTimeline"/>
    <dgm:cxn modelId="{B2504544-35D8-4601-BB26-C3B423029382}" type="presOf" srcId="{1629A6FD-C319-4B22-BB6E-3A10226F873D}" destId="{BB61F93A-1F95-4221-85EF-6B4A27053DA5}" srcOrd="0" destOrd="0" presId="urn:microsoft.com/office/officeart/2017/3/layout/DropPinTimeline"/>
    <dgm:cxn modelId="{6492E344-E2BD-4436-A4A4-7643F98E4008}" type="presOf" srcId="{D2222FBF-E3D8-463B-AFA7-930BCF620F4D}" destId="{C31C3C05-BB1C-4B36-8D4B-B831C4CBDB72}" srcOrd="0" destOrd="0" presId="urn:microsoft.com/office/officeart/2017/3/layout/DropPinTimeline"/>
    <dgm:cxn modelId="{FA178950-32C9-4CFA-B93E-80662E578CBF}" srcId="{D2222FBF-E3D8-463B-AFA7-930BCF620F4D}" destId="{E724E013-66C7-427D-8381-B6A05326D6B1}" srcOrd="1" destOrd="0" parTransId="{716CA287-DC34-4B45-A9F9-4B376A9F280A}" sibTransId="{07547571-82F2-4017-9301-4C695BAF44BD}"/>
    <dgm:cxn modelId="{F6E274AA-1EF8-4C26-AE3D-1A1B6A75DF19}" srcId="{D2222FBF-E3D8-463B-AFA7-930BCF620F4D}" destId="{9D65A53D-5E46-41B9-9962-C57090EDD05D}" srcOrd="3" destOrd="0" parTransId="{9F7C6084-41B4-477A-A9D8-5B369A8C1132}" sibTransId="{8E9F5412-1536-4096-BFC3-F4E80E9DDC59}"/>
    <dgm:cxn modelId="{1EED93B2-EB16-420B-9EBC-71CA02F9AD6F}" type="presOf" srcId="{E724E013-66C7-427D-8381-B6A05326D6B1}" destId="{18A604E2-BC8E-473A-9512-2EEA1363362B}" srcOrd="0" destOrd="0" presId="urn:microsoft.com/office/officeart/2017/3/layout/DropPinTimeline"/>
    <dgm:cxn modelId="{256DE5B5-9D44-4EE8-BC0F-63A749EA4A0E}" srcId="{D2222FBF-E3D8-463B-AFA7-930BCF620F4D}" destId="{1629A6FD-C319-4B22-BB6E-3A10226F873D}" srcOrd="0" destOrd="0" parTransId="{7F65D26D-B654-4EA2-B172-B889CCCD85A8}" sibTransId="{C6A79B46-99F1-4F1B-85B2-9D93A07E87E2}"/>
    <dgm:cxn modelId="{B2FD3CBD-512C-4A10-B583-953E24A51764}" type="presOf" srcId="{47FE56EA-A125-4508-97EC-B5D7A0C5701F}" destId="{9CF94F6D-4185-4865-8D2F-1F9ED672320A}" srcOrd="0" destOrd="0" presId="urn:microsoft.com/office/officeart/2017/3/layout/DropPinTimeline"/>
    <dgm:cxn modelId="{99AD51BD-40DF-4F63-9E6F-03ABB3A768DE}" srcId="{D2222FBF-E3D8-463B-AFA7-930BCF620F4D}" destId="{EFCDB252-1DC4-4C0A-AA5C-A0F67397EDB1}" srcOrd="4" destOrd="0" parTransId="{24B6C7BE-60E2-403E-9CE8-E465A26B0CAA}" sibTransId="{63852F51-05BD-4A5F-9729-FC25935EA3D2}"/>
    <dgm:cxn modelId="{08D58CF4-0944-46BB-B880-3761D6B5D965}" srcId="{D2222FBF-E3D8-463B-AFA7-930BCF620F4D}" destId="{47FE56EA-A125-4508-97EC-B5D7A0C5701F}" srcOrd="2" destOrd="0" parTransId="{1F7F897F-3F1B-4FBD-8220-63D552E56FC9}" sibTransId="{CBF3E0B6-50B8-434C-8DC4-DC20071C50D1}"/>
    <dgm:cxn modelId="{9282BA5C-5B14-4173-B69D-8DD920EBBFE4}" type="presParOf" srcId="{C31C3C05-BB1C-4B36-8D4B-B831C4CBDB72}" destId="{7D79E737-CE37-4CEC-B9C5-EDC8B385C298}" srcOrd="0" destOrd="0" presId="urn:microsoft.com/office/officeart/2017/3/layout/DropPinTimeline"/>
    <dgm:cxn modelId="{C2794C20-9553-4E63-8766-8138F9395624}" type="presParOf" srcId="{C31C3C05-BB1C-4B36-8D4B-B831C4CBDB72}" destId="{90E869E1-5991-41A9-8C11-F6EC1CD241AC}" srcOrd="1" destOrd="0" presId="urn:microsoft.com/office/officeart/2017/3/layout/DropPinTimeline"/>
    <dgm:cxn modelId="{2064E38B-987E-4A09-8BD3-CE2A4EF7D031}" type="presParOf" srcId="{90E869E1-5991-41A9-8C11-F6EC1CD241AC}" destId="{6AD85CD6-39CA-4838-B3BC-20C209BF4DDA}" srcOrd="0" destOrd="0" presId="urn:microsoft.com/office/officeart/2017/3/layout/DropPinTimeline"/>
    <dgm:cxn modelId="{3EBCAA42-D2C4-4FB5-9AE7-76F726DB9C46}" type="presParOf" srcId="{6AD85CD6-39CA-4838-B3BC-20C209BF4DDA}" destId="{24C1191C-B6B3-447D-A5C5-FD303C3EE2E1}" srcOrd="0" destOrd="0" presId="urn:microsoft.com/office/officeart/2017/3/layout/DropPinTimeline"/>
    <dgm:cxn modelId="{DADB3FFF-F412-4056-A11D-F42ED4DE3DE9}" type="presParOf" srcId="{6AD85CD6-39CA-4838-B3BC-20C209BF4DDA}" destId="{4E79C616-986B-4244-9A60-145B82FD46EE}" srcOrd="1" destOrd="0" presId="urn:microsoft.com/office/officeart/2017/3/layout/DropPinTimeline"/>
    <dgm:cxn modelId="{582F46B7-8BE6-4C31-ABF2-368A160B5211}" type="presParOf" srcId="{4E79C616-986B-4244-9A60-145B82FD46EE}" destId="{3FCF8DD3-E5EA-4A60-B3F3-510B9B48F705}" srcOrd="0" destOrd="0" presId="urn:microsoft.com/office/officeart/2017/3/layout/DropPinTimeline"/>
    <dgm:cxn modelId="{84A61CED-E2E5-4497-8DAC-B00ED802E85C}" type="presParOf" srcId="{4E79C616-986B-4244-9A60-145B82FD46EE}" destId="{118F3459-27AC-4537-8B91-2B19EC3F50B6}" srcOrd="1" destOrd="0" presId="urn:microsoft.com/office/officeart/2017/3/layout/DropPinTimeline"/>
    <dgm:cxn modelId="{FFFCD007-EA35-4564-A114-CF89335EF2C8}" type="presParOf" srcId="{6AD85CD6-39CA-4838-B3BC-20C209BF4DDA}" destId="{95EF88AE-0807-40C7-9FFD-919D63EBA2EA}" srcOrd="2" destOrd="0" presId="urn:microsoft.com/office/officeart/2017/3/layout/DropPinTimeline"/>
    <dgm:cxn modelId="{776EA041-344F-405C-958C-E9742026D4E5}" type="presParOf" srcId="{6AD85CD6-39CA-4838-B3BC-20C209BF4DDA}" destId="{BB61F93A-1F95-4221-85EF-6B4A27053DA5}" srcOrd="3" destOrd="0" presId="urn:microsoft.com/office/officeart/2017/3/layout/DropPinTimeline"/>
    <dgm:cxn modelId="{9D31F145-E3E6-410F-A44D-1269F1124ECD}" type="presParOf" srcId="{6AD85CD6-39CA-4838-B3BC-20C209BF4DDA}" destId="{8A339F57-C172-4544-8039-ECCD29336B48}" srcOrd="4" destOrd="0" presId="urn:microsoft.com/office/officeart/2017/3/layout/DropPinTimeline"/>
    <dgm:cxn modelId="{D0584AF2-683D-4508-A716-41B58AC8E9A6}" type="presParOf" srcId="{6AD85CD6-39CA-4838-B3BC-20C209BF4DDA}" destId="{ECB079FC-2900-45CE-9715-4480CC4AEB9A}" srcOrd="5" destOrd="0" presId="urn:microsoft.com/office/officeart/2017/3/layout/DropPinTimeline"/>
    <dgm:cxn modelId="{2BCF2217-24F7-4D2A-A9C8-88C4E0159FC5}" type="presParOf" srcId="{90E869E1-5991-41A9-8C11-F6EC1CD241AC}" destId="{83C25167-5FF4-4AD1-AAB3-C48299D5F6F8}" srcOrd="1" destOrd="0" presId="urn:microsoft.com/office/officeart/2017/3/layout/DropPinTimeline"/>
    <dgm:cxn modelId="{31F0B895-BDD5-4941-A838-60B132F8F979}" type="presParOf" srcId="{90E869E1-5991-41A9-8C11-F6EC1CD241AC}" destId="{4000C95B-A8FB-4D71-BAD6-777DDB2D4365}" srcOrd="2" destOrd="0" presId="urn:microsoft.com/office/officeart/2017/3/layout/DropPinTimeline"/>
    <dgm:cxn modelId="{62A46B19-74F6-4000-AF1C-EED07C2F7240}" type="presParOf" srcId="{4000C95B-A8FB-4D71-BAD6-777DDB2D4365}" destId="{35C6E4CE-FD41-450C-AB8A-69E4D29C6F3F}" srcOrd="0" destOrd="0" presId="urn:microsoft.com/office/officeart/2017/3/layout/DropPinTimeline"/>
    <dgm:cxn modelId="{4BA0EF41-97AB-4D58-AE6C-5845ABDC4BF0}" type="presParOf" srcId="{4000C95B-A8FB-4D71-BAD6-777DDB2D4365}" destId="{C8CBAD55-DC27-48D8-9F4F-26107A43532D}" srcOrd="1" destOrd="0" presId="urn:microsoft.com/office/officeart/2017/3/layout/DropPinTimeline"/>
    <dgm:cxn modelId="{7735E176-E05E-4E80-A97B-C5E0A57E6181}" type="presParOf" srcId="{C8CBAD55-DC27-48D8-9F4F-26107A43532D}" destId="{3D8AE118-B50C-4C57-9DDF-C2BDC362A55F}" srcOrd="0" destOrd="0" presId="urn:microsoft.com/office/officeart/2017/3/layout/DropPinTimeline"/>
    <dgm:cxn modelId="{73332946-18EC-4569-8A5F-D42604D966B9}" type="presParOf" srcId="{C8CBAD55-DC27-48D8-9F4F-26107A43532D}" destId="{C29D286A-AC7B-4BB5-9709-15528B6C7660}" srcOrd="1" destOrd="0" presId="urn:microsoft.com/office/officeart/2017/3/layout/DropPinTimeline"/>
    <dgm:cxn modelId="{A2EBCDBB-9703-4C84-80A4-572D1B1FA2C7}" type="presParOf" srcId="{4000C95B-A8FB-4D71-BAD6-777DDB2D4365}" destId="{A57561BD-F2E4-472B-BDCC-A0E2B744FDB2}" srcOrd="2" destOrd="0" presId="urn:microsoft.com/office/officeart/2017/3/layout/DropPinTimeline"/>
    <dgm:cxn modelId="{3D2E7349-2A8F-44FC-92DA-13A0BA8896FB}" type="presParOf" srcId="{4000C95B-A8FB-4D71-BAD6-777DDB2D4365}" destId="{18A604E2-BC8E-473A-9512-2EEA1363362B}" srcOrd="3" destOrd="0" presId="urn:microsoft.com/office/officeart/2017/3/layout/DropPinTimeline"/>
    <dgm:cxn modelId="{FE21254F-33D4-4026-AAE4-AFB337C17FE4}" type="presParOf" srcId="{4000C95B-A8FB-4D71-BAD6-777DDB2D4365}" destId="{1E5F3FCE-2E70-4C96-8039-2252A73C4663}" srcOrd="4" destOrd="0" presId="urn:microsoft.com/office/officeart/2017/3/layout/DropPinTimeline"/>
    <dgm:cxn modelId="{F7F1FB9C-8A43-4FB5-8381-BF7406EA65EC}" type="presParOf" srcId="{4000C95B-A8FB-4D71-BAD6-777DDB2D4365}" destId="{18662C1A-084D-46CD-A555-FF589842EC86}" srcOrd="5" destOrd="0" presId="urn:microsoft.com/office/officeart/2017/3/layout/DropPinTimeline"/>
    <dgm:cxn modelId="{5F7669E5-8863-4371-8EE1-880EC116709D}" type="presParOf" srcId="{90E869E1-5991-41A9-8C11-F6EC1CD241AC}" destId="{E816F6D2-5696-48A8-9CC7-2F57C39797E7}" srcOrd="3" destOrd="0" presId="urn:microsoft.com/office/officeart/2017/3/layout/DropPinTimeline"/>
    <dgm:cxn modelId="{985BAFB5-9F77-4D3E-8572-30343F71E377}" type="presParOf" srcId="{90E869E1-5991-41A9-8C11-F6EC1CD241AC}" destId="{52AB32D5-44B6-47C5-9907-1DA0BDBDA613}" srcOrd="4" destOrd="0" presId="urn:microsoft.com/office/officeart/2017/3/layout/DropPinTimeline"/>
    <dgm:cxn modelId="{F9C76647-6516-4730-B26A-680B7FEA7B8D}" type="presParOf" srcId="{52AB32D5-44B6-47C5-9907-1DA0BDBDA613}" destId="{8DEB5B09-ED39-42EE-BE77-1C92D0CFABDF}" srcOrd="0" destOrd="0" presId="urn:microsoft.com/office/officeart/2017/3/layout/DropPinTimeline"/>
    <dgm:cxn modelId="{52F1A9AD-D15B-457E-B0A4-115FF277A1CF}" type="presParOf" srcId="{52AB32D5-44B6-47C5-9907-1DA0BDBDA613}" destId="{54FF7532-5038-4288-B4F9-501EB0D6ACF7}" srcOrd="1" destOrd="0" presId="urn:microsoft.com/office/officeart/2017/3/layout/DropPinTimeline"/>
    <dgm:cxn modelId="{96FE622F-165C-4382-9528-137ED8769D28}" type="presParOf" srcId="{54FF7532-5038-4288-B4F9-501EB0D6ACF7}" destId="{2F2239C9-A712-4400-A35B-2A4472F345CD}" srcOrd="0" destOrd="0" presId="urn:microsoft.com/office/officeart/2017/3/layout/DropPinTimeline"/>
    <dgm:cxn modelId="{03E3EB42-7AEF-473B-B264-CA14B485660D}" type="presParOf" srcId="{54FF7532-5038-4288-B4F9-501EB0D6ACF7}" destId="{BB4F6E1E-90EF-4E1F-A5AB-7556FAFF5FFB}" srcOrd="1" destOrd="0" presId="urn:microsoft.com/office/officeart/2017/3/layout/DropPinTimeline"/>
    <dgm:cxn modelId="{9134FA16-ED22-4D2C-8810-6BD136AC7F56}" type="presParOf" srcId="{52AB32D5-44B6-47C5-9907-1DA0BDBDA613}" destId="{836562B9-D79F-4CEA-A73B-06D3299CF8C2}" srcOrd="2" destOrd="0" presId="urn:microsoft.com/office/officeart/2017/3/layout/DropPinTimeline"/>
    <dgm:cxn modelId="{5EBFC53E-773D-43DD-B1CE-6F6C110DCED8}" type="presParOf" srcId="{52AB32D5-44B6-47C5-9907-1DA0BDBDA613}" destId="{9CF94F6D-4185-4865-8D2F-1F9ED672320A}" srcOrd="3" destOrd="0" presId="urn:microsoft.com/office/officeart/2017/3/layout/DropPinTimeline"/>
    <dgm:cxn modelId="{F8AC9F86-8441-4EB5-8241-D98E3B99FA6B}" type="presParOf" srcId="{52AB32D5-44B6-47C5-9907-1DA0BDBDA613}" destId="{D44234D0-2E41-4CD8-8425-68EED34A0231}" srcOrd="4" destOrd="0" presId="urn:microsoft.com/office/officeart/2017/3/layout/DropPinTimeline"/>
    <dgm:cxn modelId="{9FB8582F-8452-49E0-AB11-1F3CAB6A9208}" type="presParOf" srcId="{52AB32D5-44B6-47C5-9907-1DA0BDBDA613}" destId="{B5FA8258-CE24-4D55-A660-D44A548A7BB4}" srcOrd="5" destOrd="0" presId="urn:microsoft.com/office/officeart/2017/3/layout/DropPinTimeline"/>
    <dgm:cxn modelId="{3B9B8348-455F-41E9-A498-E165635EEDC5}" type="presParOf" srcId="{90E869E1-5991-41A9-8C11-F6EC1CD241AC}" destId="{50541BFE-3BB2-4857-9D40-72FAAB79CE9A}" srcOrd="5" destOrd="0" presId="urn:microsoft.com/office/officeart/2017/3/layout/DropPinTimeline"/>
    <dgm:cxn modelId="{81A5C498-F607-4991-9D71-B76B8FDE0E32}" type="presParOf" srcId="{90E869E1-5991-41A9-8C11-F6EC1CD241AC}" destId="{62F7E04F-428C-47D7-9DEE-B0D003B7A7E5}" srcOrd="6" destOrd="0" presId="urn:microsoft.com/office/officeart/2017/3/layout/DropPinTimeline"/>
    <dgm:cxn modelId="{619B31EC-DDFF-4154-9B5C-EECAB287E3E0}" type="presParOf" srcId="{62F7E04F-428C-47D7-9DEE-B0D003B7A7E5}" destId="{84D1602A-BA6B-440A-B0D5-72C8C54C46C5}" srcOrd="0" destOrd="0" presId="urn:microsoft.com/office/officeart/2017/3/layout/DropPinTimeline"/>
    <dgm:cxn modelId="{722264CA-4310-4667-8B45-EF4FF211C882}" type="presParOf" srcId="{62F7E04F-428C-47D7-9DEE-B0D003B7A7E5}" destId="{D3E29E2E-733C-40EF-A60B-3CC6B0927484}" srcOrd="1" destOrd="0" presId="urn:microsoft.com/office/officeart/2017/3/layout/DropPinTimeline"/>
    <dgm:cxn modelId="{74BC069C-053B-4299-86DA-5BE86F188836}" type="presParOf" srcId="{D3E29E2E-733C-40EF-A60B-3CC6B0927484}" destId="{AB4796FC-D736-4A54-8997-F01C41CF3567}" srcOrd="0" destOrd="0" presId="urn:microsoft.com/office/officeart/2017/3/layout/DropPinTimeline"/>
    <dgm:cxn modelId="{B9B72B5D-7391-44E4-88FB-9B100D045ADD}" type="presParOf" srcId="{D3E29E2E-733C-40EF-A60B-3CC6B0927484}" destId="{60155F93-5871-41A7-B865-50D72FB92EC5}" srcOrd="1" destOrd="0" presId="urn:microsoft.com/office/officeart/2017/3/layout/DropPinTimeline"/>
    <dgm:cxn modelId="{2975F6B8-12D8-4DDA-BEF7-7CE4E4B0CB6D}" type="presParOf" srcId="{62F7E04F-428C-47D7-9DEE-B0D003B7A7E5}" destId="{58A69639-EA7A-4A22-B15E-320F503CBECA}" srcOrd="2" destOrd="0" presId="urn:microsoft.com/office/officeart/2017/3/layout/DropPinTimeline"/>
    <dgm:cxn modelId="{4CEFEE97-E0E2-4741-B9D0-2E2B8D66C739}" type="presParOf" srcId="{62F7E04F-428C-47D7-9DEE-B0D003B7A7E5}" destId="{9BE249FC-FEB8-458E-9F2A-8BA94CAF6A21}" srcOrd="3" destOrd="0" presId="urn:microsoft.com/office/officeart/2017/3/layout/DropPinTimeline"/>
    <dgm:cxn modelId="{0FAFBC9C-595C-419F-9B5F-F7B76531E850}" type="presParOf" srcId="{62F7E04F-428C-47D7-9DEE-B0D003B7A7E5}" destId="{411F3D47-FE88-45FE-89E2-E17DB3FA6D24}" srcOrd="4" destOrd="0" presId="urn:microsoft.com/office/officeart/2017/3/layout/DropPinTimeline"/>
    <dgm:cxn modelId="{5D016A5C-5AC5-4C1D-80B7-ABF5DDD035FA}" type="presParOf" srcId="{62F7E04F-428C-47D7-9DEE-B0D003B7A7E5}" destId="{D0E58138-512C-4122-A8D0-5A7D37228952}" srcOrd="5" destOrd="0" presId="urn:microsoft.com/office/officeart/2017/3/layout/DropPinTimeline"/>
    <dgm:cxn modelId="{292BDBA6-DD8A-46D2-96F4-E79EAF30E0E3}" type="presParOf" srcId="{90E869E1-5991-41A9-8C11-F6EC1CD241AC}" destId="{CAD36635-DDCD-47A1-9A26-9C483D72C718}" srcOrd="7" destOrd="0" presId="urn:microsoft.com/office/officeart/2017/3/layout/DropPinTimeline"/>
    <dgm:cxn modelId="{E34D5088-A355-4A66-B2B7-96CE88938847}" type="presParOf" srcId="{90E869E1-5991-41A9-8C11-F6EC1CD241AC}" destId="{B1486059-3E94-41ED-B899-8B4D293C77AD}" srcOrd="8" destOrd="0" presId="urn:microsoft.com/office/officeart/2017/3/layout/DropPinTimeline"/>
    <dgm:cxn modelId="{E6673AAA-E992-4587-B269-ABB2D08E81F5}" type="presParOf" srcId="{B1486059-3E94-41ED-B899-8B4D293C77AD}" destId="{432BDA3D-70D6-4730-AF4C-9D7C343D75FB}" srcOrd="0" destOrd="0" presId="urn:microsoft.com/office/officeart/2017/3/layout/DropPinTimeline"/>
    <dgm:cxn modelId="{2ECF57BD-04EF-48CD-8F9A-1BB5952584AD}" type="presParOf" srcId="{B1486059-3E94-41ED-B899-8B4D293C77AD}" destId="{636FAA83-D18F-42DB-8F75-CBA7085E5456}" srcOrd="1" destOrd="0" presId="urn:microsoft.com/office/officeart/2017/3/layout/DropPinTimeline"/>
    <dgm:cxn modelId="{A8340814-ECC7-49E0-8052-87E4631C2FC2}" type="presParOf" srcId="{636FAA83-D18F-42DB-8F75-CBA7085E5456}" destId="{AB6A9A53-A01A-41C5-A303-F4962E7F5B4F}" srcOrd="0" destOrd="0" presId="urn:microsoft.com/office/officeart/2017/3/layout/DropPinTimeline"/>
    <dgm:cxn modelId="{79017B45-35C2-4634-A67E-3976C9A72ECC}" type="presParOf" srcId="{636FAA83-D18F-42DB-8F75-CBA7085E5456}" destId="{5E3E8DF9-AA95-4D6E-96C8-342A2FDE2565}" srcOrd="1" destOrd="0" presId="urn:microsoft.com/office/officeart/2017/3/layout/DropPinTimeline"/>
    <dgm:cxn modelId="{C7BF9709-A229-4BB5-91C9-280E10E41C87}" type="presParOf" srcId="{B1486059-3E94-41ED-B899-8B4D293C77AD}" destId="{95E73AE4-25E7-4070-B6DF-376354DFF7DA}" srcOrd="2" destOrd="0" presId="urn:microsoft.com/office/officeart/2017/3/layout/DropPinTimeline"/>
    <dgm:cxn modelId="{B69D98D4-A796-43EB-AAF3-9AAE4E04D52D}" type="presParOf" srcId="{B1486059-3E94-41ED-B899-8B4D293C77AD}" destId="{19B26073-263F-4A7C-9336-23AEB476EAA2}" srcOrd="3" destOrd="0" presId="urn:microsoft.com/office/officeart/2017/3/layout/DropPinTimeline"/>
    <dgm:cxn modelId="{ED9CDC37-B1C6-44B3-9AA6-8C207C6C95F4}" type="presParOf" srcId="{B1486059-3E94-41ED-B899-8B4D293C77AD}" destId="{BBA98C23-DFC0-474F-A54A-E77B4873376E}" srcOrd="4" destOrd="0" presId="urn:microsoft.com/office/officeart/2017/3/layout/DropPinTimeline"/>
    <dgm:cxn modelId="{A24F863C-CA45-4838-A99B-828E62D8AC49}" type="presParOf" srcId="{B1486059-3E94-41ED-B899-8B4D293C77AD}" destId="{20C89CA0-DBAA-4C3F-B55C-754F3236F554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2222FBF-E3D8-463B-AFA7-930BCF620F4D}" type="doc">
      <dgm:prSet loTypeId="urn:microsoft.com/office/officeart/2017/3/layout/DropPinTimeline" loCatId="timelin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629A6FD-C319-4B22-BB6E-3A10226F873D}">
      <dgm:prSet phldrT="[Text]" phldr="0"/>
      <dgm:spPr/>
      <dgm:t>
        <a:bodyPr/>
        <a:lstStyle/>
        <a:p>
          <a:pPr>
            <a:defRPr b="1"/>
          </a:pPr>
          <a:r>
            <a:rPr lang="en-US" dirty="0">
              <a:latin typeface="Calibri Light" panose="020F0302020204030204"/>
            </a:rPr>
            <a:t>Customer B: reads the blog post, signs-up for email</a:t>
          </a:r>
          <a:endParaRPr lang="en-US" dirty="0"/>
        </a:p>
      </dgm:t>
    </dgm:pt>
    <dgm:pt modelId="{7F65D26D-B654-4EA2-B172-B889CCCD85A8}" type="parTrans" cxnId="{256DE5B5-9D44-4EE8-BC0F-63A749EA4A0E}">
      <dgm:prSet/>
      <dgm:spPr/>
      <dgm:t>
        <a:bodyPr/>
        <a:lstStyle/>
        <a:p>
          <a:endParaRPr lang="en-US"/>
        </a:p>
      </dgm:t>
    </dgm:pt>
    <dgm:pt modelId="{C6A79B46-99F1-4F1B-85B2-9D93A07E87E2}" type="sibTrans" cxnId="{256DE5B5-9D44-4EE8-BC0F-63A749EA4A0E}">
      <dgm:prSet/>
      <dgm:spPr/>
      <dgm:t>
        <a:bodyPr/>
        <a:lstStyle/>
        <a:p>
          <a:endParaRPr lang="en-US"/>
        </a:p>
      </dgm:t>
    </dgm:pt>
    <dgm:pt modelId="{E724E013-66C7-427D-8381-B6A05326D6B1}">
      <dgm:prSet phldrT="[Text]" phldr="0"/>
      <dgm:spPr/>
      <dgm:t>
        <a:bodyPr/>
        <a:lstStyle/>
        <a:p>
          <a:pPr>
            <a:defRPr b="1"/>
          </a:pPr>
          <a:r>
            <a:rPr lang="en-US" dirty="0">
              <a:latin typeface="Calibri Light" panose="020F0302020204030204"/>
            </a:rPr>
            <a:t>Customer B receives nurture (free) content</a:t>
          </a:r>
          <a:endParaRPr lang="en-US" dirty="0"/>
        </a:p>
      </dgm:t>
    </dgm:pt>
    <dgm:pt modelId="{716CA287-DC34-4B45-A9F9-4B376A9F280A}" type="parTrans" cxnId="{FA178950-32C9-4CFA-B93E-80662E578CBF}">
      <dgm:prSet/>
      <dgm:spPr/>
      <dgm:t>
        <a:bodyPr/>
        <a:lstStyle/>
        <a:p>
          <a:endParaRPr lang="en-US"/>
        </a:p>
      </dgm:t>
    </dgm:pt>
    <dgm:pt modelId="{07547571-82F2-4017-9301-4C695BAF44BD}" type="sibTrans" cxnId="{FA178950-32C9-4CFA-B93E-80662E578CBF}">
      <dgm:prSet/>
      <dgm:spPr/>
      <dgm:t>
        <a:bodyPr/>
        <a:lstStyle/>
        <a:p>
          <a:endParaRPr lang="en-US"/>
        </a:p>
      </dgm:t>
    </dgm:pt>
    <dgm:pt modelId="{47FE56EA-A125-4508-97EC-B5D7A0C5701F}">
      <dgm:prSet phldrT="[Text]" phldr="0"/>
      <dgm:spPr/>
      <dgm:t>
        <a:bodyPr/>
        <a:lstStyle/>
        <a:p>
          <a:pPr>
            <a:defRPr b="1"/>
          </a:pPr>
          <a:r>
            <a:rPr lang="en-US" dirty="0">
              <a:latin typeface="Calibri Light" panose="020F0302020204030204"/>
            </a:rPr>
            <a:t>Customer B does not convert</a:t>
          </a:r>
          <a:endParaRPr lang="en-US" dirty="0"/>
        </a:p>
      </dgm:t>
    </dgm:pt>
    <dgm:pt modelId="{1F7F897F-3F1B-4FBD-8220-63D552E56FC9}" type="parTrans" cxnId="{08D58CF4-0944-46BB-B880-3761D6B5D965}">
      <dgm:prSet/>
      <dgm:spPr/>
      <dgm:t>
        <a:bodyPr/>
        <a:lstStyle/>
        <a:p>
          <a:endParaRPr lang="en-US"/>
        </a:p>
      </dgm:t>
    </dgm:pt>
    <dgm:pt modelId="{CBF3E0B6-50B8-434C-8DC4-DC20071C50D1}" type="sibTrans" cxnId="{08D58CF4-0944-46BB-B880-3761D6B5D965}">
      <dgm:prSet/>
      <dgm:spPr/>
      <dgm:t>
        <a:bodyPr/>
        <a:lstStyle/>
        <a:p>
          <a:endParaRPr lang="en-US"/>
        </a:p>
      </dgm:t>
    </dgm:pt>
    <dgm:pt modelId="{9D65A53D-5E46-41B9-9962-C57090EDD05D}">
      <dgm:prSet phldr="0"/>
      <dgm:spPr/>
      <dgm:t>
        <a:bodyPr/>
        <a:lstStyle/>
        <a:p>
          <a:pPr>
            <a:defRPr b="1"/>
          </a:pPr>
          <a:r>
            <a:rPr lang="en-US" b="0" dirty="0">
              <a:latin typeface="Calibri Light" panose="020F0302020204030204"/>
            </a:rPr>
            <a:t>Customer B sees another blogpost via organic search</a:t>
          </a:r>
          <a:endParaRPr lang="en-US" dirty="0">
            <a:latin typeface="Calibri Light" panose="020F0302020204030204"/>
          </a:endParaRPr>
        </a:p>
      </dgm:t>
    </dgm:pt>
    <dgm:pt modelId="{9F7C6084-41B4-477A-A9D8-5B369A8C1132}" type="parTrans" cxnId="{F6E274AA-1EF8-4C26-AE3D-1A1B6A75DF19}">
      <dgm:prSet/>
      <dgm:spPr/>
    </dgm:pt>
    <dgm:pt modelId="{8E9F5412-1536-4096-BFC3-F4E80E9DDC59}" type="sibTrans" cxnId="{F6E274AA-1EF8-4C26-AE3D-1A1B6A75DF19}">
      <dgm:prSet/>
      <dgm:spPr/>
    </dgm:pt>
    <dgm:pt modelId="{EFCDB252-1DC4-4C0A-AA5C-A0F67397EDB1}">
      <dgm:prSet phldr="0"/>
      <dgm:spPr/>
      <dgm:t>
        <a:bodyPr/>
        <a:lstStyle/>
        <a:p>
          <a:pPr>
            <a:defRPr b="1"/>
          </a:pPr>
          <a:r>
            <a:rPr lang="en-US" b="0" dirty="0">
              <a:latin typeface="Calibri Light" panose="020F0302020204030204"/>
            </a:rPr>
            <a:t>Customer B converts</a:t>
          </a:r>
        </a:p>
      </dgm:t>
    </dgm:pt>
    <dgm:pt modelId="{24B6C7BE-60E2-403E-9CE8-E465A26B0CAA}" type="parTrans" cxnId="{99AD51BD-40DF-4F63-9E6F-03ABB3A768DE}">
      <dgm:prSet/>
      <dgm:spPr/>
    </dgm:pt>
    <dgm:pt modelId="{63852F51-05BD-4A5F-9729-FC25935EA3D2}" type="sibTrans" cxnId="{99AD51BD-40DF-4F63-9E6F-03ABB3A768DE}">
      <dgm:prSet/>
      <dgm:spPr/>
    </dgm:pt>
    <dgm:pt modelId="{C31C3C05-BB1C-4B36-8D4B-B831C4CBDB72}" type="pres">
      <dgm:prSet presAssocID="{D2222FBF-E3D8-463B-AFA7-930BCF620F4D}" presName="root" presStyleCnt="0">
        <dgm:presLayoutVars>
          <dgm:chMax/>
          <dgm:chPref/>
          <dgm:animLvl val="lvl"/>
        </dgm:presLayoutVars>
      </dgm:prSet>
      <dgm:spPr/>
    </dgm:pt>
    <dgm:pt modelId="{7D79E737-CE37-4CEC-B9C5-EDC8B385C298}" type="pres">
      <dgm:prSet presAssocID="{D2222FBF-E3D8-463B-AFA7-930BCF620F4D}" presName="divider" presStyleLbl="fgAcc1" presStyleIdx="0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90E869E1-5991-41A9-8C11-F6EC1CD241AC}" type="pres">
      <dgm:prSet presAssocID="{D2222FBF-E3D8-463B-AFA7-930BCF620F4D}" presName="nodes" presStyleCnt="0">
        <dgm:presLayoutVars>
          <dgm:chMax/>
          <dgm:chPref/>
          <dgm:animLvl val="lvl"/>
        </dgm:presLayoutVars>
      </dgm:prSet>
      <dgm:spPr/>
    </dgm:pt>
    <dgm:pt modelId="{6AD85CD6-39CA-4838-B3BC-20C209BF4DDA}" type="pres">
      <dgm:prSet presAssocID="{1629A6FD-C319-4B22-BB6E-3A10226F873D}" presName="composite" presStyleCnt="0"/>
      <dgm:spPr/>
    </dgm:pt>
    <dgm:pt modelId="{24C1191C-B6B3-447D-A5C5-FD303C3EE2E1}" type="pres">
      <dgm:prSet presAssocID="{1629A6FD-C319-4B22-BB6E-3A10226F873D}" presName="ConnectorPoint" presStyleLbl="lnNode1" presStyleIdx="0" presStyleCnt="5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E79C616-986B-4244-9A60-145B82FD46EE}" type="pres">
      <dgm:prSet presAssocID="{1629A6FD-C319-4B22-BB6E-3A10226F873D}" presName="DropPinPlaceHolder" presStyleCnt="0"/>
      <dgm:spPr/>
    </dgm:pt>
    <dgm:pt modelId="{3FCF8DD3-E5EA-4A60-B3F3-510B9B48F705}" type="pres">
      <dgm:prSet presAssocID="{1629A6FD-C319-4B22-BB6E-3A10226F873D}" presName="DropPin" presStyleLbl="alignNode1" presStyleIdx="0" presStyleCnt="5"/>
      <dgm:spPr/>
    </dgm:pt>
    <dgm:pt modelId="{118F3459-27AC-4537-8B91-2B19EC3F50B6}" type="pres">
      <dgm:prSet presAssocID="{1629A6FD-C319-4B22-BB6E-3A10226F873D}" presName="Ellipse" presStyleLbl="fgAcc1" presStyleIdx="1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5EF88AE-0807-40C7-9FFD-919D63EBA2EA}" type="pres">
      <dgm:prSet presAssocID="{1629A6FD-C319-4B22-BB6E-3A10226F873D}" presName="L2TextContainer" presStyleLbl="revTx" presStyleIdx="0" presStyleCnt="10">
        <dgm:presLayoutVars>
          <dgm:bulletEnabled val="1"/>
        </dgm:presLayoutVars>
      </dgm:prSet>
      <dgm:spPr/>
    </dgm:pt>
    <dgm:pt modelId="{BB61F93A-1F95-4221-85EF-6B4A27053DA5}" type="pres">
      <dgm:prSet presAssocID="{1629A6FD-C319-4B22-BB6E-3A10226F873D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8A339F57-C172-4544-8039-ECCD29336B48}" type="pres">
      <dgm:prSet presAssocID="{1629A6FD-C319-4B22-BB6E-3A10226F873D}" presName="ConnectLine" presStyleLbl="sibTrans1D1" presStyleIdx="0" presStyleCnt="5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CB079FC-2900-45CE-9715-4480CC4AEB9A}" type="pres">
      <dgm:prSet presAssocID="{1629A6FD-C319-4B22-BB6E-3A10226F873D}" presName="EmptyPlaceHolder" presStyleCnt="0"/>
      <dgm:spPr/>
    </dgm:pt>
    <dgm:pt modelId="{83C25167-5FF4-4AD1-AAB3-C48299D5F6F8}" type="pres">
      <dgm:prSet presAssocID="{C6A79B46-99F1-4F1B-85B2-9D93A07E87E2}" presName="spaceBetweenRectangles" presStyleCnt="0"/>
      <dgm:spPr/>
    </dgm:pt>
    <dgm:pt modelId="{4000C95B-A8FB-4D71-BAD6-777DDB2D4365}" type="pres">
      <dgm:prSet presAssocID="{E724E013-66C7-427D-8381-B6A05326D6B1}" presName="composite" presStyleCnt="0"/>
      <dgm:spPr/>
    </dgm:pt>
    <dgm:pt modelId="{35C6E4CE-FD41-450C-AB8A-69E4D29C6F3F}" type="pres">
      <dgm:prSet presAssocID="{E724E013-66C7-427D-8381-B6A05326D6B1}" presName="ConnectorPoint" presStyleLbl="lnNode1" presStyleIdx="1" presStyleCnt="5"/>
      <dgm:spPr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8CBAD55-DC27-48D8-9F4F-26107A43532D}" type="pres">
      <dgm:prSet presAssocID="{E724E013-66C7-427D-8381-B6A05326D6B1}" presName="DropPinPlaceHolder" presStyleCnt="0"/>
      <dgm:spPr/>
    </dgm:pt>
    <dgm:pt modelId="{3D8AE118-B50C-4C57-9DDF-C2BDC362A55F}" type="pres">
      <dgm:prSet presAssocID="{E724E013-66C7-427D-8381-B6A05326D6B1}" presName="DropPin" presStyleLbl="alignNode1" presStyleIdx="1" presStyleCnt="5"/>
      <dgm:spPr/>
    </dgm:pt>
    <dgm:pt modelId="{C29D286A-AC7B-4BB5-9709-15528B6C7660}" type="pres">
      <dgm:prSet presAssocID="{E724E013-66C7-427D-8381-B6A05326D6B1}" presName="Ellipse" presStyleLbl="fgAcc1" presStyleIdx="2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A57561BD-F2E4-472B-BDCC-A0E2B744FDB2}" type="pres">
      <dgm:prSet presAssocID="{E724E013-66C7-427D-8381-B6A05326D6B1}" presName="L2TextContainer" presStyleLbl="revTx" presStyleIdx="2" presStyleCnt="10">
        <dgm:presLayoutVars>
          <dgm:bulletEnabled val="1"/>
        </dgm:presLayoutVars>
      </dgm:prSet>
      <dgm:spPr/>
    </dgm:pt>
    <dgm:pt modelId="{18A604E2-BC8E-473A-9512-2EEA1363362B}" type="pres">
      <dgm:prSet presAssocID="{E724E013-66C7-427D-8381-B6A05326D6B1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1E5F3FCE-2E70-4C96-8039-2252A73C4663}" type="pres">
      <dgm:prSet presAssocID="{E724E013-66C7-427D-8381-B6A05326D6B1}" presName="ConnectLine" presStyleLbl="sibTrans1D1" presStyleIdx="1" presStyleCnt="5"/>
      <dgm:spPr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8662C1A-084D-46CD-A555-FF589842EC86}" type="pres">
      <dgm:prSet presAssocID="{E724E013-66C7-427D-8381-B6A05326D6B1}" presName="EmptyPlaceHolder" presStyleCnt="0"/>
      <dgm:spPr/>
    </dgm:pt>
    <dgm:pt modelId="{E816F6D2-5696-48A8-9CC7-2F57C39797E7}" type="pres">
      <dgm:prSet presAssocID="{07547571-82F2-4017-9301-4C695BAF44BD}" presName="spaceBetweenRectangles" presStyleCnt="0"/>
      <dgm:spPr/>
    </dgm:pt>
    <dgm:pt modelId="{52AB32D5-44B6-47C5-9907-1DA0BDBDA613}" type="pres">
      <dgm:prSet presAssocID="{47FE56EA-A125-4508-97EC-B5D7A0C5701F}" presName="composite" presStyleCnt="0"/>
      <dgm:spPr/>
    </dgm:pt>
    <dgm:pt modelId="{8DEB5B09-ED39-42EE-BE77-1C92D0CFABDF}" type="pres">
      <dgm:prSet presAssocID="{47FE56EA-A125-4508-97EC-B5D7A0C5701F}" presName="ConnectorPoint" presStyleLbl="lnNode1" presStyleIdx="2" presStyleCnt="5"/>
      <dgm:spPr>
        <a:solidFill>
          <a:schemeClr val="accent4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4FF7532-5038-4288-B4F9-501EB0D6ACF7}" type="pres">
      <dgm:prSet presAssocID="{47FE56EA-A125-4508-97EC-B5D7A0C5701F}" presName="DropPinPlaceHolder" presStyleCnt="0"/>
      <dgm:spPr/>
    </dgm:pt>
    <dgm:pt modelId="{2F2239C9-A712-4400-A35B-2A4472F345CD}" type="pres">
      <dgm:prSet presAssocID="{47FE56EA-A125-4508-97EC-B5D7A0C5701F}" presName="DropPin" presStyleLbl="alignNode1" presStyleIdx="2" presStyleCnt="5"/>
      <dgm:spPr/>
    </dgm:pt>
    <dgm:pt modelId="{BB4F6E1E-90EF-4E1F-A5AB-7556FAFF5FFB}" type="pres">
      <dgm:prSet presAssocID="{47FE56EA-A125-4508-97EC-B5D7A0C5701F}" presName="Ellipse" presStyleLbl="fgAcc1" presStyleIdx="3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836562B9-D79F-4CEA-A73B-06D3299CF8C2}" type="pres">
      <dgm:prSet presAssocID="{47FE56EA-A125-4508-97EC-B5D7A0C5701F}" presName="L2TextContainer" presStyleLbl="revTx" presStyleIdx="4" presStyleCnt="10">
        <dgm:presLayoutVars>
          <dgm:bulletEnabled val="1"/>
        </dgm:presLayoutVars>
      </dgm:prSet>
      <dgm:spPr/>
    </dgm:pt>
    <dgm:pt modelId="{9CF94F6D-4185-4865-8D2F-1F9ED672320A}" type="pres">
      <dgm:prSet presAssocID="{47FE56EA-A125-4508-97EC-B5D7A0C5701F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D44234D0-2E41-4CD8-8425-68EED34A0231}" type="pres">
      <dgm:prSet presAssocID="{47FE56EA-A125-4508-97EC-B5D7A0C5701F}" presName="ConnectLine" presStyleLbl="sibTrans1D1" presStyleIdx="2" presStyleCnt="5"/>
      <dgm:spPr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B5FA8258-CE24-4D55-A660-D44A548A7BB4}" type="pres">
      <dgm:prSet presAssocID="{47FE56EA-A125-4508-97EC-B5D7A0C5701F}" presName="EmptyPlaceHolder" presStyleCnt="0"/>
      <dgm:spPr/>
    </dgm:pt>
    <dgm:pt modelId="{50541BFE-3BB2-4857-9D40-72FAAB79CE9A}" type="pres">
      <dgm:prSet presAssocID="{CBF3E0B6-50B8-434C-8DC4-DC20071C50D1}" presName="spaceBetweenRectangles" presStyleCnt="0"/>
      <dgm:spPr/>
    </dgm:pt>
    <dgm:pt modelId="{62F7E04F-428C-47D7-9DEE-B0D003B7A7E5}" type="pres">
      <dgm:prSet presAssocID="{9D65A53D-5E46-41B9-9962-C57090EDD05D}" presName="composite" presStyleCnt="0"/>
      <dgm:spPr/>
    </dgm:pt>
    <dgm:pt modelId="{84D1602A-BA6B-440A-B0D5-72C8C54C46C5}" type="pres">
      <dgm:prSet presAssocID="{9D65A53D-5E46-41B9-9962-C57090EDD05D}" presName="ConnectorPoint" presStyleLbl="lnNode1" presStyleIdx="3" presStyleCnt="5"/>
      <dgm:spPr>
        <a:solidFill>
          <a:schemeClr val="accent5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3E29E2E-733C-40EF-A60B-3CC6B0927484}" type="pres">
      <dgm:prSet presAssocID="{9D65A53D-5E46-41B9-9962-C57090EDD05D}" presName="DropPinPlaceHolder" presStyleCnt="0"/>
      <dgm:spPr/>
    </dgm:pt>
    <dgm:pt modelId="{AB4796FC-D736-4A54-8997-F01C41CF3567}" type="pres">
      <dgm:prSet presAssocID="{9D65A53D-5E46-41B9-9962-C57090EDD05D}" presName="DropPin" presStyleLbl="alignNode1" presStyleIdx="3" presStyleCnt="5"/>
      <dgm:spPr/>
    </dgm:pt>
    <dgm:pt modelId="{60155F93-5871-41A7-B865-50D72FB92EC5}" type="pres">
      <dgm:prSet presAssocID="{9D65A53D-5E46-41B9-9962-C57090EDD05D}" presName="Ellipse" presStyleLbl="fgAcc1" presStyleIdx="4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58A69639-EA7A-4A22-B15E-320F503CBECA}" type="pres">
      <dgm:prSet presAssocID="{9D65A53D-5E46-41B9-9962-C57090EDD05D}" presName="L2TextContainer" presStyleLbl="revTx" presStyleIdx="6" presStyleCnt="10">
        <dgm:presLayoutVars>
          <dgm:bulletEnabled val="1"/>
        </dgm:presLayoutVars>
      </dgm:prSet>
      <dgm:spPr/>
    </dgm:pt>
    <dgm:pt modelId="{9BE249FC-FEB8-458E-9F2A-8BA94CAF6A21}" type="pres">
      <dgm:prSet presAssocID="{9D65A53D-5E46-41B9-9962-C57090EDD05D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411F3D47-FE88-45FE-89E2-E17DB3FA6D24}" type="pres">
      <dgm:prSet presAssocID="{9D65A53D-5E46-41B9-9962-C57090EDD05D}" presName="ConnectLine" presStyleLbl="sibTrans1D1" presStyleIdx="3" presStyleCnt="5"/>
      <dgm:spPr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D0E58138-512C-4122-A8D0-5A7D37228952}" type="pres">
      <dgm:prSet presAssocID="{9D65A53D-5E46-41B9-9962-C57090EDD05D}" presName="EmptyPlaceHolder" presStyleCnt="0"/>
      <dgm:spPr/>
    </dgm:pt>
    <dgm:pt modelId="{CAD36635-DDCD-47A1-9A26-9C483D72C718}" type="pres">
      <dgm:prSet presAssocID="{8E9F5412-1536-4096-BFC3-F4E80E9DDC59}" presName="spaceBetweenRectangles" presStyleCnt="0"/>
      <dgm:spPr/>
    </dgm:pt>
    <dgm:pt modelId="{B1486059-3E94-41ED-B899-8B4D293C77AD}" type="pres">
      <dgm:prSet presAssocID="{EFCDB252-1DC4-4C0A-AA5C-A0F67397EDB1}" presName="composite" presStyleCnt="0"/>
      <dgm:spPr/>
    </dgm:pt>
    <dgm:pt modelId="{432BDA3D-70D6-4730-AF4C-9D7C343D75FB}" type="pres">
      <dgm:prSet presAssocID="{EFCDB252-1DC4-4C0A-AA5C-A0F67397EDB1}" presName="ConnectorPoint" presStyleLbl="lnNode1" presStyleIdx="4" presStyleCnt="5"/>
      <dgm:spPr>
        <a:solidFill>
          <a:schemeClr val="accent6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36FAA83-D18F-42DB-8F75-CBA7085E5456}" type="pres">
      <dgm:prSet presAssocID="{EFCDB252-1DC4-4C0A-AA5C-A0F67397EDB1}" presName="DropPinPlaceHolder" presStyleCnt="0"/>
      <dgm:spPr/>
    </dgm:pt>
    <dgm:pt modelId="{AB6A9A53-A01A-41C5-A303-F4962E7F5B4F}" type="pres">
      <dgm:prSet presAssocID="{EFCDB252-1DC4-4C0A-AA5C-A0F67397EDB1}" presName="DropPin" presStyleLbl="alignNode1" presStyleIdx="4" presStyleCnt="5"/>
      <dgm:spPr/>
    </dgm:pt>
    <dgm:pt modelId="{5E3E8DF9-AA95-4D6E-96C8-342A2FDE2565}" type="pres">
      <dgm:prSet presAssocID="{EFCDB252-1DC4-4C0A-AA5C-A0F67397EDB1}" presName="Ellipse" presStyleLbl="fgAcc1" presStyleIdx="5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5E73AE4-25E7-4070-B6DF-376354DFF7DA}" type="pres">
      <dgm:prSet presAssocID="{EFCDB252-1DC4-4C0A-AA5C-A0F67397EDB1}" presName="L2TextContainer" presStyleLbl="revTx" presStyleIdx="8" presStyleCnt="10">
        <dgm:presLayoutVars>
          <dgm:bulletEnabled val="1"/>
        </dgm:presLayoutVars>
      </dgm:prSet>
      <dgm:spPr/>
    </dgm:pt>
    <dgm:pt modelId="{19B26073-263F-4A7C-9336-23AEB476EAA2}" type="pres">
      <dgm:prSet presAssocID="{EFCDB252-1DC4-4C0A-AA5C-A0F67397EDB1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BBA98C23-DFC0-474F-A54A-E77B4873376E}" type="pres">
      <dgm:prSet presAssocID="{EFCDB252-1DC4-4C0A-AA5C-A0F67397EDB1}" presName="ConnectLine" presStyleLbl="sibTrans1D1" presStyleIdx="4" presStyleCnt="5"/>
      <dgm:spPr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20C89CA0-DBAA-4C3F-B55C-754F3236F554}" type="pres">
      <dgm:prSet presAssocID="{EFCDB252-1DC4-4C0A-AA5C-A0F67397EDB1}" presName="EmptyPlaceHolder" presStyleCnt="0"/>
      <dgm:spPr/>
    </dgm:pt>
  </dgm:ptLst>
  <dgm:cxnLst>
    <dgm:cxn modelId="{74934700-7DBB-426F-933D-B84FECAC8727}" type="presOf" srcId="{EFCDB252-1DC4-4C0A-AA5C-A0F67397EDB1}" destId="{19B26073-263F-4A7C-9336-23AEB476EAA2}" srcOrd="0" destOrd="0" presId="urn:microsoft.com/office/officeart/2017/3/layout/DropPinTimeline"/>
    <dgm:cxn modelId="{1712FB01-B92E-4C28-BA31-7B4880F291DC}" type="presOf" srcId="{9D65A53D-5E46-41B9-9962-C57090EDD05D}" destId="{9BE249FC-FEB8-458E-9F2A-8BA94CAF6A21}" srcOrd="0" destOrd="0" presId="urn:microsoft.com/office/officeart/2017/3/layout/DropPinTimeline"/>
    <dgm:cxn modelId="{B2504544-35D8-4601-BB26-C3B423029382}" type="presOf" srcId="{1629A6FD-C319-4B22-BB6E-3A10226F873D}" destId="{BB61F93A-1F95-4221-85EF-6B4A27053DA5}" srcOrd="0" destOrd="0" presId="urn:microsoft.com/office/officeart/2017/3/layout/DropPinTimeline"/>
    <dgm:cxn modelId="{6492E344-E2BD-4436-A4A4-7643F98E4008}" type="presOf" srcId="{D2222FBF-E3D8-463B-AFA7-930BCF620F4D}" destId="{C31C3C05-BB1C-4B36-8D4B-B831C4CBDB72}" srcOrd="0" destOrd="0" presId="urn:microsoft.com/office/officeart/2017/3/layout/DropPinTimeline"/>
    <dgm:cxn modelId="{FA178950-32C9-4CFA-B93E-80662E578CBF}" srcId="{D2222FBF-E3D8-463B-AFA7-930BCF620F4D}" destId="{E724E013-66C7-427D-8381-B6A05326D6B1}" srcOrd="1" destOrd="0" parTransId="{716CA287-DC34-4B45-A9F9-4B376A9F280A}" sibTransId="{07547571-82F2-4017-9301-4C695BAF44BD}"/>
    <dgm:cxn modelId="{F6E274AA-1EF8-4C26-AE3D-1A1B6A75DF19}" srcId="{D2222FBF-E3D8-463B-AFA7-930BCF620F4D}" destId="{9D65A53D-5E46-41B9-9962-C57090EDD05D}" srcOrd="3" destOrd="0" parTransId="{9F7C6084-41B4-477A-A9D8-5B369A8C1132}" sibTransId="{8E9F5412-1536-4096-BFC3-F4E80E9DDC59}"/>
    <dgm:cxn modelId="{1EED93B2-EB16-420B-9EBC-71CA02F9AD6F}" type="presOf" srcId="{E724E013-66C7-427D-8381-B6A05326D6B1}" destId="{18A604E2-BC8E-473A-9512-2EEA1363362B}" srcOrd="0" destOrd="0" presId="urn:microsoft.com/office/officeart/2017/3/layout/DropPinTimeline"/>
    <dgm:cxn modelId="{256DE5B5-9D44-4EE8-BC0F-63A749EA4A0E}" srcId="{D2222FBF-E3D8-463B-AFA7-930BCF620F4D}" destId="{1629A6FD-C319-4B22-BB6E-3A10226F873D}" srcOrd="0" destOrd="0" parTransId="{7F65D26D-B654-4EA2-B172-B889CCCD85A8}" sibTransId="{C6A79B46-99F1-4F1B-85B2-9D93A07E87E2}"/>
    <dgm:cxn modelId="{B2FD3CBD-512C-4A10-B583-953E24A51764}" type="presOf" srcId="{47FE56EA-A125-4508-97EC-B5D7A0C5701F}" destId="{9CF94F6D-4185-4865-8D2F-1F9ED672320A}" srcOrd="0" destOrd="0" presId="urn:microsoft.com/office/officeart/2017/3/layout/DropPinTimeline"/>
    <dgm:cxn modelId="{99AD51BD-40DF-4F63-9E6F-03ABB3A768DE}" srcId="{D2222FBF-E3D8-463B-AFA7-930BCF620F4D}" destId="{EFCDB252-1DC4-4C0A-AA5C-A0F67397EDB1}" srcOrd="4" destOrd="0" parTransId="{24B6C7BE-60E2-403E-9CE8-E465A26B0CAA}" sibTransId="{63852F51-05BD-4A5F-9729-FC25935EA3D2}"/>
    <dgm:cxn modelId="{08D58CF4-0944-46BB-B880-3761D6B5D965}" srcId="{D2222FBF-E3D8-463B-AFA7-930BCF620F4D}" destId="{47FE56EA-A125-4508-97EC-B5D7A0C5701F}" srcOrd="2" destOrd="0" parTransId="{1F7F897F-3F1B-4FBD-8220-63D552E56FC9}" sibTransId="{CBF3E0B6-50B8-434C-8DC4-DC20071C50D1}"/>
    <dgm:cxn modelId="{9282BA5C-5B14-4173-B69D-8DD920EBBFE4}" type="presParOf" srcId="{C31C3C05-BB1C-4B36-8D4B-B831C4CBDB72}" destId="{7D79E737-CE37-4CEC-B9C5-EDC8B385C298}" srcOrd="0" destOrd="0" presId="urn:microsoft.com/office/officeart/2017/3/layout/DropPinTimeline"/>
    <dgm:cxn modelId="{C2794C20-9553-4E63-8766-8138F9395624}" type="presParOf" srcId="{C31C3C05-BB1C-4B36-8D4B-B831C4CBDB72}" destId="{90E869E1-5991-41A9-8C11-F6EC1CD241AC}" srcOrd="1" destOrd="0" presId="urn:microsoft.com/office/officeart/2017/3/layout/DropPinTimeline"/>
    <dgm:cxn modelId="{2064E38B-987E-4A09-8BD3-CE2A4EF7D031}" type="presParOf" srcId="{90E869E1-5991-41A9-8C11-F6EC1CD241AC}" destId="{6AD85CD6-39CA-4838-B3BC-20C209BF4DDA}" srcOrd="0" destOrd="0" presId="urn:microsoft.com/office/officeart/2017/3/layout/DropPinTimeline"/>
    <dgm:cxn modelId="{3EBCAA42-D2C4-4FB5-9AE7-76F726DB9C46}" type="presParOf" srcId="{6AD85CD6-39CA-4838-B3BC-20C209BF4DDA}" destId="{24C1191C-B6B3-447D-A5C5-FD303C3EE2E1}" srcOrd="0" destOrd="0" presId="urn:microsoft.com/office/officeart/2017/3/layout/DropPinTimeline"/>
    <dgm:cxn modelId="{DADB3FFF-F412-4056-A11D-F42ED4DE3DE9}" type="presParOf" srcId="{6AD85CD6-39CA-4838-B3BC-20C209BF4DDA}" destId="{4E79C616-986B-4244-9A60-145B82FD46EE}" srcOrd="1" destOrd="0" presId="urn:microsoft.com/office/officeart/2017/3/layout/DropPinTimeline"/>
    <dgm:cxn modelId="{582F46B7-8BE6-4C31-ABF2-368A160B5211}" type="presParOf" srcId="{4E79C616-986B-4244-9A60-145B82FD46EE}" destId="{3FCF8DD3-E5EA-4A60-B3F3-510B9B48F705}" srcOrd="0" destOrd="0" presId="urn:microsoft.com/office/officeart/2017/3/layout/DropPinTimeline"/>
    <dgm:cxn modelId="{84A61CED-E2E5-4497-8DAC-B00ED802E85C}" type="presParOf" srcId="{4E79C616-986B-4244-9A60-145B82FD46EE}" destId="{118F3459-27AC-4537-8B91-2B19EC3F50B6}" srcOrd="1" destOrd="0" presId="urn:microsoft.com/office/officeart/2017/3/layout/DropPinTimeline"/>
    <dgm:cxn modelId="{FFFCD007-EA35-4564-A114-CF89335EF2C8}" type="presParOf" srcId="{6AD85CD6-39CA-4838-B3BC-20C209BF4DDA}" destId="{95EF88AE-0807-40C7-9FFD-919D63EBA2EA}" srcOrd="2" destOrd="0" presId="urn:microsoft.com/office/officeart/2017/3/layout/DropPinTimeline"/>
    <dgm:cxn modelId="{776EA041-344F-405C-958C-E9742026D4E5}" type="presParOf" srcId="{6AD85CD6-39CA-4838-B3BC-20C209BF4DDA}" destId="{BB61F93A-1F95-4221-85EF-6B4A27053DA5}" srcOrd="3" destOrd="0" presId="urn:microsoft.com/office/officeart/2017/3/layout/DropPinTimeline"/>
    <dgm:cxn modelId="{9D31F145-E3E6-410F-A44D-1269F1124ECD}" type="presParOf" srcId="{6AD85CD6-39CA-4838-B3BC-20C209BF4DDA}" destId="{8A339F57-C172-4544-8039-ECCD29336B48}" srcOrd="4" destOrd="0" presId="urn:microsoft.com/office/officeart/2017/3/layout/DropPinTimeline"/>
    <dgm:cxn modelId="{D0584AF2-683D-4508-A716-41B58AC8E9A6}" type="presParOf" srcId="{6AD85CD6-39CA-4838-B3BC-20C209BF4DDA}" destId="{ECB079FC-2900-45CE-9715-4480CC4AEB9A}" srcOrd="5" destOrd="0" presId="urn:microsoft.com/office/officeart/2017/3/layout/DropPinTimeline"/>
    <dgm:cxn modelId="{2BCF2217-24F7-4D2A-A9C8-88C4E0159FC5}" type="presParOf" srcId="{90E869E1-5991-41A9-8C11-F6EC1CD241AC}" destId="{83C25167-5FF4-4AD1-AAB3-C48299D5F6F8}" srcOrd="1" destOrd="0" presId="urn:microsoft.com/office/officeart/2017/3/layout/DropPinTimeline"/>
    <dgm:cxn modelId="{31F0B895-BDD5-4941-A838-60B132F8F979}" type="presParOf" srcId="{90E869E1-5991-41A9-8C11-F6EC1CD241AC}" destId="{4000C95B-A8FB-4D71-BAD6-777DDB2D4365}" srcOrd="2" destOrd="0" presId="urn:microsoft.com/office/officeart/2017/3/layout/DropPinTimeline"/>
    <dgm:cxn modelId="{62A46B19-74F6-4000-AF1C-EED07C2F7240}" type="presParOf" srcId="{4000C95B-A8FB-4D71-BAD6-777DDB2D4365}" destId="{35C6E4CE-FD41-450C-AB8A-69E4D29C6F3F}" srcOrd="0" destOrd="0" presId="urn:microsoft.com/office/officeart/2017/3/layout/DropPinTimeline"/>
    <dgm:cxn modelId="{4BA0EF41-97AB-4D58-AE6C-5845ABDC4BF0}" type="presParOf" srcId="{4000C95B-A8FB-4D71-BAD6-777DDB2D4365}" destId="{C8CBAD55-DC27-48D8-9F4F-26107A43532D}" srcOrd="1" destOrd="0" presId="urn:microsoft.com/office/officeart/2017/3/layout/DropPinTimeline"/>
    <dgm:cxn modelId="{7735E176-E05E-4E80-A97B-C5E0A57E6181}" type="presParOf" srcId="{C8CBAD55-DC27-48D8-9F4F-26107A43532D}" destId="{3D8AE118-B50C-4C57-9DDF-C2BDC362A55F}" srcOrd="0" destOrd="0" presId="urn:microsoft.com/office/officeart/2017/3/layout/DropPinTimeline"/>
    <dgm:cxn modelId="{73332946-18EC-4569-8A5F-D42604D966B9}" type="presParOf" srcId="{C8CBAD55-DC27-48D8-9F4F-26107A43532D}" destId="{C29D286A-AC7B-4BB5-9709-15528B6C7660}" srcOrd="1" destOrd="0" presId="urn:microsoft.com/office/officeart/2017/3/layout/DropPinTimeline"/>
    <dgm:cxn modelId="{A2EBCDBB-9703-4C84-80A4-572D1B1FA2C7}" type="presParOf" srcId="{4000C95B-A8FB-4D71-BAD6-777DDB2D4365}" destId="{A57561BD-F2E4-472B-BDCC-A0E2B744FDB2}" srcOrd="2" destOrd="0" presId="urn:microsoft.com/office/officeart/2017/3/layout/DropPinTimeline"/>
    <dgm:cxn modelId="{3D2E7349-2A8F-44FC-92DA-13A0BA8896FB}" type="presParOf" srcId="{4000C95B-A8FB-4D71-BAD6-777DDB2D4365}" destId="{18A604E2-BC8E-473A-9512-2EEA1363362B}" srcOrd="3" destOrd="0" presId="urn:microsoft.com/office/officeart/2017/3/layout/DropPinTimeline"/>
    <dgm:cxn modelId="{FE21254F-33D4-4026-AAE4-AFB337C17FE4}" type="presParOf" srcId="{4000C95B-A8FB-4D71-BAD6-777DDB2D4365}" destId="{1E5F3FCE-2E70-4C96-8039-2252A73C4663}" srcOrd="4" destOrd="0" presId="urn:microsoft.com/office/officeart/2017/3/layout/DropPinTimeline"/>
    <dgm:cxn modelId="{F7F1FB9C-8A43-4FB5-8381-BF7406EA65EC}" type="presParOf" srcId="{4000C95B-A8FB-4D71-BAD6-777DDB2D4365}" destId="{18662C1A-084D-46CD-A555-FF589842EC86}" srcOrd="5" destOrd="0" presId="urn:microsoft.com/office/officeart/2017/3/layout/DropPinTimeline"/>
    <dgm:cxn modelId="{5F7669E5-8863-4371-8EE1-880EC116709D}" type="presParOf" srcId="{90E869E1-5991-41A9-8C11-F6EC1CD241AC}" destId="{E816F6D2-5696-48A8-9CC7-2F57C39797E7}" srcOrd="3" destOrd="0" presId="urn:microsoft.com/office/officeart/2017/3/layout/DropPinTimeline"/>
    <dgm:cxn modelId="{985BAFB5-9F77-4D3E-8572-30343F71E377}" type="presParOf" srcId="{90E869E1-5991-41A9-8C11-F6EC1CD241AC}" destId="{52AB32D5-44B6-47C5-9907-1DA0BDBDA613}" srcOrd="4" destOrd="0" presId="urn:microsoft.com/office/officeart/2017/3/layout/DropPinTimeline"/>
    <dgm:cxn modelId="{F9C76647-6516-4730-B26A-680B7FEA7B8D}" type="presParOf" srcId="{52AB32D5-44B6-47C5-9907-1DA0BDBDA613}" destId="{8DEB5B09-ED39-42EE-BE77-1C92D0CFABDF}" srcOrd="0" destOrd="0" presId="urn:microsoft.com/office/officeart/2017/3/layout/DropPinTimeline"/>
    <dgm:cxn modelId="{52F1A9AD-D15B-457E-B0A4-115FF277A1CF}" type="presParOf" srcId="{52AB32D5-44B6-47C5-9907-1DA0BDBDA613}" destId="{54FF7532-5038-4288-B4F9-501EB0D6ACF7}" srcOrd="1" destOrd="0" presId="urn:microsoft.com/office/officeart/2017/3/layout/DropPinTimeline"/>
    <dgm:cxn modelId="{96FE622F-165C-4382-9528-137ED8769D28}" type="presParOf" srcId="{54FF7532-5038-4288-B4F9-501EB0D6ACF7}" destId="{2F2239C9-A712-4400-A35B-2A4472F345CD}" srcOrd="0" destOrd="0" presId="urn:microsoft.com/office/officeart/2017/3/layout/DropPinTimeline"/>
    <dgm:cxn modelId="{03E3EB42-7AEF-473B-B264-CA14B485660D}" type="presParOf" srcId="{54FF7532-5038-4288-B4F9-501EB0D6ACF7}" destId="{BB4F6E1E-90EF-4E1F-A5AB-7556FAFF5FFB}" srcOrd="1" destOrd="0" presId="urn:microsoft.com/office/officeart/2017/3/layout/DropPinTimeline"/>
    <dgm:cxn modelId="{9134FA16-ED22-4D2C-8810-6BD136AC7F56}" type="presParOf" srcId="{52AB32D5-44B6-47C5-9907-1DA0BDBDA613}" destId="{836562B9-D79F-4CEA-A73B-06D3299CF8C2}" srcOrd="2" destOrd="0" presId="urn:microsoft.com/office/officeart/2017/3/layout/DropPinTimeline"/>
    <dgm:cxn modelId="{5EBFC53E-773D-43DD-B1CE-6F6C110DCED8}" type="presParOf" srcId="{52AB32D5-44B6-47C5-9907-1DA0BDBDA613}" destId="{9CF94F6D-4185-4865-8D2F-1F9ED672320A}" srcOrd="3" destOrd="0" presId="urn:microsoft.com/office/officeart/2017/3/layout/DropPinTimeline"/>
    <dgm:cxn modelId="{F8AC9F86-8441-4EB5-8241-D98E3B99FA6B}" type="presParOf" srcId="{52AB32D5-44B6-47C5-9907-1DA0BDBDA613}" destId="{D44234D0-2E41-4CD8-8425-68EED34A0231}" srcOrd="4" destOrd="0" presId="urn:microsoft.com/office/officeart/2017/3/layout/DropPinTimeline"/>
    <dgm:cxn modelId="{9FB8582F-8452-49E0-AB11-1F3CAB6A9208}" type="presParOf" srcId="{52AB32D5-44B6-47C5-9907-1DA0BDBDA613}" destId="{B5FA8258-CE24-4D55-A660-D44A548A7BB4}" srcOrd="5" destOrd="0" presId="urn:microsoft.com/office/officeart/2017/3/layout/DropPinTimeline"/>
    <dgm:cxn modelId="{3B9B8348-455F-41E9-A498-E165635EEDC5}" type="presParOf" srcId="{90E869E1-5991-41A9-8C11-F6EC1CD241AC}" destId="{50541BFE-3BB2-4857-9D40-72FAAB79CE9A}" srcOrd="5" destOrd="0" presId="urn:microsoft.com/office/officeart/2017/3/layout/DropPinTimeline"/>
    <dgm:cxn modelId="{81A5C498-F607-4991-9D71-B76B8FDE0E32}" type="presParOf" srcId="{90E869E1-5991-41A9-8C11-F6EC1CD241AC}" destId="{62F7E04F-428C-47D7-9DEE-B0D003B7A7E5}" srcOrd="6" destOrd="0" presId="urn:microsoft.com/office/officeart/2017/3/layout/DropPinTimeline"/>
    <dgm:cxn modelId="{619B31EC-DDFF-4154-9B5C-EECAB287E3E0}" type="presParOf" srcId="{62F7E04F-428C-47D7-9DEE-B0D003B7A7E5}" destId="{84D1602A-BA6B-440A-B0D5-72C8C54C46C5}" srcOrd="0" destOrd="0" presId="urn:microsoft.com/office/officeart/2017/3/layout/DropPinTimeline"/>
    <dgm:cxn modelId="{722264CA-4310-4667-8B45-EF4FF211C882}" type="presParOf" srcId="{62F7E04F-428C-47D7-9DEE-B0D003B7A7E5}" destId="{D3E29E2E-733C-40EF-A60B-3CC6B0927484}" srcOrd="1" destOrd="0" presId="urn:microsoft.com/office/officeart/2017/3/layout/DropPinTimeline"/>
    <dgm:cxn modelId="{74BC069C-053B-4299-86DA-5BE86F188836}" type="presParOf" srcId="{D3E29E2E-733C-40EF-A60B-3CC6B0927484}" destId="{AB4796FC-D736-4A54-8997-F01C41CF3567}" srcOrd="0" destOrd="0" presId="urn:microsoft.com/office/officeart/2017/3/layout/DropPinTimeline"/>
    <dgm:cxn modelId="{B9B72B5D-7391-44E4-88FB-9B100D045ADD}" type="presParOf" srcId="{D3E29E2E-733C-40EF-A60B-3CC6B0927484}" destId="{60155F93-5871-41A7-B865-50D72FB92EC5}" srcOrd="1" destOrd="0" presId="urn:microsoft.com/office/officeart/2017/3/layout/DropPinTimeline"/>
    <dgm:cxn modelId="{2975F6B8-12D8-4DDA-BEF7-7CE4E4B0CB6D}" type="presParOf" srcId="{62F7E04F-428C-47D7-9DEE-B0D003B7A7E5}" destId="{58A69639-EA7A-4A22-B15E-320F503CBECA}" srcOrd="2" destOrd="0" presId="urn:microsoft.com/office/officeart/2017/3/layout/DropPinTimeline"/>
    <dgm:cxn modelId="{4CEFEE97-E0E2-4741-B9D0-2E2B8D66C739}" type="presParOf" srcId="{62F7E04F-428C-47D7-9DEE-B0D003B7A7E5}" destId="{9BE249FC-FEB8-458E-9F2A-8BA94CAF6A21}" srcOrd="3" destOrd="0" presId="urn:microsoft.com/office/officeart/2017/3/layout/DropPinTimeline"/>
    <dgm:cxn modelId="{0FAFBC9C-595C-419F-9B5F-F7B76531E850}" type="presParOf" srcId="{62F7E04F-428C-47D7-9DEE-B0D003B7A7E5}" destId="{411F3D47-FE88-45FE-89E2-E17DB3FA6D24}" srcOrd="4" destOrd="0" presId="urn:microsoft.com/office/officeart/2017/3/layout/DropPinTimeline"/>
    <dgm:cxn modelId="{5D016A5C-5AC5-4C1D-80B7-ABF5DDD035FA}" type="presParOf" srcId="{62F7E04F-428C-47D7-9DEE-B0D003B7A7E5}" destId="{D0E58138-512C-4122-A8D0-5A7D37228952}" srcOrd="5" destOrd="0" presId="urn:microsoft.com/office/officeart/2017/3/layout/DropPinTimeline"/>
    <dgm:cxn modelId="{292BDBA6-DD8A-46D2-96F4-E79EAF30E0E3}" type="presParOf" srcId="{90E869E1-5991-41A9-8C11-F6EC1CD241AC}" destId="{CAD36635-DDCD-47A1-9A26-9C483D72C718}" srcOrd="7" destOrd="0" presId="urn:microsoft.com/office/officeart/2017/3/layout/DropPinTimeline"/>
    <dgm:cxn modelId="{E34D5088-A355-4A66-B2B7-96CE88938847}" type="presParOf" srcId="{90E869E1-5991-41A9-8C11-F6EC1CD241AC}" destId="{B1486059-3E94-41ED-B899-8B4D293C77AD}" srcOrd="8" destOrd="0" presId="urn:microsoft.com/office/officeart/2017/3/layout/DropPinTimeline"/>
    <dgm:cxn modelId="{E6673AAA-E992-4587-B269-ABB2D08E81F5}" type="presParOf" srcId="{B1486059-3E94-41ED-B899-8B4D293C77AD}" destId="{432BDA3D-70D6-4730-AF4C-9D7C343D75FB}" srcOrd="0" destOrd="0" presId="urn:microsoft.com/office/officeart/2017/3/layout/DropPinTimeline"/>
    <dgm:cxn modelId="{2ECF57BD-04EF-48CD-8F9A-1BB5952584AD}" type="presParOf" srcId="{B1486059-3E94-41ED-B899-8B4D293C77AD}" destId="{636FAA83-D18F-42DB-8F75-CBA7085E5456}" srcOrd="1" destOrd="0" presId="urn:microsoft.com/office/officeart/2017/3/layout/DropPinTimeline"/>
    <dgm:cxn modelId="{A8340814-ECC7-49E0-8052-87E4631C2FC2}" type="presParOf" srcId="{636FAA83-D18F-42DB-8F75-CBA7085E5456}" destId="{AB6A9A53-A01A-41C5-A303-F4962E7F5B4F}" srcOrd="0" destOrd="0" presId="urn:microsoft.com/office/officeart/2017/3/layout/DropPinTimeline"/>
    <dgm:cxn modelId="{79017B45-35C2-4634-A67E-3976C9A72ECC}" type="presParOf" srcId="{636FAA83-D18F-42DB-8F75-CBA7085E5456}" destId="{5E3E8DF9-AA95-4D6E-96C8-342A2FDE2565}" srcOrd="1" destOrd="0" presId="urn:microsoft.com/office/officeart/2017/3/layout/DropPinTimeline"/>
    <dgm:cxn modelId="{C7BF9709-A229-4BB5-91C9-280E10E41C87}" type="presParOf" srcId="{B1486059-3E94-41ED-B899-8B4D293C77AD}" destId="{95E73AE4-25E7-4070-B6DF-376354DFF7DA}" srcOrd="2" destOrd="0" presId="urn:microsoft.com/office/officeart/2017/3/layout/DropPinTimeline"/>
    <dgm:cxn modelId="{B69D98D4-A796-43EB-AAF3-9AAE4E04D52D}" type="presParOf" srcId="{B1486059-3E94-41ED-B899-8B4D293C77AD}" destId="{19B26073-263F-4A7C-9336-23AEB476EAA2}" srcOrd="3" destOrd="0" presId="urn:microsoft.com/office/officeart/2017/3/layout/DropPinTimeline"/>
    <dgm:cxn modelId="{ED9CDC37-B1C6-44B3-9AA6-8C207C6C95F4}" type="presParOf" srcId="{B1486059-3E94-41ED-B899-8B4D293C77AD}" destId="{BBA98C23-DFC0-474F-A54A-E77B4873376E}" srcOrd="4" destOrd="0" presId="urn:microsoft.com/office/officeart/2017/3/layout/DropPinTimeline"/>
    <dgm:cxn modelId="{A24F863C-CA45-4838-A99B-828E62D8AC49}" type="presParOf" srcId="{B1486059-3E94-41ED-B899-8B4D293C77AD}" destId="{20C89CA0-DBAA-4C3F-B55C-754F3236F554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4FD3D-CC07-41B7-9A2E-6423F8D9597A}">
      <dsp:nvSpPr>
        <dsp:cNvPr id="0" name=""/>
        <dsp:cNvSpPr/>
      </dsp:nvSpPr>
      <dsp:spPr>
        <a:xfrm rot="10800000">
          <a:off x="0" y="0"/>
          <a:ext cx="4836544" cy="867392"/>
        </a:xfrm>
        <a:prstGeom prst="trapezoid">
          <a:avLst>
            <a:gd name="adj" fmla="val 5576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 Light" panose="020F0302020204030204"/>
            </a:rPr>
            <a:t>Attract</a:t>
          </a:r>
          <a:endParaRPr lang="en-US" sz="2200" kern="1200" dirty="0"/>
        </a:p>
      </dsp:txBody>
      <dsp:txXfrm rot="-10800000">
        <a:off x="846395" y="0"/>
        <a:ext cx="3143753" cy="867392"/>
      </dsp:txXfrm>
    </dsp:sp>
    <dsp:sp modelId="{0185B102-6232-46FA-BD49-7B3FDF85BEC3}">
      <dsp:nvSpPr>
        <dsp:cNvPr id="0" name=""/>
        <dsp:cNvSpPr/>
      </dsp:nvSpPr>
      <dsp:spPr>
        <a:xfrm rot="10800000">
          <a:off x="483654" y="867392"/>
          <a:ext cx="3869235" cy="867392"/>
        </a:xfrm>
        <a:prstGeom prst="trapezoid">
          <a:avLst>
            <a:gd name="adj" fmla="val 5576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 Light" panose="020F0302020204030204"/>
            </a:rPr>
            <a:t>Engage</a:t>
          </a:r>
          <a:endParaRPr lang="en-US" sz="2200" kern="1200" dirty="0"/>
        </a:p>
      </dsp:txBody>
      <dsp:txXfrm rot="-10800000">
        <a:off x="1160770" y="867392"/>
        <a:ext cx="2515002" cy="867392"/>
      </dsp:txXfrm>
    </dsp:sp>
    <dsp:sp modelId="{4680C6CA-FE5A-49F4-94C1-277F90C5E093}">
      <dsp:nvSpPr>
        <dsp:cNvPr id="0" name=""/>
        <dsp:cNvSpPr/>
      </dsp:nvSpPr>
      <dsp:spPr>
        <a:xfrm rot="10800000">
          <a:off x="967308" y="1734784"/>
          <a:ext cx="2901926" cy="867392"/>
        </a:xfrm>
        <a:prstGeom prst="trapezoid">
          <a:avLst>
            <a:gd name="adj" fmla="val 5576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 Light" panose="020F0302020204030204"/>
            </a:rPr>
            <a:t>Capture</a:t>
          </a:r>
          <a:endParaRPr lang="en-US" sz="2200" kern="1200" dirty="0"/>
        </a:p>
      </dsp:txBody>
      <dsp:txXfrm rot="-10800000">
        <a:off x="1475145" y="1734784"/>
        <a:ext cx="1886252" cy="867392"/>
      </dsp:txXfrm>
    </dsp:sp>
    <dsp:sp modelId="{0FEB4142-8C30-4222-BC82-63BCC73B29C3}">
      <dsp:nvSpPr>
        <dsp:cNvPr id="0" name=""/>
        <dsp:cNvSpPr/>
      </dsp:nvSpPr>
      <dsp:spPr>
        <a:xfrm rot="10800000">
          <a:off x="1450963" y="2602176"/>
          <a:ext cx="1934617" cy="867392"/>
        </a:xfrm>
        <a:prstGeom prst="trapezoid">
          <a:avLst>
            <a:gd name="adj" fmla="val 5576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 Light" panose="020F0302020204030204"/>
            </a:rPr>
            <a:t>Nurture</a:t>
          </a:r>
        </a:p>
      </dsp:txBody>
      <dsp:txXfrm rot="-10800000">
        <a:off x="1789521" y="2602176"/>
        <a:ext cx="1257501" cy="867392"/>
      </dsp:txXfrm>
    </dsp:sp>
    <dsp:sp modelId="{C7AD9827-3785-4D2C-82C5-62D695146450}">
      <dsp:nvSpPr>
        <dsp:cNvPr id="0" name=""/>
        <dsp:cNvSpPr/>
      </dsp:nvSpPr>
      <dsp:spPr>
        <a:xfrm rot="10800000">
          <a:off x="1934617" y="3469568"/>
          <a:ext cx="967308" cy="867392"/>
        </a:xfrm>
        <a:prstGeom prst="trapezoid">
          <a:avLst>
            <a:gd name="adj" fmla="val 5576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Calibri Light" panose="020F0302020204030204"/>
            </a:rPr>
            <a:t>Convert</a:t>
          </a:r>
        </a:p>
      </dsp:txBody>
      <dsp:txXfrm rot="-10800000">
        <a:off x="1934617" y="3469568"/>
        <a:ext cx="967308" cy="8673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4FD3D-CC07-41B7-9A2E-6423F8D9597A}">
      <dsp:nvSpPr>
        <dsp:cNvPr id="0" name=""/>
        <dsp:cNvSpPr/>
      </dsp:nvSpPr>
      <dsp:spPr>
        <a:xfrm rot="10800000">
          <a:off x="0" y="0"/>
          <a:ext cx="5842959" cy="725223"/>
        </a:xfrm>
        <a:prstGeom prst="trapezoid">
          <a:avLst>
            <a:gd name="adj" fmla="val 671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alibri Light" panose="020F0302020204030204"/>
            </a:rPr>
            <a:t>Awareness</a:t>
          </a:r>
          <a:endParaRPr lang="en-US" sz="2500" kern="1200" dirty="0"/>
        </a:p>
      </dsp:txBody>
      <dsp:txXfrm rot="-10800000">
        <a:off x="1022517" y="0"/>
        <a:ext cx="3797923" cy="725223"/>
      </dsp:txXfrm>
    </dsp:sp>
    <dsp:sp modelId="{C7AD9827-3785-4D2C-82C5-62D695146450}">
      <dsp:nvSpPr>
        <dsp:cNvPr id="0" name=""/>
        <dsp:cNvSpPr/>
      </dsp:nvSpPr>
      <dsp:spPr>
        <a:xfrm rot="10800000">
          <a:off x="486913" y="725223"/>
          <a:ext cx="4869132" cy="725223"/>
        </a:xfrm>
        <a:prstGeom prst="trapezoid">
          <a:avLst>
            <a:gd name="adj" fmla="val 6714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alibri Light" panose="020F0302020204030204"/>
            </a:rPr>
            <a:t>Educate</a:t>
          </a:r>
          <a:endParaRPr lang="en-US" sz="2500" kern="1200" dirty="0"/>
        </a:p>
      </dsp:txBody>
      <dsp:txXfrm rot="-10800000">
        <a:off x="1339011" y="725223"/>
        <a:ext cx="3164936" cy="725223"/>
      </dsp:txXfrm>
    </dsp:sp>
    <dsp:sp modelId="{0E8E7EFA-102B-4884-8575-3E889DD2347A}">
      <dsp:nvSpPr>
        <dsp:cNvPr id="0" name=""/>
        <dsp:cNvSpPr/>
      </dsp:nvSpPr>
      <dsp:spPr>
        <a:xfrm rot="10800000">
          <a:off x="973826" y="1450446"/>
          <a:ext cx="3895306" cy="725223"/>
        </a:xfrm>
        <a:prstGeom prst="trapezoid">
          <a:avLst>
            <a:gd name="adj" fmla="val 671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alibri Light" panose="020F0302020204030204"/>
            </a:rPr>
            <a:t>Interest</a:t>
          </a:r>
        </a:p>
      </dsp:txBody>
      <dsp:txXfrm rot="-10800000">
        <a:off x="1655505" y="1450446"/>
        <a:ext cx="2531948" cy="725223"/>
      </dsp:txXfrm>
    </dsp:sp>
    <dsp:sp modelId="{8A79EA57-A8C0-4845-B87E-B16ABB23FAE7}">
      <dsp:nvSpPr>
        <dsp:cNvPr id="0" name=""/>
        <dsp:cNvSpPr/>
      </dsp:nvSpPr>
      <dsp:spPr>
        <a:xfrm rot="10800000">
          <a:off x="1460739" y="2175669"/>
          <a:ext cx="2921479" cy="725223"/>
        </a:xfrm>
        <a:prstGeom prst="trapezoid">
          <a:avLst>
            <a:gd name="adj" fmla="val 671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alibri Light" panose="020F0302020204030204"/>
            </a:rPr>
            <a:t>Consideration</a:t>
          </a:r>
        </a:p>
      </dsp:txBody>
      <dsp:txXfrm rot="-10800000">
        <a:off x="1971998" y="2175669"/>
        <a:ext cx="1898961" cy="725223"/>
      </dsp:txXfrm>
    </dsp:sp>
    <dsp:sp modelId="{64289A5C-7DD7-4504-933E-8F147E407094}">
      <dsp:nvSpPr>
        <dsp:cNvPr id="0" name=""/>
        <dsp:cNvSpPr/>
      </dsp:nvSpPr>
      <dsp:spPr>
        <a:xfrm rot="10800000">
          <a:off x="1947653" y="2900892"/>
          <a:ext cx="1947653" cy="725223"/>
        </a:xfrm>
        <a:prstGeom prst="trapezoid">
          <a:avLst>
            <a:gd name="adj" fmla="val 6714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alibri Light" panose="020F0302020204030204"/>
            </a:rPr>
            <a:t>Decision</a:t>
          </a:r>
        </a:p>
      </dsp:txBody>
      <dsp:txXfrm rot="-10800000">
        <a:off x="2288492" y="2900892"/>
        <a:ext cx="1265974" cy="725223"/>
      </dsp:txXfrm>
    </dsp:sp>
    <dsp:sp modelId="{0ED6BA58-9632-4307-9CCF-9E504736927F}">
      <dsp:nvSpPr>
        <dsp:cNvPr id="0" name=""/>
        <dsp:cNvSpPr/>
      </dsp:nvSpPr>
      <dsp:spPr>
        <a:xfrm rot="10800000">
          <a:off x="2434566" y="3626115"/>
          <a:ext cx="973826" cy="725223"/>
        </a:xfrm>
        <a:prstGeom prst="trapezoid">
          <a:avLst>
            <a:gd name="adj" fmla="val 671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Calibri Light" panose="020F0302020204030204"/>
            </a:rPr>
            <a:t>Action</a:t>
          </a:r>
        </a:p>
      </dsp:txBody>
      <dsp:txXfrm rot="-10800000">
        <a:off x="2434566" y="3626115"/>
        <a:ext cx="973826" cy="7252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BCEB7-12F3-4CDF-A0AA-05FCCE84AD8B}">
      <dsp:nvSpPr>
        <dsp:cNvPr id="0" name=""/>
        <dsp:cNvSpPr/>
      </dsp:nvSpPr>
      <dsp:spPr>
        <a:xfrm>
          <a:off x="4770" y="541747"/>
          <a:ext cx="2085647" cy="12513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Calibri Light" panose="020F0302020204030204"/>
            </a:rPr>
            <a:t>Blog Post (SEO)</a:t>
          </a:r>
          <a:endParaRPr lang="en-US" sz="3100" kern="1200" dirty="0"/>
        </a:p>
      </dsp:txBody>
      <dsp:txXfrm>
        <a:off x="41422" y="578399"/>
        <a:ext cx="2012343" cy="1178084"/>
      </dsp:txXfrm>
    </dsp:sp>
    <dsp:sp modelId="{77891C43-133E-4A40-8DD2-48DA545BE225}">
      <dsp:nvSpPr>
        <dsp:cNvPr id="0" name=""/>
        <dsp:cNvSpPr/>
      </dsp:nvSpPr>
      <dsp:spPr>
        <a:xfrm>
          <a:off x="2298981" y="908821"/>
          <a:ext cx="442157" cy="5172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298981" y="1012269"/>
        <a:ext cx="309510" cy="310344"/>
      </dsp:txXfrm>
    </dsp:sp>
    <dsp:sp modelId="{794C2EE5-82B8-4D89-BABA-195656F04DF0}">
      <dsp:nvSpPr>
        <dsp:cNvPr id="0" name=""/>
        <dsp:cNvSpPr/>
      </dsp:nvSpPr>
      <dsp:spPr>
        <a:xfrm>
          <a:off x="2924676" y="541747"/>
          <a:ext cx="2085647" cy="12513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Calibri Light" panose="020F0302020204030204"/>
            </a:rPr>
            <a:t>Email List</a:t>
          </a:r>
          <a:endParaRPr lang="en-US" sz="3100" kern="1200" dirty="0"/>
        </a:p>
      </dsp:txBody>
      <dsp:txXfrm>
        <a:off x="2961328" y="578399"/>
        <a:ext cx="2012343" cy="1178084"/>
      </dsp:txXfrm>
    </dsp:sp>
    <dsp:sp modelId="{C96B64A7-A890-44E2-95FD-C7D7B9EC817F}">
      <dsp:nvSpPr>
        <dsp:cNvPr id="0" name=""/>
        <dsp:cNvSpPr/>
      </dsp:nvSpPr>
      <dsp:spPr>
        <a:xfrm>
          <a:off x="5218887" y="908821"/>
          <a:ext cx="442157" cy="5172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218887" y="1012269"/>
        <a:ext cx="309510" cy="310344"/>
      </dsp:txXfrm>
    </dsp:sp>
    <dsp:sp modelId="{96F1D188-7A6A-499A-BD6F-DD0BA6068FC3}">
      <dsp:nvSpPr>
        <dsp:cNvPr id="0" name=""/>
        <dsp:cNvSpPr/>
      </dsp:nvSpPr>
      <dsp:spPr>
        <a:xfrm>
          <a:off x="5844581" y="541747"/>
          <a:ext cx="2085647" cy="12513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Calibri Light" panose="020F0302020204030204"/>
            </a:rPr>
            <a:t>Nurture</a:t>
          </a:r>
          <a:endParaRPr lang="en-US" sz="3100" kern="1200" dirty="0"/>
        </a:p>
      </dsp:txBody>
      <dsp:txXfrm>
        <a:off x="5881233" y="578399"/>
        <a:ext cx="2012343" cy="1178084"/>
      </dsp:txXfrm>
    </dsp:sp>
    <dsp:sp modelId="{7015621E-D4F3-4341-A6A0-1F94F92A061F}">
      <dsp:nvSpPr>
        <dsp:cNvPr id="0" name=""/>
        <dsp:cNvSpPr/>
      </dsp:nvSpPr>
      <dsp:spPr>
        <a:xfrm>
          <a:off x="8138793" y="908821"/>
          <a:ext cx="442157" cy="5172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138793" y="1012269"/>
        <a:ext cx="309510" cy="310344"/>
      </dsp:txXfrm>
    </dsp:sp>
    <dsp:sp modelId="{052715EE-5719-4EC8-AE7A-88D872FF024C}">
      <dsp:nvSpPr>
        <dsp:cNvPr id="0" name=""/>
        <dsp:cNvSpPr/>
      </dsp:nvSpPr>
      <dsp:spPr>
        <a:xfrm>
          <a:off x="8764487" y="541747"/>
          <a:ext cx="2085647" cy="12513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Calibri Light" panose="020F0302020204030204"/>
            </a:rPr>
            <a:t>Conversion</a:t>
          </a:r>
        </a:p>
      </dsp:txBody>
      <dsp:txXfrm>
        <a:off x="8801139" y="578399"/>
        <a:ext cx="2012343" cy="11780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79E737-CE37-4CEC-B9C5-EDC8B385C298}">
      <dsp:nvSpPr>
        <dsp:cNvPr id="0" name=""/>
        <dsp:cNvSpPr/>
      </dsp:nvSpPr>
      <dsp:spPr>
        <a:xfrm>
          <a:off x="0" y="1828800"/>
          <a:ext cx="5132716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CF8DD3-E5EA-4A60-B3F3-510B9B48F705}">
      <dsp:nvSpPr>
        <dsp:cNvPr id="0" name=""/>
        <dsp:cNvSpPr/>
      </dsp:nvSpPr>
      <dsp:spPr>
        <a:xfrm rot="8100000">
          <a:off x="54058" y="428046"/>
          <a:ext cx="255818" cy="255818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F3459-27AC-4537-8B91-2B19EC3F50B6}">
      <dsp:nvSpPr>
        <dsp:cNvPr id="0" name=""/>
        <dsp:cNvSpPr/>
      </dsp:nvSpPr>
      <dsp:spPr>
        <a:xfrm>
          <a:off x="82477" y="456465"/>
          <a:ext cx="198979" cy="19897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F88AE-0807-40C7-9FFD-919D63EBA2EA}">
      <dsp:nvSpPr>
        <dsp:cNvPr id="0" name=""/>
        <dsp:cNvSpPr/>
      </dsp:nvSpPr>
      <dsp:spPr>
        <a:xfrm>
          <a:off x="362857" y="746150"/>
          <a:ext cx="1356044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61F93A-1F95-4221-85EF-6B4A27053DA5}">
      <dsp:nvSpPr>
        <dsp:cNvPr id="0" name=""/>
        <dsp:cNvSpPr/>
      </dsp:nvSpPr>
      <dsp:spPr>
        <a:xfrm>
          <a:off x="362857" y="365759"/>
          <a:ext cx="1356044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>
              <a:latin typeface="Calibri Light" panose="020F0302020204030204"/>
            </a:rPr>
            <a:t>Customer A: reads the blog post, does not sign-up for email</a:t>
          </a:r>
          <a:endParaRPr lang="en-US" sz="1300" kern="1200" dirty="0"/>
        </a:p>
      </dsp:txBody>
      <dsp:txXfrm>
        <a:off x="362857" y="365759"/>
        <a:ext cx="1356044" cy="380390"/>
      </dsp:txXfrm>
    </dsp:sp>
    <dsp:sp modelId="{8A339F57-C172-4544-8039-ECCD29336B48}">
      <dsp:nvSpPr>
        <dsp:cNvPr id="0" name=""/>
        <dsp:cNvSpPr/>
      </dsp:nvSpPr>
      <dsp:spPr>
        <a:xfrm>
          <a:off x="181967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C1191C-B6B3-447D-A5C5-FD303C3EE2E1}">
      <dsp:nvSpPr>
        <dsp:cNvPr id="0" name=""/>
        <dsp:cNvSpPr/>
      </dsp:nvSpPr>
      <dsp:spPr>
        <a:xfrm>
          <a:off x="158711" y="1794564"/>
          <a:ext cx="65120" cy="6847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AE118-B50C-4C57-9DDF-C2BDC362A55F}">
      <dsp:nvSpPr>
        <dsp:cNvPr id="0" name=""/>
        <dsp:cNvSpPr/>
      </dsp:nvSpPr>
      <dsp:spPr>
        <a:xfrm rot="18900000">
          <a:off x="907242" y="2973735"/>
          <a:ext cx="255818" cy="255818"/>
        </a:xfrm>
        <a:prstGeom prst="teardrop">
          <a:avLst>
            <a:gd name="adj" fmla="val 11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D286A-AC7B-4BB5-9709-15528B6C7660}">
      <dsp:nvSpPr>
        <dsp:cNvPr id="0" name=""/>
        <dsp:cNvSpPr/>
      </dsp:nvSpPr>
      <dsp:spPr>
        <a:xfrm>
          <a:off x="935661" y="3002154"/>
          <a:ext cx="198979" cy="19897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561BD-F2E4-472B-BDCC-A0E2B744FDB2}">
      <dsp:nvSpPr>
        <dsp:cNvPr id="0" name=""/>
        <dsp:cNvSpPr/>
      </dsp:nvSpPr>
      <dsp:spPr>
        <a:xfrm>
          <a:off x="1216042" y="1828800"/>
          <a:ext cx="1356044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A604E2-BC8E-473A-9512-2EEA1363362B}">
      <dsp:nvSpPr>
        <dsp:cNvPr id="0" name=""/>
        <dsp:cNvSpPr/>
      </dsp:nvSpPr>
      <dsp:spPr>
        <a:xfrm>
          <a:off x="1216042" y="2911449"/>
          <a:ext cx="1356044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>
              <a:latin typeface="Calibri Light" panose="020F0302020204030204"/>
            </a:rPr>
            <a:t>Customer A sees a retargeting ad a week later</a:t>
          </a:r>
          <a:endParaRPr lang="en-US" sz="1300" kern="1200" dirty="0"/>
        </a:p>
      </dsp:txBody>
      <dsp:txXfrm>
        <a:off x="1216042" y="2911449"/>
        <a:ext cx="1356044" cy="380390"/>
      </dsp:txXfrm>
    </dsp:sp>
    <dsp:sp modelId="{1E5F3FCE-2E70-4C96-8039-2252A73C4663}">
      <dsp:nvSpPr>
        <dsp:cNvPr id="0" name=""/>
        <dsp:cNvSpPr/>
      </dsp:nvSpPr>
      <dsp:spPr>
        <a:xfrm>
          <a:off x="1035151" y="1828800"/>
          <a:ext cx="0" cy="1082649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C6E4CE-FD41-450C-AB8A-69E4D29C6F3F}">
      <dsp:nvSpPr>
        <dsp:cNvPr id="0" name=""/>
        <dsp:cNvSpPr/>
      </dsp:nvSpPr>
      <dsp:spPr>
        <a:xfrm>
          <a:off x="1011895" y="1794564"/>
          <a:ext cx="65120" cy="6847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239C9-A712-4400-A35B-2A4472F345CD}">
      <dsp:nvSpPr>
        <dsp:cNvPr id="0" name=""/>
        <dsp:cNvSpPr/>
      </dsp:nvSpPr>
      <dsp:spPr>
        <a:xfrm rot="8100000">
          <a:off x="1760426" y="428046"/>
          <a:ext cx="255818" cy="255818"/>
        </a:xfrm>
        <a:prstGeom prst="teardrop">
          <a:avLst>
            <a:gd name="adj" fmla="val 11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F6E1E-90EF-4E1F-A5AB-7556FAFF5FFB}">
      <dsp:nvSpPr>
        <dsp:cNvPr id="0" name=""/>
        <dsp:cNvSpPr/>
      </dsp:nvSpPr>
      <dsp:spPr>
        <a:xfrm>
          <a:off x="1788845" y="456465"/>
          <a:ext cx="198979" cy="19897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562B9-D79F-4CEA-A73B-06D3299CF8C2}">
      <dsp:nvSpPr>
        <dsp:cNvPr id="0" name=""/>
        <dsp:cNvSpPr/>
      </dsp:nvSpPr>
      <dsp:spPr>
        <a:xfrm>
          <a:off x="2069226" y="746150"/>
          <a:ext cx="1356044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F94F6D-4185-4865-8D2F-1F9ED672320A}">
      <dsp:nvSpPr>
        <dsp:cNvPr id="0" name=""/>
        <dsp:cNvSpPr/>
      </dsp:nvSpPr>
      <dsp:spPr>
        <a:xfrm>
          <a:off x="2069226" y="365759"/>
          <a:ext cx="1356044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>
              <a:latin typeface="Calibri Light" panose="020F0302020204030204"/>
            </a:rPr>
            <a:t>Customer A goes back to the blog</a:t>
          </a:r>
          <a:endParaRPr lang="en-US" sz="1300" kern="1200" dirty="0"/>
        </a:p>
      </dsp:txBody>
      <dsp:txXfrm>
        <a:off x="2069226" y="365759"/>
        <a:ext cx="1356044" cy="380390"/>
      </dsp:txXfrm>
    </dsp:sp>
    <dsp:sp modelId="{D44234D0-2E41-4CD8-8425-68EED34A0231}">
      <dsp:nvSpPr>
        <dsp:cNvPr id="0" name=""/>
        <dsp:cNvSpPr/>
      </dsp:nvSpPr>
      <dsp:spPr>
        <a:xfrm>
          <a:off x="1888335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EB5B09-ED39-42EE-BE77-1C92D0CFABDF}">
      <dsp:nvSpPr>
        <dsp:cNvPr id="0" name=""/>
        <dsp:cNvSpPr/>
      </dsp:nvSpPr>
      <dsp:spPr>
        <a:xfrm>
          <a:off x="1865079" y="1794564"/>
          <a:ext cx="65120" cy="6847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796FC-D736-4A54-8997-F01C41CF3567}">
      <dsp:nvSpPr>
        <dsp:cNvPr id="0" name=""/>
        <dsp:cNvSpPr/>
      </dsp:nvSpPr>
      <dsp:spPr>
        <a:xfrm rot="18900000">
          <a:off x="2613610" y="2973735"/>
          <a:ext cx="255818" cy="255818"/>
        </a:xfrm>
        <a:prstGeom prst="teardrop">
          <a:avLst>
            <a:gd name="adj" fmla="val 11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55F93-5871-41A7-B865-50D72FB92EC5}">
      <dsp:nvSpPr>
        <dsp:cNvPr id="0" name=""/>
        <dsp:cNvSpPr/>
      </dsp:nvSpPr>
      <dsp:spPr>
        <a:xfrm>
          <a:off x="2642029" y="3002154"/>
          <a:ext cx="198979" cy="19897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69639-EA7A-4A22-B15E-320F503CBECA}">
      <dsp:nvSpPr>
        <dsp:cNvPr id="0" name=""/>
        <dsp:cNvSpPr/>
      </dsp:nvSpPr>
      <dsp:spPr>
        <a:xfrm>
          <a:off x="2922410" y="1828800"/>
          <a:ext cx="1356044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249FC-FEB8-458E-9F2A-8BA94CAF6A21}">
      <dsp:nvSpPr>
        <dsp:cNvPr id="0" name=""/>
        <dsp:cNvSpPr/>
      </dsp:nvSpPr>
      <dsp:spPr>
        <a:xfrm>
          <a:off x="2922410" y="2911449"/>
          <a:ext cx="1356044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b="0" kern="1200" dirty="0">
              <a:latin typeface="Calibri Light" panose="020F0302020204030204"/>
            </a:rPr>
            <a:t>Customer A signs up for the email list</a:t>
          </a:r>
          <a:endParaRPr lang="en-US" sz="1300" kern="1200" dirty="0">
            <a:latin typeface="Calibri Light" panose="020F0302020204030204"/>
          </a:endParaRPr>
        </a:p>
      </dsp:txBody>
      <dsp:txXfrm>
        <a:off x="2922410" y="2911449"/>
        <a:ext cx="1356044" cy="380390"/>
      </dsp:txXfrm>
    </dsp:sp>
    <dsp:sp modelId="{411F3D47-FE88-45FE-89E2-E17DB3FA6D24}">
      <dsp:nvSpPr>
        <dsp:cNvPr id="0" name=""/>
        <dsp:cNvSpPr/>
      </dsp:nvSpPr>
      <dsp:spPr>
        <a:xfrm>
          <a:off x="2741519" y="1828800"/>
          <a:ext cx="0" cy="1082649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D1602A-BA6B-440A-B0D5-72C8C54C46C5}">
      <dsp:nvSpPr>
        <dsp:cNvPr id="0" name=""/>
        <dsp:cNvSpPr/>
      </dsp:nvSpPr>
      <dsp:spPr>
        <a:xfrm>
          <a:off x="2718263" y="1794564"/>
          <a:ext cx="65120" cy="6847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6A9A53-A01A-41C5-A303-F4962E7F5B4F}">
      <dsp:nvSpPr>
        <dsp:cNvPr id="0" name=""/>
        <dsp:cNvSpPr/>
      </dsp:nvSpPr>
      <dsp:spPr>
        <a:xfrm rot="8100000">
          <a:off x="3466794" y="428046"/>
          <a:ext cx="255818" cy="255818"/>
        </a:xfrm>
        <a:prstGeom prst="teardrop">
          <a:avLst>
            <a:gd name="adj" fmla="val 115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E8DF9-AA95-4D6E-96C8-342A2FDE2565}">
      <dsp:nvSpPr>
        <dsp:cNvPr id="0" name=""/>
        <dsp:cNvSpPr/>
      </dsp:nvSpPr>
      <dsp:spPr>
        <a:xfrm>
          <a:off x="3495214" y="456465"/>
          <a:ext cx="198979" cy="19897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73AE4-25E7-4070-B6DF-376354DFF7DA}">
      <dsp:nvSpPr>
        <dsp:cNvPr id="0" name=""/>
        <dsp:cNvSpPr/>
      </dsp:nvSpPr>
      <dsp:spPr>
        <a:xfrm>
          <a:off x="3775594" y="746150"/>
          <a:ext cx="1356044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B26073-263F-4A7C-9336-23AEB476EAA2}">
      <dsp:nvSpPr>
        <dsp:cNvPr id="0" name=""/>
        <dsp:cNvSpPr/>
      </dsp:nvSpPr>
      <dsp:spPr>
        <a:xfrm>
          <a:off x="3775594" y="365759"/>
          <a:ext cx="1356044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b="0" kern="1200" dirty="0">
              <a:latin typeface="Calibri Light" panose="020F0302020204030204"/>
            </a:rPr>
            <a:t>Customer A converts</a:t>
          </a:r>
        </a:p>
      </dsp:txBody>
      <dsp:txXfrm>
        <a:off x="3775594" y="365759"/>
        <a:ext cx="1356044" cy="380390"/>
      </dsp:txXfrm>
    </dsp:sp>
    <dsp:sp modelId="{BBA98C23-DFC0-474F-A54A-E77B4873376E}">
      <dsp:nvSpPr>
        <dsp:cNvPr id="0" name=""/>
        <dsp:cNvSpPr/>
      </dsp:nvSpPr>
      <dsp:spPr>
        <a:xfrm>
          <a:off x="3594704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2BDA3D-70D6-4730-AF4C-9D7C343D75FB}">
      <dsp:nvSpPr>
        <dsp:cNvPr id="0" name=""/>
        <dsp:cNvSpPr/>
      </dsp:nvSpPr>
      <dsp:spPr>
        <a:xfrm>
          <a:off x="3571448" y="1794564"/>
          <a:ext cx="65120" cy="6847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79E737-CE37-4CEC-B9C5-EDC8B385C298}">
      <dsp:nvSpPr>
        <dsp:cNvPr id="0" name=""/>
        <dsp:cNvSpPr/>
      </dsp:nvSpPr>
      <dsp:spPr>
        <a:xfrm>
          <a:off x="0" y="1828800"/>
          <a:ext cx="5132716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CF8DD3-E5EA-4A60-B3F3-510B9B48F705}">
      <dsp:nvSpPr>
        <dsp:cNvPr id="0" name=""/>
        <dsp:cNvSpPr/>
      </dsp:nvSpPr>
      <dsp:spPr>
        <a:xfrm rot="8100000">
          <a:off x="55577" y="428062"/>
          <a:ext cx="255784" cy="255784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F3459-27AC-4537-8B91-2B19EC3F50B6}">
      <dsp:nvSpPr>
        <dsp:cNvPr id="0" name=""/>
        <dsp:cNvSpPr/>
      </dsp:nvSpPr>
      <dsp:spPr>
        <a:xfrm>
          <a:off x="83993" y="456478"/>
          <a:ext cx="198953" cy="1989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F88AE-0807-40C7-9FFD-919D63EBA2EA}">
      <dsp:nvSpPr>
        <dsp:cNvPr id="0" name=""/>
        <dsp:cNvSpPr/>
      </dsp:nvSpPr>
      <dsp:spPr>
        <a:xfrm>
          <a:off x="364336" y="746150"/>
          <a:ext cx="1355019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61F93A-1F95-4221-85EF-6B4A27053DA5}">
      <dsp:nvSpPr>
        <dsp:cNvPr id="0" name=""/>
        <dsp:cNvSpPr/>
      </dsp:nvSpPr>
      <dsp:spPr>
        <a:xfrm>
          <a:off x="364336" y="365759"/>
          <a:ext cx="1355019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>
              <a:latin typeface="Calibri Light" panose="020F0302020204030204"/>
            </a:rPr>
            <a:t>Customer B: reads the blog post, signs-up for email</a:t>
          </a:r>
          <a:endParaRPr lang="en-US" sz="1300" kern="1200" dirty="0"/>
        </a:p>
      </dsp:txBody>
      <dsp:txXfrm>
        <a:off x="364336" y="365759"/>
        <a:ext cx="1355019" cy="380390"/>
      </dsp:txXfrm>
    </dsp:sp>
    <dsp:sp modelId="{8A339F57-C172-4544-8039-ECCD29336B48}">
      <dsp:nvSpPr>
        <dsp:cNvPr id="0" name=""/>
        <dsp:cNvSpPr/>
      </dsp:nvSpPr>
      <dsp:spPr>
        <a:xfrm>
          <a:off x="183470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C1191C-B6B3-447D-A5C5-FD303C3EE2E1}">
      <dsp:nvSpPr>
        <dsp:cNvPr id="0" name=""/>
        <dsp:cNvSpPr/>
      </dsp:nvSpPr>
      <dsp:spPr>
        <a:xfrm>
          <a:off x="160242" y="1794564"/>
          <a:ext cx="65112" cy="6847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AE118-B50C-4C57-9DDF-C2BDC362A55F}">
      <dsp:nvSpPr>
        <dsp:cNvPr id="0" name=""/>
        <dsp:cNvSpPr/>
      </dsp:nvSpPr>
      <dsp:spPr>
        <a:xfrm rot="18900000">
          <a:off x="913954" y="2973752"/>
          <a:ext cx="255784" cy="255784"/>
        </a:xfrm>
        <a:prstGeom prst="teardrop">
          <a:avLst>
            <a:gd name="adj" fmla="val 11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D286A-AC7B-4BB5-9709-15528B6C7660}">
      <dsp:nvSpPr>
        <dsp:cNvPr id="0" name=""/>
        <dsp:cNvSpPr/>
      </dsp:nvSpPr>
      <dsp:spPr>
        <a:xfrm>
          <a:off x="942369" y="3002168"/>
          <a:ext cx="198953" cy="1989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561BD-F2E4-472B-BDCC-A0E2B744FDB2}">
      <dsp:nvSpPr>
        <dsp:cNvPr id="0" name=""/>
        <dsp:cNvSpPr/>
      </dsp:nvSpPr>
      <dsp:spPr>
        <a:xfrm>
          <a:off x="1222713" y="1828800"/>
          <a:ext cx="1355019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A604E2-BC8E-473A-9512-2EEA1363362B}">
      <dsp:nvSpPr>
        <dsp:cNvPr id="0" name=""/>
        <dsp:cNvSpPr/>
      </dsp:nvSpPr>
      <dsp:spPr>
        <a:xfrm>
          <a:off x="1222713" y="2911449"/>
          <a:ext cx="1355019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>
              <a:latin typeface="Calibri Light" panose="020F0302020204030204"/>
            </a:rPr>
            <a:t>Customer B receives nurture (free) content</a:t>
          </a:r>
          <a:endParaRPr lang="en-US" sz="1300" kern="1200" dirty="0"/>
        </a:p>
      </dsp:txBody>
      <dsp:txXfrm>
        <a:off x="1222713" y="2911449"/>
        <a:ext cx="1355019" cy="380390"/>
      </dsp:txXfrm>
    </dsp:sp>
    <dsp:sp modelId="{1E5F3FCE-2E70-4C96-8039-2252A73C4663}">
      <dsp:nvSpPr>
        <dsp:cNvPr id="0" name=""/>
        <dsp:cNvSpPr/>
      </dsp:nvSpPr>
      <dsp:spPr>
        <a:xfrm>
          <a:off x="1041846" y="1828800"/>
          <a:ext cx="0" cy="1082649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C6E4CE-FD41-450C-AB8A-69E4D29C6F3F}">
      <dsp:nvSpPr>
        <dsp:cNvPr id="0" name=""/>
        <dsp:cNvSpPr/>
      </dsp:nvSpPr>
      <dsp:spPr>
        <a:xfrm>
          <a:off x="1018618" y="1794564"/>
          <a:ext cx="65112" cy="6847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239C9-A712-4400-A35B-2A4472F345CD}">
      <dsp:nvSpPr>
        <dsp:cNvPr id="0" name=""/>
        <dsp:cNvSpPr/>
      </dsp:nvSpPr>
      <dsp:spPr>
        <a:xfrm rot="8100000">
          <a:off x="1772330" y="428062"/>
          <a:ext cx="255784" cy="255784"/>
        </a:xfrm>
        <a:prstGeom prst="teardrop">
          <a:avLst>
            <a:gd name="adj" fmla="val 11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F6E1E-90EF-4E1F-A5AB-7556FAFF5FFB}">
      <dsp:nvSpPr>
        <dsp:cNvPr id="0" name=""/>
        <dsp:cNvSpPr/>
      </dsp:nvSpPr>
      <dsp:spPr>
        <a:xfrm>
          <a:off x="1800746" y="456478"/>
          <a:ext cx="198953" cy="1989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562B9-D79F-4CEA-A73B-06D3299CF8C2}">
      <dsp:nvSpPr>
        <dsp:cNvPr id="0" name=""/>
        <dsp:cNvSpPr/>
      </dsp:nvSpPr>
      <dsp:spPr>
        <a:xfrm>
          <a:off x="2081090" y="746150"/>
          <a:ext cx="1355019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F94F6D-4185-4865-8D2F-1F9ED672320A}">
      <dsp:nvSpPr>
        <dsp:cNvPr id="0" name=""/>
        <dsp:cNvSpPr/>
      </dsp:nvSpPr>
      <dsp:spPr>
        <a:xfrm>
          <a:off x="2081090" y="365759"/>
          <a:ext cx="1355019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>
              <a:latin typeface="Calibri Light" panose="020F0302020204030204"/>
            </a:rPr>
            <a:t>Customer B does not convert</a:t>
          </a:r>
          <a:endParaRPr lang="en-US" sz="1300" kern="1200" dirty="0"/>
        </a:p>
      </dsp:txBody>
      <dsp:txXfrm>
        <a:off x="2081090" y="365759"/>
        <a:ext cx="1355019" cy="380390"/>
      </dsp:txXfrm>
    </dsp:sp>
    <dsp:sp modelId="{D44234D0-2E41-4CD8-8425-68EED34A0231}">
      <dsp:nvSpPr>
        <dsp:cNvPr id="0" name=""/>
        <dsp:cNvSpPr/>
      </dsp:nvSpPr>
      <dsp:spPr>
        <a:xfrm>
          <a:off x="1900223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EB5B09-ED39-42EE-BE77-1C92D0CFABDF}">
      <dsp:nvSpPr>
        <dsp:cNvPr id="0" name=""/>
        <dsp:cNvSpPr/>
      </dsp:nvSpPr>
      <dsp:spPr>
        <a:xfrm>
          <a:off x="1876995" y="1794564"/>
          <a:ext cx="65112" cy="6847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796FC-D736-4A54-8997-F01C41CF3567}">
      <dsp:nvSpPr>
        <dsp:cNvPr id="0" name=""/>
        <dsp:cNvSpPr/>
      </dsp:nvSpPr>
      <dsp:spPr>
        <a:xfrm rot="18900000">
          <a:off x="2630633" y="2973932"/>
          <a:ext cx="255425" cy="255425"/>
        </a:xfrm>
        <a:prstGeom prst="teardrop">
          <a:avLst>
            <a:gd name="adj" fmla="val 11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55F93-5871-41A7-B865-50D72FB92EC5}">
      <dsp:nvSpPr>
        <dsp:cNvPr id="0" name=""/>
        <dsp:cNvSpPr/>
      </dsp:nvSpPr>
      <dsp:spPr>
        <a:xfrm>
          <a:off x="2659008" y="3002307"/>
          <a:ext cx="198674" cy="19867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69639-EA7A-4A22-B15E-320F503CBECA}">
      <dsp:nvSpPr>
        <dsp:cNvPr id="0" name=""/>
        <dsp:cNvSpPr/>
      </dsp:nvSpPr>
      <dsp:spPr>
        <a:xfrm>
          <a:off x="2938958" y="1828800"/>
          <a:ext cx="1344152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249FC-FEB8-458E-9F2A-8BA94CAF6A21}">
      <dsp:nvSpPr>
        <dsp:cNvPr id="0" name=""/>
        <dsp:cNvSpPr/>
      </dsp:nvSpPr>
      <dsp:spPr>
        <a:xfrm>
          <a:off x="2938958" y="2911449"/>
          <a:ext cx="1344152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b="0" kern="1200" dirty="0">
              <a:latin typeface="Calibri Light" panose="020F0302020204030204"/>
            </a:rPr>
            <a:t>Customer B sees another blogpost via organic search</a:t>
          </a:r>
          <a:endParaRPr lang="en-US" sz="1300" kern="1200" dirty="0">
            <a:latin typeface="Calibri Light" panose="020F0302020204030204"/>
          </a:endParaRPr>
        </a:p>
      </dsp:txBody>
      <dsp:txXfrm>
        <a:off x="2938958" y="2911449"/>
        <a:ext cx="1344152" cy="380390"/>
      </dsp:txXfrm>
    </dsp:sp>
    <dsp:sp modelId="{411F3D47-FE88-45FE-89E2-E17DB3FA6D24}">
      <dsp:nvSpPr>
        <dsp:cNvPr id="0" name=""/>
        <dsp:cNvSpPr/>
      </dsp:nvSpPr>
      <dsp:spPr>
        <a:xfrm>
          <a:off x="2758345" y="1828800"/>
          <a:ext cx="0" cy="1082649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D1602A-BA6B-440A-B0D5-72C8C54C46C5}">
      <dsp:nvSpPr>
        <dsp:cNvPr id="0" name=""/>
        <dsp:cNvSpPr/>
      </dsp:nvSpPr>
      <dsp:spPr>
        <a:xfrm>
          <a:off x="2735417" y="1794564"/>
          <a:ext cx="65020" cy="6847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6A9A53-A01A-41C5-A303-F4962E7F5B4F}">
      <dsp:nvSpPr>
        <dsp:cNvPr id="0" name=""/>
        <dsp:cNvSpPr/>
      </dsp:nvSpPr>
      <dsp:spPr>
        <a:xfrm rot="8100000">
          <a:off x="3477634" y="428242"/>
          <a:ext cx="255425" cy="255425"/>
        </a:xfrm>
        <a:prstGeom prst="teardrop">
          <a:avLst>
            <a:gd name="adj" fmla="val 115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E8DF9-AA95-4D6E-96C8-342A2FDE2565}">
      <dsp:nvSpPr>
        <dsp:cNvPr id="0" name=""/>
        <dsp:cNvSpPr/>
      </dsp:nvSpPr>
      <dsp:spPr>
        <a:xfrm>
          <a:off x="3506010" y="456618"/>
          <a:ext cx="198674" cy="19867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73AE4-25E7-4070-B6DF-376354DFF7DA}">
      <dsp:nvSpPr>
        <dsp:cNvPr id="0" name=""/>
        <dsp:cNvSpPr/>
      </dsp:nvSpPr>
      <dsp:spPr>
        <a:xfrm>
          <a:off x="3785960" y="746150"/>
          <a:ext cx="1344152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B26073-263F-4A7C-9336-23AEB476EAA2}">
      <dsp:nvSpPr>
        <dsp:cNvPr id="0" name=""/>
        <dsp:cNvSpPr/>
      </dsp:nvSpPr>
      <dsp:spPr>
        <a:xfrm>
          <a:off x="3785960" y="365759"/>
          <a:ext cx="1344152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b="0" kern="1200" dirty="0">
              <a:latin typeface="Calibri Light" panose="020F0302020204030204"/>
            </a:rPr>
            <a:t>Customer B converts</a:t>
          </a:r>
        </a:p>
      </dsp:txBody>
      <dsp:txXfrm>
        <a:off x="3785960" y="365759"/>
        <a:ext cx="1344152" cy="380390"/>
      </dsp:txXfrm>
    </dsp:sp>
    <dsp:sp modelId="{BBA98C23-DFC0-474F-A54A-E77B4873376E}">
      <dsp:nvSpPr>
        <dsp:cNvPr id="0" name=""/>
        <dsp:cNvSpPr/>
      </dsp:nvSpPr>
      <dsp:spPr>
        <a:xfrm>
          <a:off x="3605347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2BDA3D-70D6-4730-AF4C-9D7C343D75FB}">
      <dsp:nvSpPr>
        <dsp:cNvPr id="0" name=""/>
        <dsp:cNvSpPr/>
      </dsp:nvSpPr>
      <dsp:spPr>
        <a:xfrm>
          <a:off x="3582419" y="1794564"/>
          <a:ext cx="65020" cy="6847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599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798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863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6380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24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749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9184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786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1869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2135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73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1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CE97B9-AA29-19E1-D72B-600FFABF92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1566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  <a:cs typeface="Calibri Light"/>
              </a:rPr>
              <a:t>Digital Marketing Funnel</a:t>
            </a:r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"/>
              </a:rPr>
              <a:t>Anshu Sharma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7" name="Content Placeholder 46" descr="A diagram of a sales funnel&#10;&#10;Description automatically generated">
            <a:extLst>
              <a:ext uri="{FF2B5EF4-FFF2-40B4-BE49-F238E27FC236}">
                <a16:creationId xmlns:a16="http://schemas.microsoft.com/office/drawing/2014/main" id="{46022363-3A19-A78A-9C61-04522F259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199" b="222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C0FD0791-5F74-5CC3-27B6-B958F112BDDB}"/>
              </a:ext>
            </a:extLst>
          </p:cNvPr>
          <p:cNvSpPr txBox="1"/>
          <p:nvPr/>
        </p:nvSpPr>
        <p:spPr>
          <a:xfrm>
            <a:off x="6805152" y="1334954"/>
            <a:ext cx="19648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Market Potential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C41B2C-1DE5-AFEC-8DD1-EEEF593E7A52}"/>
              </a:ext>
            </a:extLst>
          </p:cNvPr>
          <p:cNvSpPr txBox="1"/>
          <p:nvPr/>
        </p:nvSpPr>
        <p:spPr>
          <a:xfrm>
            <a:off x="6000019" y="2973972"/>
            <a:ext cx="19648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Suspects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4DC23C-5A2C-893D-1232-18B8AD1E0A56}"/>
              </a:ext>
            </a:extLst>
          </p:cNvPr>
          <p:cNvSpPr txBox="1"/>
          <p:nvPr/>
        </p:nvSpPr>
        <p:spPr>
          <a:xfrm>
            <a:off x="4907339" y="5216839"/>
            <a:ext cx="19648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Prospects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D09FE0-3199-C0E9-C1C1-B1B4478DD7C7}"/>
              </a:ext>
            </a:extLst>
          </p:cNvPr>
          <p:cNvSpPr txBox="1"/>
          <p:nvPr/>
        </p:nvSpPr>
        <p:spPr>
          <a:xfrm>
            <a:off x="4303490" y="6367028"/>
            <a:ext cx="19648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Customers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425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B79C-F51F-6E8E-A57E-280149C40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023BB5-7C7C-BA45-96EA-0B05F84AF9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1238292"/>
              </p:ext>
            </p:extLst>
          </p:nvPr>
        </p:nvGraphicFramePr>
        <p:xfrm>
          <a:off x="277483" y="1825625"/>
          <a:ext cx="4836544" cy="4336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1" name="Content Placeholder 3">
            <a:extLst>
              <a:ext uri="{FF2B5EF4-FFF2-40B4-BE49-F238E27FC236}">
                <a16:creationId xmlns:a16="http://schemas.microsoft.com/office/drawing/2014/main" id="{58BB8309-A321-301A-C266-AEF68F0B63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8357519"/>
              </p:ext>
            </p:extLst>
          </p:nvPr>
        </p:nvGraphicFramePr>
        <p:xfrm>
          <a:off x="5835770" y="1819874"/>
          <a:ext cx="584295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42638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 descr="A diagram of sales funnel&#10;&#10;Description automatically generated">
            <a:extLst>
              <a:ext uri="{FF2B5EF4-FFF2-40B4-BE49-F238E27FC236}">
                <a16:creationId xmlns:a16="http://schemas.microsoft.com/office/drawing/2014/main" id="{86F65D19-E225-1AED-0930-E54B38180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0144" b="288"/>
          <a:stretch/>
        </p:blipFill>
        <p:spPr>
          <a:xfrm>
            <a:off x="1844927" y="918546"/>
            <a:ext cx="3580084" cy="49649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367226-88F8-F51D-B65C-A47B60B9233D}"/>
              </a:ext>
            </a:extLst>
          </p:cNvPr>
          <p:cNvSpPr txBox="1"/>
          <p:nvPr/>
        </p:nvSpPr>
        <p:spPr>
          <a:xfrm>
            <a:off x="823651" y="2124321"/>
            <a:ext cx="12693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Awareness</a:t>
            </a:r>
          </a:p>
          <a:p>
            <a:r>
              <a:rPr lang="en-US" dirty="0">
                <a:cs typeface="Calibri"/>
              </a:rPr>
              <a:t>Educate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F4C4E7-C879-E152-23B6-C7EAF11CAC4E}"/>
              </a:ext>
            </a:extLst>
          </p:cNvPr>
          <p:cNvSpPr txBox="1"/>
          <p:nvPr/>
        </p:nvSpPr>
        <p:spPr>
          <a:xfrm>
            <a:off x="823650" y="3274509"/>
            <a:ext cx="15137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Interest</a:t>
            </a:r>
          </a:p>
          <a:p>
            <a:r>
              <a:rPr lang="en-US" dirty="0">
                <a:cs typeface="Calibri"/>
              </a:rPr>
              <a:t>Consideration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FC6C2-DD0D-1C1C-0B68-969688608F76}"/>
              </a:ext>
            </a:extLst>
          </p:cNvPr>
          <p:cNvSpPr txBox="1"/>
          <p:nvPr/>
        </p:nvSpPr>
        <p:spPr>
          <a:xfrm>
            <a:off x="823651" y="4209038"/>
            <a:ext cx="12693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Decision</a:t>
            </a:r>
          </a:p>
          <a:p>
            <a:r>
              <a:rPr lang="en-US" dirty="0">
                <a:cs typeface="Calibri"/>
              </a:rPr>
              <a:t>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4A4A0-4C34-97F3-3BBA-FD4CEB39C4F1}"/>
              </a:ext>
            </a:extLst>
          </p:cNvPr>
          <p:cNvSpPr txBox="1"/>
          <p:nvPr/>
        </p:nvSpPr>
        <p:spPr>
          <a:xfrm>
            <a:off x="5798329" y="2124704"/>
            <a:ext cx="441489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SEO (Blogs), Content (YouTube), Social Media Marketing, Display, Lead Magnets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757F96-5B8E-D721-90D1-A2439D6EDF69}"/>
              </a:ext>
            </a:extLst>
          </p:cNvPr>
          <p:cNvSpPr txBox="1"/>
          <p:nvPr/>
        </p:nvSpPr>
        <p:spPr>
          <a:xfrm>
            <a:off x="5798329" y="2977071"/>
            <a:ext cx="4414897" cy="9427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SEO MOFU targeted keywords, Email marketing, Video marketing, Newsletters, SEM, Free Trials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5B0BC1-9E8C-00E3-8E95-F473129D01EA}"/>
              </a:ext>
            </a:extLst>
          </p:cNvPr>
          <p:cNvSpPr txBox="1"/>
          <p:nvPr/>
        </p:nvSpPr>
        <p:spPr>
          <a:xfrm>
            <a:off x="5798329" y="4203251"/>
            <a:ext cx="441489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PPC Ads, Email offers, Offers on Social Media, SEO with BOFU keywords</a:t>
            </a:r>
          </a:p>
        </p:txBody>
      </p:sp>
    </p:spTree>
    <p:extLst>
      <p:ext uri="{BB962C8B-B14F-4D97-AF65-F5344CB8AC3E}">
        <p14:creationId xmlns:p14="http://schemas.microsoft.com/office/powerpoint/2010/main" val="207759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11" descr="A diagram of a funnel&#10;&#10;Description automatically generated">
            <a:extLst>
              <a:ext uri="{FF2B5EF4-FFF2-40B4-BE49-F238E27FC236}">
                <a16:creationId xmlns:a16="http://schemas.microsoft.com/office/drawing/2014/main" id="{6A460D51-55C3-CC38-4ADB-1244EE8626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8714" y="1825625"/>
            <a:ext cx="8254571" cy="4351338"/>
          </a:xfrm>
        </p:spPr>
      </p:pic>
    </p:spTree>
    <p:extLst>
      <p:ext uri="{BB962C8B-B14F-4D97-AF65-F5344CB8AC3E}">
        <p14:creationId xmlns:p14="http://schemas.microsoft.com/office/powerpoint/2010/main" val="4201064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E95F0D8-A229-91A2-E23A-78F1739030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3467" y="1415837"/>
          <a:ext cx="10905068" cy="4026329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1149670">
                  <a:extLst>
                    <a:ext uri="{9D8B030D-6E8A-4147-A177-3AD203B41FA5}">
                      <a16:colId xmlns:a16="http://schemas.microsoft.com/office/drawing/2014/main" val="1141011862"/>
                    </a:ext>
                  </a:extLst>
                </a:gridCol>
                <a:gridCol w="3671789">
                  <a:extLst>
                    <a:ext uri="{9D8B030D-6E8A-4147-A177-3AD203B41FA5}">
                      <a16:colId xmlns:a16="http://schemas.microsoft.com/office/drawing/2014/main" val="230536081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1191706255"/>
                    </a:ext>
                  </a:extLst>
                </a:gridCol>
                <a:gridCol w="3959534">
                  <a:extLst>
                    <a:ext uri="{9D8B030D-6E8A-4147-A177-3AD203B41FA5}">
                      <a16:colId xmlns:a16="http://schemas.microsoft.com/office/drawing/2014/main" val="799753811"/>
                    </a:ext>
                  </a:extLst>
                </a:gridCol>
              </a:tblGrid>
              <a:tr h="573396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2200" b="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AIDAA​</a:t>
                      </a:r>
                      <a:endParaRPr lang="en-GB" sz="2200" b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2200" b="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Platforms​</a:t>
                      </a:r>
                      <a:endParaRPr lang="en-GB" sz="2200" b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2200" b="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Platform Type​</a:t>
                      </a:r>
                      <a:endParaRPr lang="en-GB" sz="2200" b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2200" b="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Methods​</a:t>
                      </a:r>
                      <a:endParaRPr lang="en-GB" sz="2200" b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229578"/>
                  </a:ext>
                </a:extLst>
              </a:tr>
              <a:tr h="489689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A​</a:t>
                      </a:r>
                      <a:endParaRPr lang="en-GB" sz="1600" b="1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Display, YouTube, Facebook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Awareness platforms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Display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168492"/>
                  </a:ext>
                </a:extLst>
              </a:tr>
              <a:tr h="489689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I​</a:t>
                      </a:r>
                      <a:endParaRPr lang="en-GB" sz="1600" b="1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Online PR, Rating, Testimonials, Celebrity, ROI, Payback, Pilot Testing, Comparison, Case Studies, Reviews, Economic 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Value​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Intent platforms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Search, Cognitive Analysis, Comparison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236957"/>
                  </a:ext>
                </a:extLst>
              </a:tr>
              <a:tr h="991933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D​</a:t>
                      </a:r>
                      <a:endParaRPr lang="en-GB" sz="1600" b="1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Credibility platforms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Influencer, Marketer, Celebrity Endorsements, Blogger, Online PR, Trials, Freemium plans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958718"/>
                  </a:ext>
                </a:extLst>
              </a:tr>
              <a:tr h="740811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A​</a:t>
                      </a:r>
                      <a:endParaRPr lang="en-GB" sz="1600" b="1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E- Commerce, Marketplace, Aggregators, Portals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Transaction platforms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Promotion, Cashback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069940"/>
                  </a:ext>
                </a:extLst>
              </a:tr>
              <a:tr h="740811"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A​</a:t>
                      </a:r>
                      <a:endParaRPr lang="en-GB" sz="1600" b="1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Referrals, Recommendations, Review Websites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Advocacy platforms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600" b="1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Customer UGC, Testing Ratings, Reviews, Social Selling</a:t>
                      </a:r>
                      <a:r>
                        <a:rPr lang="en-GB" sz="1600" cap="none" spc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GB" sz="16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5561" marR="125561" marT="125561" marB="62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74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945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FC4026-89AC-688C-214D-C35D33B0F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Content Marketing </a:t>
            </a:r>
            <a:r>
              <a:rPr lang="en-US" sz="2600">
                <a:solidFill>
                  <a:srgbClr val="FFFFFF"/>
                </a:solidFill>
              </a:rPr>
              <a:t>Funnel</a:t>
            </a:r>
            <a:endParaRPr lang="en-US" sz="2600" kern="1200" dirty="0">
              <a:solidFill>
                <a:srgbClr val="FFFFFF"/>
              </a:solidFill>
              <a:latin typeface="+mj-lt"/>
              <a:cs typeface="Calibri Light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A53CCEC-2D8B-50D7-56B2-BDADA201A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856050"/>
              </p:ext>
            </p:extLst>
          </p:nvPr>
        </p:nvGraphicFramePr>
        <p:xfrm>
          <a:off x="4006272" y="150090"/>
          <a:ext cx="6390798" cy="667328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61624">
                  <a:extLst>
                    <a:ext uri="{9D8B030D-6E8A-4147-A177-3AD203B41FA5}">
                      <a16:colId xmlns:a16="http://schemas.microsoft.com/office/drawing/2014/main" val="1244066753"/>
                    </a:ext>
                  </a:extLst>
                </a:gridCol>
                <a:gridCol w="2473732">
                  <a:extLst>
                    <a:ext uri="{9D8B030D-6E8A-4147-A177-3AD203B41FA5}">
                      <a16:colId xmlns:a16="http://schemas.microsoft.com/office/drawing/2014/main" val="2860461215"/>
                    </a:ext>
                  </a:extLst>
                </a:gridCol>
                <a:gridCol w="2255442">
                  <a:extLst>
                    <a:ext uri="{9D8B030D-6E8A-4147-A177-3AD203B41FA5}">
                      <a16:colId xmlns:a16="http://schemas.microsoft.com/office/drawing/2014/main" val="474227327"/>
                    </a:ext>
                  </a:extLst>
                </a:gridCol>
              </a:tblGrid>
              <a:tr h="2825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Your Goal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Content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Your Audience's Goal</a:t>
                      </a:r>
                    </a:p>
                  </a:txBody>
                  <a:tcPr marL="50835" marR="50835" marT="25417" marB="25417"/>
                </a:tc>
                <a:extLst>
                  <a:ext uri="{0D108BD9-81ED-4DB2-BD59-A6C34878D82A}">
                    <a16:rowId xmlns:a16="http://schemas.microsoft.com/office/drawing/2014/main" val="3834323324"/>
                  </a:ext>
                </a:extLst>
              </a:tr>
              <a:tr h="180491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Attract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How-Tos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Tips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E-Books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Social Updates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Contests/PR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Infographics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Cold Emails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Quizzes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Podcasts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Learn</a:t>
                      </a:r>
                    </a:p>
                  </a:txBody>
                  <a:tcPr marL="50835" marR="50835" marT="25417" marB="25417"/>
                </a:tc>
                <a:extLst>
                  <a:ext uri="{0D108BD9-81ED-4DB2-BD59-A6C34878D82A}">
                    <a16:rowId xmlns:a16="http://schemas.microsoft.com/office/drawing/2014/main" val="897035518"/>
                  </a:ext>
                </a:extLst>
              </a:tr>
              <a:tr h="180491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Engage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Benchmarking Reports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Guides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Free Tools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Webinars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Case Studies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Testimonials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Newsletters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Explainer Videos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Alternatives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Evaluate</a:t>
                      </a:r>
                    </a:p>
                  </a:txBody>
                  <a:tcPr marL="50835" marR="50835" marT="25417" marB="25417"/>
                </a:tc>
                <a:extLst>
                  <a:ext uri="{0D108BD9-81ED-4DB2-BD59-A6C34878D82A}">
                    <a16:rowId xmlns:a16="http://schemas.microsoft.com/office/drawing/2014/main" val="2267206286"/>
                  </a:ext>
                </a:extLst>
              </a:tr>
              <a:tr h="10515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Convert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Spec Sheets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Pitch Decks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Product Page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Pricing Page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Comparison Tools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Decide</a:t>
                      </a:r>
                    </a:p>
                  </a:txBody>
                  <a:tcPr marL="50835" marR="50835" marT="25417" marB="25417"/>
                </a:tc>
                <a:extLst>
                  <a:ext uri="{0D108BD9-81ED-4DB2-BD59-A6C34878D82A}">
                    <a16:rowId xmlns:a16="http://schemas.microsoft.com/office/drawing/2014/main" val="299091790"/>
                  </a:ext>
                </a:extLst>
              </a:tr>
              <a:tr h="123989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Retain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Help Articles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User Forums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Surveys/Polls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Performance Reports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Product Updates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/>
                        <a:t>New Product Announcement</a:t>
                      </a:r>
                    </a:p>
                  </a:txBody>
                  <a:tcPr marL="50835" marR="50835" marT="25417" marB="254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Succeed</a:t>
                      </a:r>
                    </a:p>
                  </a:txBody>
                  <a:tcPr marL="50835" marR="50835" marT="25417" marB="25417"/>
                </a:tc>
                <a:extLst>
                  <a:ext uri="{0D108BD9-81ED-4DB2-BD59-A6C34878D82A}">
                    <a16:rowId xmlns:a16="http://schemas.microsoft.com/office/drawing/2014/main" val="3847045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356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912D-8D47-DC55-1139-1C5B8F50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Example of a Funnel</a:t>
            </a:r>
            <a:endParaRPr lang="en-US" dirty="0" err="1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7EF0BAE-AB52-4780-C399-E193EA3AFC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0197543"/>
              </p:ext>
            </p:extLst>
          </p:nvPr>
        </p:nvGraphicFramePr>
        <p:xfrm>
          <a:off x="833887" y="1082615"/>
          <a:ext cx="10854905" cy="2334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1" name="TextBox 200">
            <a:extLst>
              <a:ext uri="{FF2B5EF4-FFF2-40B4-BE49-F238E27FC236}">
                <a16:creationId xmlns:a16="http://schemas.microsoft.com/office/drawing/2014/main" id="{C2E13314-D812-34A9-BA35-ADF68367F88C}"/>
              </a:ext>
            </a:extLst>
          </p:cNvPr>
          <p:cNvSpPr txBox="1"/>
          <p:nvPr/>
        </p:nvSpPr>
        <p:spPr>
          <a:xfrm>
            <a:off x="1001150" y="411186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202" name="Diagram 201">
            <a:extLst>
              <a:ext uri="{FF2B5EF4-FFF2-40B4-BE49-F238E27FC236}">
                <a16:creationId xmlns:a16="http://schemas.microsoft.com/office/drawing/2014/main" id="{EA28E639-D5D3-33D8-7624-5FF346281C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4417777"/>
              </p:ext>
            </p:extLst>
          </p:nvPr>
        </p:nvGraphicFramePr>
        <p:xfrm>
          <a:off x="575094" y="3296728"/>
          <a:ext cx="5132716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031" name="Diagram 3030">
            <a:extLst>
              <a:ext uri="{FF2B5EF4-FFF2-40B4-BE49-F238E27FC236}">
                <a16:creationId xmlns:a16="http://schemas.microsoft.com/office/drawing/2014/main" id="{D55CBB60-72EB-07CC-2072-9BD772B77A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3632867"/>
              </p:ext>
            </p:extLst>
          </p:nvPr>
        </p:nvGraphicFramePr>
        <p:xfrm>
          <a:off x="6613585" y="3196086"/>
          <a:ext cx="5132716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cxnSp>
        <p:nvCxnSpPr>
          <p:cNvPr id="5248" name="Straight Arrow Connector 5247">
            <a:extLst>
              <a:ext uri="{FF2B5EF4-FFF2-40B4-BE49-F238E27FC236}">
                <a16:creationId xmlns:a16="http://schemas.microsoft.com/office/drawing/2014/main" id="{69306E4A-6F07-783F-D46F-6BF0F368577D}"/>
              </a:ext>
            </a:extLst>
          </p:cNvPr>
          <p:cNvCxnSpPr/>
          <p:nvPr/>
        </p:nvCxnSpPr>
        <p:spPr>
          <a:xfrm>
            <a:off x="6169863" y="3301581"/>
            <a:ext cx="8628" cy="3301041"/>
          </a:xfrm>
          <a:prstGeom prst="straightConnector1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37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528D-3A78-05FD-A8F4-26CA8235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Key metrics to track in a funnel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BDF2B-A34B-40AA-F663-A0455A101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Entry points</a:t>
            </a:r>
          </a:p>
          <a:p>
            <a:r>
              <a:rPr lang="en-US" dirty="0">
                <a:cs typeface="Calibri"/>
              </a:rPr>
              <a:t>Conversion rates at each stage</a:t>
            </a:r>
          </a:p>
          <a:p>
            <a:r>
              <a:rPr lang="en-US" dirty="0">
                <a:cs typeface="Calibri"/>
              </a:rPr>
              <a:t>Time in the funnel – TOFU, MOFU, BOFU</a:t>
            </a:r>
          </a:p>
          <a:p>
            <a:r>
              <a:rPr lang="en-US" dirty="0">
                <a:cs typeface="Calibri"/>
              </a:rPr>
              <a:t>Exit Points</a:t>
            </a:r>
          </a:p>
          <a:p>
            <a:r>
              <a:rPr lang="en-US" dirty="0">
                <a:cs typeface="Calibri"/>
              </a:rPr>
              <a:t>Content Engagement</a:t>
            </a:r>
          </a:p>
        </p:txBody>
      </p:sp>
    </p:spTree>
    <p:extLst>
      <p:ext uri="{BB962C8B-B14F-4D97-AF65-F5344CB8AC3E}">
        <p14:creationId xmlns:p14="http://schemas.microsoft.com/office/powerpoint/2010/main" val="214543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office theme</vt:lpstr>
      <vt:lpstr>Office Theme</vt:lpstr>
      <vt:lpstr>Digital Marketing Funnel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 Marketing Funnel</vt:lpstr>
      <vt:lpstr>Example of a Funnel</vt:lpstr>
      <vt:lpstr>Key metrics to track in a funnel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156</cp:revision>
  <dcterms:created xsi:type="dcterms:W3CDTF">2023-07-26T04:57:40Z</dcterms:created>
  <dcterms:modified xsi:type="dcterms:W3CDTF">2023-09-13T08:21:44Z</dcterms:modified>
</cp:coreProperties>
</file>